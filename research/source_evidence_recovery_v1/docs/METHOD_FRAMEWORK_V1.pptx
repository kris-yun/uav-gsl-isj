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95cb7f5ca433a" /><Relationship Type="http://schemas.openxmlformats.org/officeDocument/2006/relationships/extended-properties" Target="/docProps/app.xml" Id="R64495b258d3d43e1" /><Relationship Type="http://schemas.openxmlformats.org/officeDocument/2006/relationships/officeDocument" Target="/ppt/presentation.xml" Id="Rb8ed12171a9242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2f32db68744994"/>
  </p:sldMasterIdLst>
  <p:notesMasterIdLst>
    <p:notesMasterId xmlns:r="http://schemas.openxmlformats.org/officeDocument/2006/relationships" r:id="R2bf523f440584825"/>
  </p:notesMasterIdLst>
  <p:sldIdLst>
    <p:sldId xmlns:r="http://schemas.openxmlformats.org/officeDocument/2006/relationships" id="256" r:id="Rd32280ec0884445a"/>
    <p:sldId xmlns:r="http://schemas.openxmlformats.org/officeDocument/2006/relationships" id="257" r:id="R168516f2dd844b3d"/>
  </p:sldIdLst>
  <p:sldSz cx="15240000" cy="9525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b03be64ec84630" /><Relationship Type="http://schemas.openxmlformats.org/officeDocument/2006/relationships/slideMaster" Target="/ppt/slideMasters/slideMaster1.xml" Id="Ra62f32db68744994" /><Relationship Type="http://schemas.openxmlformats.org/officeDocument/2006/relationships/notesMaster" Target="/ppt/notesMasters/notesMaster1.xml" Id="R2bf523f440584825" /><Relationship Type="http://schemas.openxmlformats.org/officeDocument/2006/relationships/presProps" Target="/ppt/presProps.xml" Id="Rae8388c96318459b" /><Relationship Type="http://schemas.openxmlformats.org/officeDocument/2006/relationships/viewProps" Target="/ppt/viewProps.xml" Id="R4298b93fbd6847a4" /><Relationship Type="http://schemas.openxmlformats.org/officeDocument/2006/relationships/tableStyles" Target="/ppt/tableStyles.xml" Id="R35816bbbcb5a491e" /><Relationship Type="http://schemas.openxmlformats.org/officeDocument/2006/relationships/slide" Target="/ppt/slides/slide1.xml" Id="Rd32280ec0884445a" /><Relationship Type="http://schemas.openxmlformats.org/officeDocument/2006/relationships/slide" Target="/ppt/slides/slide2.xml" Id="R168516f2dd844b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21fe771713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dc5289fd3b44a6" /><Relationship Type="http://schemas.openxmlformats.org/officeDocument/2006/relationships/notesMaster" Target="/ppt/notesMasters/notesMaster1.xml" Id="Rab4b4766226e43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b6fd92641c4f2e" /><Relationship Type="http://schemas.openxmlformats.org/officeDocument/2006/relationships/notesMaster" Target="/ppt/notesMasters/notesMaster1.xml" Id="R4348f9b880bc4c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依据用户原始 pmfs原方法图.pptx 导入编辑，保留 1600×1000 尺寸、四分区、原生地图/障碍/路径图形、输入—预测—比较—选点闭环布局。SHA256:95cb24f31f63a7003d598f20896c1207d95eb14f77a378dc80915c9491984af6。全部为可编辑 PPT 原生对象。图中地图仅为示意，非实验结果。PMFS: https://arxiv.org/html/2304.08879v3 。M1 母算法：ICML 2025 Conditioning Diffusions Using Malliavin Calculus, https://proceedings.mlr.press/v267/pidstrigach25a.html ; SIGGRAPH Asia 2025 Automatic Sampling for Discontinuities in Differentiable Shaders, https://yashbelhe.github.io/asd/index.html 。M2: ICML 2025 Identifying Biological Perturbation Targets through Causal Differential Networks, https://proceedings.mlr.press/v267/wu25v.html 。M3: IEEE ISIT 2025 Multi-Stage Active Sequential Hypothesis Testing with Clustered Hypotheses, https://arxiv.org/html/2501.11459v2 。实际原生模拟器教师与冻结 House 泛化实验状态见 IMPLEMENTATION_AUDIT.md。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M1 的高维原生 GADEN 教师接口不应与受控后端验证混淆。M2 诊断输出只用于机制提议与计算调度，不可作为独立观测再次相乘。M3 的风险保证依赖预测分布、机制支持与扰动集合有效；蒙特卡洛概率需要置信修正。固定整个测试动作块后执行，避免中途重规划破坏条件风险预算。M1 未来联合分布直接服务 M3，历史似然直接服务 M2；本页横向底部连线以接口标签说明。三个模块均可独立替换为标准基线进行消融。文献链接见第 1 页备注与 THEORY_AND_PROOFS.md。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a6f327e0649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5929c7626e492d" /><Relationship Type="http://schemas.openxmlformats.org/officeDocument/2006/relationships/slideLayout" Target="/ppt/slideLayouts/slideLayout1.xml" Id="Rcf0ede0548d242e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0ede0548d242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1fb2bc4aa49fc" /><Relationship Type="http://schemas.openxmlformats.org/officeDocument/2006/relationships/notesSlide" Target="/ppt/notesSlides/notesSlide1.xml" Id="Recb3dd7e100248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010601679429c" /><Relationship Type="http://schemas.openxmlformats.org/officeDocument/2006/relationships/notesSlide" Target="/ppt/notesSlides/notesSlide2.xml" Id="Rc66612c61735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1" name="00_TITLE__title">
            <a:extLst xmlns:a="http://schemas.openxmlformats.org/drawingml/2006/main">
              <a:ext uri="{FF2B5EF4-FFF2-40B4-BE49-F238E27FC236}">
                <a16:creationId xmlns:a16="http://schemas.microsoft.com/office/drawing/2014/main" id="{AE534952-4087-42E9-84FB-BEF428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源证据恢复：竞争源判别与主动纠错闭环</a:t>
            </a:r>
            <a:endParaRPr sz="300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4" name="08_ROUTES__predictions_to_comparison_port1">
            <a:extLst xmlns:a="http://schemas.openxmlformats.org/drawingml/2006/main">
              <a:ext uri="{FF2B5EF4-FFF2-40B4-BE49-F238E27FC236}">
                <a16:creationId xmlns:a16="http://schemas.microsoft.com/office/drawing/2014/main" id="{0FBBB7B7-6678-4981-B9C0-F28919BD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098" y="5618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5" name="08_ROUTES__predictions_to_comparison_port2">
            <a:extLst xmlns:a="http://schemas.openxmlformats.org/drawingml/2006/main">
              <a:ext uri="{FF2B5EF4-FFF2-40B4-BE49-F238E27FC236}">
                <a16:creationId xmlns:a16="http://schemas.microsoft.com/office/drawing/2014/main" id="{9D1BBC6E-A222-4920-B3E8-BA4E6037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823" y="5618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7" name="01_REGIONS__prediction_panel">
            <a:extLst xmlns:a="http://schemas.openxmlformats.org/drawingml/2006/main">
              <a:ext uri="{FF2B5EF4-FFF2-40B4-BE49-F238E27FC236}">
                <a16:creationId xmlns:a16="http://schemas.microsoft.com/office/drawing/2014/main" id="{13FB023D-4DE8-4CA0-98AB-E8A37F6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38875" y="1057275"/>
            <a:ext cx="8620125" cy="43719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</a:ln>
        </p:spPr>
      </p:sp>
      <p:sp>
        <p:nvSpPr>
          <p:cNvPr id="118" name="03_PREDICTIONS__prediction_letter">
            <a:extLst xmlns:a="http://schemas.openxmlformats.org/drawingml/2006/main">
              <a:ext uri="{FF2B5EF4-FFF2-40B4-BE49-F238E27FC236}">
                <a16:creationId xmlns:a16="http://schemas.microsoft.com/office/drawing/2014/main" id="{1C047D16-FFD0-41A0-851D-D751B60F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48425" y="1238250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M1</a:t>
            </a:r>
            <a:endParaRPr sz="2175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03_PREDICTIONS__prediction_heading">
            <a:extLst xmlns:a="http://schemas.openxmlformats.org/drawingml/2006/main">
              <a:ext uri="{FF2B5EF4-FFF2-40B4-BE49-F238E27FC236}">
                <a16:creationId xmlns:a16="http://schemas.microsoft.com/office/drawing/2014/main" id="{B64564A5-E92E-4684-87BE-C424E8C8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0" y="1238250"/>
            <a:ext cx="7600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源证据微分监督的联合观测生成器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03_PREDICTIONS__wind_inputs">
            <a:extLst xmlns:a="http://schemas.openxmlformats.org/drawingml/2006/main">
              <a:ext uri="{FF2B5EF4-FFF2-40B4-BE49-F238E27FC236}">
                <a16:creationId xmlns:a16="http://schemas.microsoft.com/office/drawing/2014/main" id="{507292D3-0D81-4861-B778-4048B2D6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17526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局地风 / 几何条件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03_PREDICTIONS__wind_r0c0">
            <a:extLst xmlns:a="http://schemas.openxmlformats.org/drawingml/2006/main">
              <a:ext uri="{FF2B5EF4-FFF2-40B4-BE49-F238E27FC236}">
                <a16:creationId xmlns:a16="http://schemas.microsoft.com/office/drawing/2014/main" id="{E73B30D0-BF7A-4A14-80D1-354C1672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2" name="03_PREDICTIONS__wind_r0c1">
            <a:extLst xmlns:a="http://schemas.openxmlformats.org/drawingml/2006/main">
              <a:ext uri="{FF2B5EF4-FFF2-40B4-BE49-F238E27FC236}">
                <a16:creationId xmlns:a16="http://schemas.microsoft.com/office/drawing/2014/main" id="{F1378C0B-6EFA-4027-A7F8-102E6097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3" name="03_PREDICTIONS__wind_r0c2">
            <a:extLst xmlns:a="http://schemas.openxmlformats.org/drawingml/2006/main">
              <a:ext uri="{FF2B5EF4-FFF2-40B4-BE49-F238E27FC236}">
                <a16:creationId xmlns:a16="http://schemas.microsoft.com/office/drawing/2014/main" id="{FD2F7021-1263-47F5-97D8-E7ADF2C0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4" name="03_PREDICTIONS__wind_r0c3">
            <a:extLst xmlns:a="http://schemas.openxmlformats.org/drawingml/2006/main">
              <a:ext uri="{FF2B5EF4-FFF2-40B4-BE49-F238E27FC236}">
                <a16:creationId xmlns:a16="http://schemas.microsoft.com/office/drawing/2014/main" id="{20F2DC5F-79B8-48BD-860C-003672A4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5" name="03_PREDICTIONS__wind_r0c4">
            <a:extLst xmlns:a="http://schemas.openxmlformats.org/drawingml/2006/main">
              <a:ext uri="{FF2B5EF4-FFF2-40B4-BE49-F238E27FC236}">
                <a16:creationId xmlns:a16="http://schemas.microsoft.com/office/drawing/2014/main" id="{8A9E485D-46E7-459B-921E-5422B779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6" name="03_PREDICTIONS__wind_r0c5">
            <a:extLst xmlns:a="http://schemas.openxmlformats.org/drawingml/2006/main">
              <a:ext uri="{FF2B5EF4-FFF2-40B4-BE49-F238E27FC236}">
                <a16:creationId xmlns:a16="http://schemas.microsoft.com/office/drawing/2014/main" id="{92FB0586-8E86-4A75-A2A5-1BDDCE37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7" name="03_PREDICTIONS__wind_r0c6">
            <a:extLst xmlns:a="http://schemas.openxmlformats.org/drawingml/2006/main">
              <a:ext uri="{FF2B5EF4-FFF2-40B4-BE49-F238E27FC236}">
                <a16:creationId xmlns:a16="http://schemas.microsoft.com/office/drawing/2014/main" id="{BA31549D-95E2-4673-9EB6-E3615E22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8" name="03_PREDICTIONS__wind_r0c7">
            <a:extLst xmlns:a="http://schemas.openxmlformats.org/drawingml/2006/main">
              <a:ext uri="{FF2B5EF4-FFF2-40B4-BE49-F238E27FC236}">
                <a16:creationId xmlns:a16="http://schemas.microsoft.com/office/drawing/2014/main" id="{4310B18E-A2BA-4D98-9B8A-8C72F0BF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9" name="03_PREDICTIONS__wind_r0c8">
            <a:extLst xmlns:a="http://schemas.openxmlformats.org/drawingml/2006/main">
              <a:ext uri="{FF2B5EF4-FFF2-40B4-BE49-F238E27FC236}">
                <a16:creationId xmlns:a16="http://schemas.microsoft.com/office/drawing/2014/main" id="{E84BEA71-6C5A-4BA8-863C-1B4F088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0" name="03_PREDICTIONS__wind_r0c9">
            <a:extLst xmlns:a="http://schemas.openxmlformats.org/drawingml/2006/main">
              <a:ext uri="{FF2B5EF4-FFF2-40B4-BE49-F238E27FC236}">
                <a16:creationId xmlns:a16="http://schemas.microsoft.com/office/drawing/2014/main" id="{5CAACDC7-ADE2-4341-8E8D-5CA7D807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1" name="03_PREDICTIONS__wind_r1c0">
            <a:extLst xmlns:a="http://schemas.openxmlformats.org/drawingml/2006/main">
              <a:ext uri="{FF2B5EF4-FFF2-40B4-BE49-F238E27FC236}">
                <a16:creationId xmlns:a16="http://schemas.microsoft.com/office/drawing/2014/main" id="{CCAFCA80-63C1-4E94-A56A-83BE76B3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2" name="03_PREDICTIONS__wind_r1c1">
            <a:extLst xmlns:a="http://schemas.openxmlformats.org/drawingml/2006/main">
              <a:ext uri="{FF2B5EF4-FFF2-40B4-BE49-F238E27FC236}">
                <a16:creationId xmlns:a16="http://schemas.microsoft.com/office/drawing/2014/main" id="{642CE899-03E4-47DA-9659-FBA3AB68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3" name="03_PREDICTIONS__wind_r1c2">
            <a:extLst xmlns:a="http://schemas.openxmlformats.org/drawingml/2006/main">
              <a:ext uri="{FF2B5EF4-FFF2-40B4-BE49-F238E27FC236}">
                <a16:creationId xmlns:a16="http://schemas.microsoft.com/office/drawing/2014/main" id="{CC6115B4-4EDF-4AD4-BC3D-0FCEBA1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4" name="03_PREDICTIONS__wind_r1c3">
            <a:extLst xmlns:a="http://schemas.openxmlformats.org/drawingml/2006/main">
              <a:ext uri="{FF2B5EF4-FFF2-40B4-BE49-F238E27FC236}">
                <a16:creationId xmlns:a16="http://schemas.microsoft.com/office/drawing/2014/main" id="{FCAA0C58-DEDC-4E19-9176-0296E5A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5" name="03_PREDICTIONS__wind_r1c4">
            <a:extLst xmlns:a="http://schemas.openxmlformats.org/drawingml/2006/main">
              <a:ext uri="{FF2B5EF4-FFF2-40B4-BE49-F238E27FC236}">
                <a16:creationId xmlns:a16="http://schemas.microsoft.com/office/drawing/2014/main" id="{F810ED2E-3280-413D-B12F-7BA589F8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6" name="03_PREDICTIONS__wind_r1c5">
            <a:extLst xmlns:a="http://schemas.openxmlformats.org/drawingml/2006/main">
              <a:ext uri="{FF2B5EF4-FFF2-40B4-BE49-F238E27FC236}">
                <a16:creationId xmlns:a16="http://schemas.microsoft.com/office/drawing/2014/main" id="{22861847-1A2D-44F6-8858-3DE42A5A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7" name="03_PREDICTIONS__wind_r1c6">
            <a:extLst xmlns:a="http://schemas.openxmlformats.org/drawingml/2006/main">
              <a:ext uri="{FF2B5EF4-FFF2-40B4-BE49-F238E27FC236}">
                <a16:creationId xmlns:a16="http://schemas.microsoft.com/office/drawing/2014/main" id="{5CD9DFC2-C3B9-417C-90C0-9C34FD80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8" name="03_PREDICTIONS__wind_r1c7">
            <a:extLst xmlns:a="http://schemas.openxmlformats.org/drawingml/2006/main">
              <a:ext uri="{FF2B5EF4-FFF2-40B4-BE49-F238E27FC236}">
                <a16:creationId xmlns:a16="http://schemas.microsoft.com/office/drawing/2014/main" id="{70689E0A-599C-4C4C-92C7-48FE644A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9" name="03_PREDICTIONS__wind_r1c8">
            <a:extLst xmlns:a="http://schemas.openxmlformats.org/drawingml/2006/main">
              <a:ext uri="{FF2B5EF4-FFF2-40B4-BE49-F238E27FC236}">
                <a16:creationId xmlns:a16="http://schemas.microsoft.com/office/drawing/2014/main" id="{1A44DCE2-FEC4-4902-9318-6A02EC60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0" name="03_PREDICTIONS__wind_r1c9">
            <a:extLst xmlns:a="http://schemas.openxmlformats.org/drawingml/2006/main">
              <a:ext uri="{FF2B5EF4-FFF2-40B4-BE49-F238E27FC236}">
                <a16:creationId xmlns:a16="http://schemas.microsoft.com/office/drawing/2014/main" id="{6F5321F0-A079-4DB2-BE3B-748BE5EF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1" name="03_PREDICTIONS__wind_r2c0">
            <a:extLst xmlns:a="http://schemas.openxmlformats.org/drawingml/2006/main">
              <a:ext uri="{FF2B5EF4-FFF2-40B4-BE49-F238E27FC236}">
                <a16:creationId xmlns:a16="http://schemas.microsoft.com/office/drawing/2014/main" id="{CB14F5C4-1569-44EA-B438-ABF490DC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2" name="03_PREDICTIONS__wind_r2c1">
            <a:extLst xmlns:a="http://schemas.openxmlformats.org/drawingml/2006/main">
              <a:ext uri="{FF2B5EF4-FFF2-40B4-BE49-F238E27FC236}">
                <a16:creationId xmlns:a16="http://schemas.microsoft.com/office/drawing/2014/main" id="{68A6F98A-05A9-49AF-AC93-0A6AE73E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3" name="03_PREDICTIONS__wind_r2c2">
            <a:extLst xmlns:a="http://schemas.openxmlformats.org/drawingml/2006/main">
              <a:ext uri="{FF2B5EF4-FFF2-40B4-BE49-F238E27FC236}">
                <a16:creationId xmlns:a16="http://schemas.microsoft.com/office/drawing/2014/main" id="{FB1981E4-4F6C-4AF7-8F93-7871C156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4" name="03_PREDICTIONS__wind_r2c3">
            <a:extLst xmlns:a="http://schemas.openxmlformats.org/drawingml/2006/main">
              <a:ext uri="{FF2B5EF4-FFF2-40B4-BE49-F238E27FC236}">
                <a16:creationId xmlns:a16="http://schemas.microsoft.com/office/drawing/2014/main" id="{E27751BE-2C06-4C5C-BEB0-D8C9059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5" name="03_PREDICTIONS__wind_r2c4">
            <a:extLst xmlns:a="http://schemas.openxmlformats.org/drawingml/2006/main">
              <a:ext uri="{FF2B5EF4-FFF2-40B4-BE49-F238E27FC236}">
                <a16:creationId xmlns:a16="http://schemas.microsoft.com/office/drawing/2014/main" id="{714AF4B6-090D-40B3-95F6-175B25AA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6" name="03_PREDICTIONS__wind_r2c5">
            <a:extLst xmlns:a="http://schemas.openxmlformats.org/drawingml/2006/main">
              <a:ext uri="{FF2B5EF4-FFF2-40B4-BE49-F238E27FC236}">
                <a16:creationId xmlns:a16="http://schemas.microsoft.com/office/drawing/2014/main" id="{F0B4184A-CB9C-4F31-987B-8C897A6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7" name="03_PREDICTIONS__wind_r2c6">
            <a:extLst xmlns:a="http://schemas.openxmlformats.org/drawingml/2006/main">
              <a:ext uri="{FF2B5EF4-FFF2-40B4-BE49-F238E27FC236}">
                <a16:creationId xmlns:a16="http://schemas.microsoft.com/office/drawing/2014/main" id="{A76F3586-64BB-449A-861C-F1B21CBC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8" name="03_PREDICTIONS__wind_r2c7">
            <a:extLst xmlns:a="http://schemas.openxmlformats.org/drawingml/2006/main">
              <a:ext uri="{FF2B5EF4-FFF2-40B4-BE49-F238E27FC236}">
                <a16:creationId xmlns:a16="http://schemas.microsoft.com/office/drawing/2014/main" id="{01CB7A52-A094-43CA-8D4A-5435CAF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9" name="03_PREDICTIONS__wind_r2c8">
            <a:extLst xmlns:a="http://schemas.openxmlformats.org/drawingml/2006/main">
              <a:ext uri="{FF2B5EF4-FFF2-40B4-BE49-F238E27FC236}">
                <a16:creationId xmlns:a16="http://schemas.microsoft.com/office/drawing/2014/main" id="{7BC51409-017A-4EF6-9B50-311FF5C8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0" name="03_PREDICTIONS__wind_r2c9">
            <a:extLst xmlns:a="http://schemas.openxmlformats.org/drawingml/2006/main">
              <a:ext uri="{FF2B5EF4-FFF2-40B4-BE49-F238E27FC236}">
                <a16:creationId xmlns:a16="http://schemas.microsoft.com/office/drawing/2014/main" id="{95D5F886-19E7-417D-A813-F1BE7A0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1" name="03_PREDICTIONS__wind_r3c0">
            <a:extLst xmlns:a="http://schemas.openxmlformats.org/drawingml/2006/main">
              <a:ext uri="{FF2B5EF4-FFF2-40B4-BE49-F238E27FC236}">
                <a16:creationId xmlns:a16="http://schemas.microsoft.com/office/drawing/2014/main" id="{56D7ED16-F5B8-4EC4-91BC-E45C182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2" name="03_PREDICTIONS__wind_r3c1">
            <a:extLst xmlns:a="http://schemas.openxmlformats.org/drawingml/2006/main">
              <a:ext uri="{FF2B5EF4-FFF2-40B4-BE49-F238E27FC236}">
                <a16:creationId xmlns:a16="http://schemas.microsoft.com/office/drawing/2014/main" id="{AA5C3CA4-E399-4947-87B3-FB43B3DA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3" name="03_PREDICTIONS__wind_r3c2">
            <a:extLst xmlns:a="http://schemas.openxmlformats.org/drawingml/2006/main">
              <a:ext uri="{FF2B5EF4-FFF2-40B4-BE49-F238E27FC236}">
                <a16:creationId xmlns:a16="http://schemas.microsoft.com/office/drawing/2014/main" id="{5ED9C3AD-5A32-4109-897A-C64831D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4" name="03_PREDICTIONS__wind_r3c3">
            <a:extLst xmlns:a="http://schemas.openxmlformats.org/drawingml/2006/main">
              <a:ext uri="{FF2B5EF4-FFF2-40B4-BE49-F238E27FC236}">
                <a16:creationId xmlns:a16="http://schemas.microsoft.com/office/drawing/2014/main" id="{4F0B9798-8339-4A5F-BD12-EFA9F1B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5" name="03_PREDICTIONS__wind_r3c4">
            <a:extLst xmlns:a="http://schemas.openxmlformats.org/drawingml/2006/main">
              <a:ext uri="{FF2B5EF4-FFF2-40B4-BE49-F238E27FC236}">
                <a16:creationId xmlns:a16="http://schemas.microsoft.com/office/drawing/2014/main" id="{90DDDCBF-57C5-4792-ADBB-4C6BAC3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6" name="03_PREDICTIONS__wind_r3c5">
            <a:extLst xmlns:a="http://schemas.openxmlformats.org/drawingml/2006/main">
              <a:ext uri="{FF2B5EF4-FFF2-40B4-BE49-F238E27FC236}">
                <a16:creationId xmlns:a16="http://schemas.microsoft.com/office/drawing/2014/main" id="{A9394E50-1730-4FBF-98E3-9FF8214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7" name="03_PREDICTIONS__wind_r3c6">
            <a:extLst xmlns:a="http://schemas.openxmlformats.org/drawingml/2006/main">
              <a:ext uri="{FF2B5EF4-FFF2-40B4-BE49-F238E27FC236}">
                <a16:creationId xmlns:a16="http://schemas.microsoft.com/office/drawing/2014/main" id="{8C3A4A78-3290-4814-AEF3-7C5645C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8" name="03_PREDICTIONS__wind_r3c7">
            <a:extLst xmlns:a="http://schemas.openxmlformats.org/drawingml/2006/main">
              <a:ext uri="{FF2B5EF4-FFF2-40B4-BE49-F238E27FC236}">
                <a16:creationId xmlns:a16="http://schemas.microsoft.com/office/drawing/2014/main" id="{5A312B8D-3D3E-4E84-B883-918CF7AE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9" name="03_PREDICTIONS__wind_r3c8">
            <a:extLst xmlns:a="http://schemas.openxmlformats.org/drawingml/2006/main">
              <a:ext uri="{FF2B5EF4-FFF2-40B4-BE49-F238E27FC236}">
                <a16:creationId xmlns:a16="http://schemas.microsoft.com/office/drawing/2014/main" id="{FEA97985-BFCB-41AB-B7D7-A8C9D42C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0" name="03_PREDICTIONS__wind_r3c9">
            <a:extLst xmlns:a="http://schemas.openxmlformats.org/drawingml/2006/main">
              <a:ext uri="{FF2B5EF4-FFF2-40B4-BE49-F238E27FC236}">
                <a16:creationId xmlns:a16="http://schemas.microsoft.com/office/drawing/2014/main" id="{1D32355F-2016-4166-B428-11088494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1" name="03_PREDICTIONS__wind_r4c0">
            <a:extLst xmlns:a="http://schemas.openxmlformats.org/drawingml/2006/main">
              <a:ext uri="{FF2B5EF4-FFF2-40B4-BE49-F238E27FC236}">
                <a16:creationId xmlns:a16="http://schemas.microsoft.com/office/drawing/2014/main" id="{38B670C5-4AD8-4FA8-BE6C-D75822D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2" name="03_PREDICTIONS__wind_r4c1">
            <a:extLst xmlns:a="http://schemas.openxmlformats.org/drawingml/2006/main">
              <a:ext uri="{FF2B5EF4-FFF2-40B4-BE49-F238E27FC236}">
                <a16:creationId xmlns:a16="http://schemas.microsoft.com/office/drawing/2014/main" id="{8EC0CE58-A153-4F93-B502-78BC8F1A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3" name="03_PREDICTIONS__wind_r4c2">
            <a:extLst xmlns:a="http://schemas.openxmlformats.org/drawingml/2006/main">
              <a:ext uri="{FF2B5EF4-FFF2-40B4-BE49-F238E27FC236}">
                <a16:creationId xmlns:a16="http://schemas.microsoft.com/office/drawing/2014/main" id="{5961B0DD-7DA4-4318-8009-F44FF121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4" name="03_PREDICTIONS__wind_r4c3">
            <a:extLst xmlns:a="http://schemas.openxmlformats.org/drawingml/2006/main">
              <a:ext uri="{FF2B5EF4-FFF2-40B4-BE49-F238E27FC236}">
                <a16:creationId xmlns:a16="http://schemas.microsoft.com/office/drawing/2014/main" id="{A890C3F8-D3AD-42ED-B606-EF9A87A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5" name="03_PREDICTIONS__wind_r4c4">
            <a:extLst xmlns:a="http://schemas.openxmlformats.org/drawingml/2006/main">
              <a:ext uri="{FF2B5EF4-FFF2-40B4-BE49-F238E27FC236}">
                <a16:creationId xmlns:a16="http://schemas.microsoft.com/office/drawing/2014/main" id="{D8FF1D40-03E3-4933-AA13-BF3739E1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6" name="03_PREDICTIONS__wind_r4c5">
            <a:extLst xmlns:a="http://schemas.openxmlformats.org/drawingml/2006/main">
              <a:ext uri="{FF2B5EF4-FFF2-40B4-BE49-F238E27FC236}">
                <a16:creationId xmlns:a16="http://schemas.microsoft.com/office/drawing/2014/main" id="{6A950227-04CE-4FD2-B8DA-326FEE0A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7" name="03_PREDICTIONS__wind_r4c6">
            <a:extLst xmlns:a="http://schemas.openxmlformats.org/drawingml/2006/main">
              <a:ext uri="{FF2B5EF4-FFF2-40B4-BE49-F238E27FC236}">
                <a16:creationId xmlns:a16="http://schemas.microsoft.com/office/drawing/2014/main" id="{0DF9E24B-7CD9-46A6-8393-6B78AEB8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8" name="03_PREDICTIONS__wind_r4c7">
            <a:extLst xmlns:a="http://schemas.openxmlformats.org/drawingml/2006/main">
              <a:ext uri="{FF2B5EF4-FFF2-40B4-BE49-F238E27FC236}">
                <a16:creationId xmlns:a16="http://schemas.microsoft.com/office/drawing/2014/main" id="{43F5E46E-C0E0-4716-B1EA-891D97B3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9" name="03_PREDICTIONS__wind_r4c8">
            <a:extLst xmlns:a="http://schemas.openxmlformats.org/drawingml/2006/main">
              <a:ext uri="{FF2B5EF4-FFF2-40B4-BE49-F238E27FC236}">
                <a16:creationId xmlns:a16="http://schemas.microsoft.com/office/drawing/2014/main" id="{274C7A3E-5CA4-4C8E-9951-6EF932FD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0" name="03_PREDICTIONS__wind_r4c9">
            <a:extLst xmlns:a="http://schemas.openxmlformats.org/drawingml/2006/main">
              <a:ext uri="{FF2B5EF4-FFF2-40B4-BE49-F238E27FC236}">
                <a16:creationId xmlns:a16="http://schemas.microsoft.com/office/drawing/2014/main" id="{05198424-6A57-42C2-9613-3CA2BF1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1" name="03_PREDICTIONS__wind_r5c0">
            <a:extLst xmlns:a="http://schemas.openxmlformats.org/drawingml/2006/main">
              <a:ext uri="{FF2B5EF4-FFF2-40B4-BE49-F238E27FC236}">
                <a16:creationId xmlns:a16="http://schemas.microsoft.com/office/drawing/2014/main" id="{48BC46AB-BE62-4F51-AD59-C164391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2" name="03_PREDICTIONS__wind_r5c1">
            <a:extLst xmlns:a="http://schemas.openxmlformats.org/drawingml/2006/main">
              <a:ext uri="{FF2B5EF4-FFF2-40B4-BE49-F238E27FC236}">
                <a16:creationId xmlns:a16="http://schemas.microsoft.com/office/drawing/2014/main" id="{3888B02F-BB6D-482D-B94D-C9C4D07E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3" name="03_PREDICTIONS__wind_r5c2">
            <a:extLst xmlns:a="http://schemas.openxmlformats.org/drawingml/2006/main">
              <a:ext uri="{FF2B5EF4-FFF2-40B4-BE49-F238E27FC236}">
                <a16:creationId xmlns:a16="http://schemas.microsoft.com/office/drawing/2014/main" id="{AE138996-6B90-408B-8696-D334EFAE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4" name="03_PREDICTIONS__wind_r5c3">
            <a:extLst xmlns:a="http://schemas.openxmlformats.org/drawingml/2006/main">
              <a:ext uri="{FF2B5EF4-FFF2-40B4-BE49-F238E27FC236}">
                <a16:creationId xmlns:a16="http://schemas.microsoft.com/office/drawing/2014/main" id="{D3C0F925-F4C9-40EE-8C09-C38C0CE9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5" name="03_PREDICTIONS__wind_r5c4">
            <a:extLst xmlns:a="http://schemas.openxmlformats.org/drawingml/2006/main">
              <a:ext uri="{FF2B5EF4-FFF2-40B4-BE49-F238E27FC236}">
                <a16:creationId xmlns:a16="http://schemas.microsoft.com/office/drawing/2014/main" id="{8372B2A0-4916-42E2-881D-4B31E327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6" name="03_PREDICTIONS__wind_r5c5">
            <a:extLst xmlns:a="http://schemas.openxmlformats.org/drawingml/2006/main">
              <a:ext uri="{FF2B5EF4-FFF2-40B4-BE49-F238E27FC236}">
                <a16:creationId xmlns:a16="http://schemas.microsoft.com/office/drawing/2014/main" id="{12CC934A-B72A-4DA4-BCA5-E54B226D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7" name="03_PREDICTIONS__wind_r5c6">
            <a:extLst xmlns:a="http://schemas.openxmlformats.org/drawingml/2006/main">
              <a:ext uri="{FF2B5EF4-FFF2-40B4-BE49-F238E27FC236}">
                <a16:creationId xmlns:a16="http://schemas.microsoft.com/office/drawing/2014/main" id="{5FB8FB6C-9570-4477-BA09-DD73575E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8" name="03_PREDICTIONS__wind_r5c7">
            <a:extLst xmlns:a="http://schemas.openxmlformats.org/drawingml/2006/main">
              <a:ext uri="{FF2B5EF4-FFF2-40B4-BE49-F238E27FC236}">
                <a16:creationId xmlns:a16="http://schemas.microsoft.com/office/drawing/2014/main" id="{40ABA7D9-1A01-4061-B35C-3DB74DEC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79" name="03_PREDICTIONS__wind_r5c8">
            <a:extLst xmlns:a="http://schemas.openxmlformats.org/drawingml/2006/main">
              <a:ext uri="{FF2B5EF4-FFF2-40B4-BE49-F238E27FC236}">
                <a16:creationId xmlns:a16="http://schemas.microsoft.com/office/drawing/2014/main" id="{80115A1E-9E37-498A-92AB-A49675C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0" name="03_PREDICTIONS__wind_r5c9">
            <a:extLst xmlns:a="http://schemas.openxmlformats.org/drawingml/2006/main">
              <a:ext uri="{FF2B5EF4-FFF2-40B4-BE49-F238E27FC236}">
                <a16:creationId xmlns:a16="http://schemas.microsoft.com/office/drawing/2014/main" id="{D2044EA8-B0A5-432F-B9CE-73D56FEA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1" name="03_PREDICTIONS__wind_r6c0">
            <a:extLst xmlns:a="http://schemas.openxmlformats.org/drawingml/2006/main">
              <a:ext uri="{FF2B5EF4-FFF2-40B4-BE49-F238E27FC236}">
                <a16:creationId xmlns:a16="http://schemas.microsoft.com/office/drawing/2014/main" id="{4A03787A-20A3-4B00-880D-10847B0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2" name="03_PREDICTIONS__wind_r6c1">
            <a:extLst xmlns:a="http://schemas.openxmlformats.org/drawingml/2006/main">
              <a:ext uri="{FF2B5EF4-FFF2-40B4-BE49-F238E27FC236}">
                <a16:creationId xmlns:a16="http://schemas.microsoft.com/office/drawing/2014/main" id="{9B653A64-CD7E-4C5F-B248-9E879DD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51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3" name="03_PREDICTIONS__wind_r6c2">
            <a:extLst xmlns:a="http://schemas.openxmlformats.org/drawingml/2006/main">
              <a:ext uri="{FF2B5EF4-FFF2-40B4-BE49-F238E27FC236}">
                <a16:creationId xmlns:a16="http://schemas.microsoft.com/office/drawing/2014/main" id="{B0188E4B-6B63-4D64-B5D3-387AF98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342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4" name="03_PREDICTIONS__wind_r6c3">
            <a:extLst xmlns:a="http://schemas.openxmlformats.org/drawingml/2006/main">
              <a:ext uri="{FF2B5EF4-FFF2-40B4-BE49-F238E27FC236}">
                <a16:creationId xmlns:a16="http://schemas.microsoft.com/office/drawing/2014/main" id="{5BCC820A-3F05-4871-ADE0-55EC18EE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532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5" name="03_PREDICTIONS__wind_r6c4">
            <a:extLst xmlns:a="http://schemas.openxmlformats.org/drawingml/2006/main">
              <a:ext uri="{FF2B5EF4-FFF2-40B4-BE49-F238E27FC236}">
                <a16:creationId xmlns:a16="http://schemas.microsoft.com/office/drawing/2014/main" id="{D2F3EBC0-3066-4DBC-9A82-A6AE631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23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6" name="03_PREDICTIONS__wind_r6c5">
            <a:extLst xmlns:a="http://schemas.openxmlformats.org/drawingml/2006/main">
              <a:ext uri="{FF2B5EF4-FFF2-40B4-BE49-F238E27FC236}">
                <a16:creationId xmlns:a16="http://schemas.microsoft.com/office/drawing/2014/main" id="{CC717CD5-0ADA-4C53-8A12-7A8172B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7" name="03_PREDICTIONS__wind_r6c6">
            <a:extLst xmlns:a="http://schemas.openxmlformats.org/drawingml/2006/main">
              <a:ext uri="{FF2B5EF4-FFF2-40B4-BE49-F238E27FC236}">
                <a16:creationId xmlns:a16="http://schemas.microsoft.com/office/drawing/2014/main" id="{B2FB53F6-BB49-445F-A1A1-DF6F488C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105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8" name="03_PREDICTIONS__wind_r6c7">
            <a:extLst xmlns:a="http://schemas.openxmlformats.org/drawingml/2006/main">
              <a:ext uri="{FF2B5EF4-FFF2-40B4-BE49-F238E27FC236}">
                <a16:creationId xmlns:a16="http://schemas.microsoft.com/office/drawing/2014/main" id="{A4F43545-DF0C-4C2E-B7A1-60C777E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295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89" name="03_PREDICTIONS__wind_r6c8">
            <a:extLst xmlns:a="http://schemas.openxmlformats.org/drawingml/2006/main">
              <a:ext uri="{FF2B5EF4-FFF2-40B4-BE49-F238E27FC236}">
                <a16:creationId xmlns:a16="http://schemas.microsoft.com/office/drawing/2014/main" id="{586B310A-553E-437C-951B-BAD9B83C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486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90" name="03_PREDICTIONS__wind_r6c9">
            <a:extLst xmlns:a="http://schemas.openxmlformats.org/drawingml/2006/main">
              <a:ext uri="{FF2B5EF4-FFF2-40B4-BE49-F238E27FC236}">
                <a16:creationId xmlns:a16="http://schemas.microsoft.com/office/drawing/2014/main" id="{789802D6-71B4-4212-A938-A70308A6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677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91" name="03_PREDICTIONS__wind_frame">
            <a:extLst xmlns:a="http://schemas.openxmlformats.org/drawingml/2006/main">
              <a:ext uri="{FF2B5EF4-FFF2-40B4-BE49-F238E27FC236}">
                <a16:creationId xmlns:a16="http://schemas.microsoft.com/office/drawing/2014/main" id="{B46D5C36-A972-42EE-AD3C-E2A3845B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96050" y="2219325"/>
            <a:ext cx="2190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192" name="03_PREDICTIONS__wind_0_0">
            <a:extLst xmlns:a="http://schemas.openxmlformats.org/drawingml/2006/main">
              <a:ext uri="{FF2B5EF4-FFF2-40B4-BE49-F238E27FC236}">
                <a16:creationId xmlns:a16="http://schemas.microsoft.com/office/drawing/2014/main" id="{0D7E8DB1-AC9B-4F5A-9904-E26EBD8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3" name="03_PREDICTIONS__wind_0_0_head">
            <a:extLst xmlns:a="http://schemas.openxmlformats.org/drawingml/2006/main">
              <a:ext uri="{FF2B5EF4-FFF2-40B4-BE49-F238E27FC236}">
                <a16:creationId xmlns:a16="http://schemas.microsoft.com/office/drawing/2014/main" id="{EBC0273F-C1E7-4692-8812-3327962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117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4" name="03_PREDICTIONS__wind_0_2">
            <a:extLst xmlns:a="http://schemas.openxmlformats.org/drawingml/2006/main">
              <a:ext uri="{FF2B5EF4-FFF2-40B4-BE49-F238E27FC236}">
                <a16:creationId xmlns:a16="http://schemas.microsoft.com/office/drawing/2014/main" id="{4B4C9CDA-9C9A-43DE-86AB-E7E5F3E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5" name="03_PREDICTIONS__wind_0_2_head">
            <a:extLst xmlns:a="http://schemas.openxmlformats.org/drawingml/2006/main">
              <a:ext uri="{FF2B5EF4-FFF2-40B4-BE49-F238E27FC236}">
                <a16:creationId xmlns:a16="http://schemas.microsoft.com/office/drawing/2014/main" id="{2B43F86C-2296-4125-8B5F-37ED9D4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32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6" name="03_PREDICTIONS__wind_0_6">
            <a:extLst xmlns:a="http://schemas.openxmlformats.org/drawingml/2006/main">
              <a:ext uri="{FF2B5EF4-FFF2-40B4-BE49-F238E27FC236}">
                <a16:creationId xmlns:a16="http://schemas.microsoft.com/office/drawing/2014/main" id="{8B4949D6-99CA-4023-97CE-3AE73072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7" name="03_PREDICTIONS__wind_0_6_head">
            <a:extLst xmlns:a="http://schemas.openxmlformats.org/drawingml/2006/main">
              <a:ext uri="{FF2B5EF4-FFF2-40B4-BE49-F238E27FC236}">
                <a16:creationId xmlns:a16="http://schemas.microsoft.com/office/drawing/2014/main" id="{84EEBB12-EA63-496A-BEDE-16BF42DC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2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8" name="03_PREDICTIONS__wind_0_8">
            <a:extLst xmlns:a="http://schemas.openxmlformats.org/drawingml/2006/main">
              <a:ext uri="{FF2B5EF4-FFF2-40B4-BE49-F238E27FC236}">
                <a16:creationId xmlns:a16="http://schemas.microsoft.com/office/drawing/2014/main" id="{AE3002EE-3184-427B-96FE-12EB7FC2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231076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2286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199" name="03_PREDICTIONS__wind_0_8_head">
            <a:extLst xmlns:a="http://schemas.openxmlformats.org/drawingml/2006/main">
              <a:ext uri="{FF2B5EF4-FFF2-40B4-BE49-F238E27FC236}">
                <a16:creationId xmlns:a16="http://schemas.microsoft.com/office/drawing/2014/main" id="{901D1234-53AC-40B6-BDEA-93674E18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778" y="229331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8918" y="52022"/>
                </a:moveTo>
                <a:lnTo>
                  <a:pt x="54422" y="1744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0" name="03_PREDICTIONS__wind_2_0">
            <a:extLst xmlns:a="http://schemas.openxmlformats.org/drawingml/2006/main">
              <a:ext uri="{FF2B5EF4-FFF2-40B4-BE49-F238E27FC236}">
                <a16:creationId xmlns:a16="http://schemas.microsoft.com/office/drawing/2014/main" id="{382C5EE1-60A2-4B19-9383-9D93EB3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1" name="03_PREDICTIONS__wind_2_0_head">
            <a:extLst xmlns:a="http://schemas.openxmlformats.org/drawingml/2006/main">
              <a:ext uri="{FF2B5EF4-FFF2-40B4-BE49-F238E27FC236}">
                <a16:creationId xmlns:a16="http://schemas.microsoft.com/office/drawing/2014/main" id="{C45017BF-2770-4448-91E7-F6E2DCB3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348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2" name="03_PREDICTIONS__wind_2_2">
            <a:extLst xmlns:a="http://schemas.openxmlformats.org/drawingml/2006/main">
              <a:ext uri="{FF2B5EF4-FFF2-40B4-BE49-F238E27FC236}">
                <a16:creationId xmlns:a16="http://schemas.microsoft.com/office/drawing/2014/main" id="{FE50A3C6-92AF-418F-909F-14C326B7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3" name="03_PREDICTIONS__wind_2_2_head">
            <a:extLst xmlns:a="http://schemas.openxmlformats.org/drawingml/2006/main">
              <a:ext uri="{FF2B5EF4-FFF2-40B4-BE49-F238E27FC236}">
                <a16:creationId xmlns:a16="http://schemas.microsoft.com/office/drawing/2014/main" id="{4F55E4DF-4AF8-4A18-AE13-75079EB8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163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4" name="03_PREDICTIONS__wind_2_6">
            <a:extLst xmlns:a="http://schemas.openxmlformats.org/drawingml/2006/main">
              <a:ext uri="{FF2B5EF4-FFF2-40B4-BE49-F238E27FC236}">
                <a16:creationId xmlns:a16="http://schemas.microsoft.com/office/drawing/2014/main" id="{728F1618-20AD-4C4F-8B2F-094C85AA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5" name="03_PREDICTIONS__wind_2_6_head">
            <a:extLst xmlns:a="http://schemas.openxmlformats.org/drawingml/2006/main">
              <a:ext uri="{FF2B5EF4-FFF2-40B4-BE49-F238E27FC236}">
                <a16:creationId xmlns:a16="http://schemas.microsoft.com/office/drawing/2014/main" id="{E0700522-327B-41B2-9F6D-B31665F7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93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6" name="03_PREDICTIONS__wind_2_8">
            <a:extLst xmlns:a="http://schemas.openxmlformats.org/drawingml/2006/main">
              <a:ext uri="{FF2B5EF4-FFF2-40B4-BE49-F238E27FC236}">
                <a16:creationId xmlns:a16="http://schemas.microsoft.com/office/drawing/2014/main" id="{96C0F012-38E8-4B44-816F-9CA0781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276415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762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7" name="03_PREDICTIONS__wind_2_8_head">
            <a:extLst xmlns:a="http://schemas.openxmlformats.org/drawingml/2006/main">
              <a:ext uri="{FF2B5EF4-FFF2-40B4-BE49-F238E27FC236}">
                <a16:creationId xmlns:a16="http://schemas.microsoft.com/office/drawing/2014/main" id="{64B0DA62-5BD1-4DC6-A19C-6F4562D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085" y="2740699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3011" y="52695"/>
                </a:moveTo>
                <a:lnTo>
                  <a:pt x="52115" y="2345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8" name="03_PREDICTIONS__wind_4_0">
            <a:extLst xmlns:a="http://schemas.openxmlformats.org/drawingml/2006/main">
              <a:ext uri="{FF2B5EF4-FFF2-40B4-BE49-F238E27FC236}">
                <a16:creationId xmlns:a16="http://schemas.microsoft.com/office/drawing/2014/main" id="{D0B3F2E8-73B0-46B3-9790-7921DA4B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09" name="03_PREDICTIONS__wind_4_0_head">
            <a:extLst xmlns:a="http://schemas.openxmlformats.org/drawingml/2006/main">
              <a:ext uri="{FF2B5EF4-FFF2-40B4-BE49-F238E27FC236}">
                <a16:creationId xmlns:a16="http://schemas.microsoft.com/office/drawing/2014/main" id="{93E9EC0E-7E3B-4E0C-ACDB-6824DD47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34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0" name="03_PREDICTIONS__wind_4_2">
            <a:extLst xmlns:a="http://schemas.openxmlformats.org/drawingml/2006/main">
              <a:ext uri="{FF2B5EF4-FFF2-40B4-BE49-F238E27FC236}">
                <a16:creationId xmlns:a16="http://schemas.microsoft.com/office/drawing/2014/main" id="{9D2EEFB7-F0E6-4163-A59D-723B4CF9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1" name="03_PREDICTIONS__wind_4_2_head">
            <a:extLst xmlns:a="http://schemas.openxmlformats.org/drawingml/2006/main">
              <a:ext uri="{FF2B5EF4-FFF2-40B4-BE49-F238E27FC236}">
                <a16:creationId xmlns:a16="http://schemas.microsoft.com/office/drawing/2014/main" id="{31997AF9-404E-484E-9B0F-F32ACC4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163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2" name="03_PREDICTIONS__wind_4_4">
            <a:extLst xmlns:a="http://schemas.openxmlformats.org/drawingml/2006/main">
              <a:ext uri="{FF2B5EF4-FFF2-40B4-BE49-F238E27FC236}">
                <a16:creationId xmlns:a16="http://schemas.microsoft.com/office/drawing/2014/main" id="{584B6C76-D7B9-44BF-B42D-8932AB3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485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3" name="03_PREDICTIONS__wind_4_4_head">
            <a:extLst xmlns:a="http://schemas.openxmlformats.org/drawingml/2006/main">
              <a:ext uri="{FF2B5EF4-FFF2-40B4-BE49-F238E27FC236}">
                <a16:creationId xmlns:a16="http://schemas.microsoft.com/office/drawing/2014/main" id="{DC99D6DD-685E-4A03-827F-2E335A27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97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4" name="03_PREDICTIONS__wind_4_6">
            <a:extLst xmlns:a="http://schemas.openxmlformats.org/drawingml/2006/main">
              <a:ext uri="{FF2B5EF4-FFF2-40B4-BE49-F238E27FC236}">
                <a16:creationId xmlns:a16="http://schemas.microsoft.com/office/drawing/2014/main" id="{722F56EE-5064-41C7-8054-54A783D1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5" name="03_PREDICTIONS__wind_4_6_head">
            <a:extLst xmlns:a="http://schemas.openxmlformats.org/drawingml/2006/main">
              <a:ext uri="{FF2B5EF4-FFF2-40B4-BE49-F238E27FC236}">
                <a16:creationId xmlns:a16="http://schemas.microsoft.com/office/drawing/2014/main" id="{5E338B66-4B70-4E21-950A-DFAA1F5A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793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6" name="03_PREDICTIONS__wind_4_8">
            <a:extLst xmlns:a="http://schemas.openxmlformats.org/drawingml/2006/main">
              <a:ext uri="{FF2B5EF4-FFF2-40B4-BE49-F238E27FC236}">
                <a16:creationId xmlns:a16="http://schemas.microsoft.com/office/drawing/2014/main" id="{7888FF78-558A-448E-868A-AB9CADC4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3209925"/>
            <a:ext cx="133350" cy="7620"/>
          </a:xfrm>
          <a:custGeom xmlns:a="http://schemas.openxmlformats.org/drawingml/2006/main">
            <a:rect l="0" t="0" r="0" b="0"/>
            <a:pathLst>
              <a:path w="133350" h="7620">
                <a:moveTo>
                  <a:pt x="0" y="0"/>
                </a:moveTo>
                <a:lnTo>
                  <a:pt x="133350" y="76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7" name="03_PREDICTIONS__wind_4_8_head">
            <a:extLst xmlns:a="http://schemas.openxmlformats.org/drawingml/2006/main">
              <a:ext uri="{FF2B5EF4-FFF2-40B4-BE49-F238E27FC236}">
                <a16:creationId xmlns:a16="http://schemas.microsoft.com/office/drawing/2014/main" id="{8CEA42A7-33BC-437E-AB06-CEC7D937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6085" y="3188305"/>
            <a:ext cx="52115" cy="52695"/>
          </a:xfrm>
          <a:custGeom xmlns:a="http://schemas.openxmlformats.org/drawingml/2006/main">
            <a:rect l="0" t="0" r="0" b="0"/>
            <a:pathLst>
              <a:path w="52115" h="52695">
                <a:moveTo>
                  <a:pt x="0" y="52695"/>
                </a:moveTo>
                <a:lnTo>
                  <a:pt x="52115" y="29240"/>
                </a:lnTo>
                <a:lnTo>
                  <a:pt x="30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8" name="03_PREDICTIONS__wind_6_0">
            <a:extLst xmlns:a="http://schemas.openxmlformats.org/drawingml/2006/main">
              <a:ext uri="{FF2B5EF4-FFF2-40B4-BE49-F238E27FC236}">
                <a16:creationId xmlns:a16="http://schemas.microsoft.com/office/drawing/2014/main" id="{B6EA5E5F-DAA3-4546-BC1F-C897AE48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19" name="03_PREDICTIONS__wind_6_0_head">
            <a:extLst xmlns:a="http://schemas.openxmlformats.org/drawingml/2006/main">
              <a:ext uri="{FF2B5EF4-FFF2-40B4-BE49-F238E27FC236}">
                <a16:creationId xmlns:a16="http://schemas.microsoft.com/office/drawing/2014/main" id="{83D830B7-1F30-41AF-94F8-B0D4002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5117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0" name="03_PREDICTIONS__wind_6_2">
            <a:extLst xmlns:a="http://schemas.openxmlformats.org/drawingml/2006/main">
              <a:ext uri="{FF2B5EF4-FFF2-40B4-BE49-F238E27FC236}">
                <a16:creationId xmlns:a16="http://schemas.microsoft.com/office/drawing/2014/main" id="{B09F3813-0DF7-4BB2-8B6F-8BEC5A39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1040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1" name="03_PREDICTIONS__wind_6_2_head">
            <a:extLst xmlns:a="http://schemas.openxmlformats.org/drawingml/2006/main">
              <a:ext uri="{FF2B5EF4-FFF2-40B4-BE49-F238E27FC236}">
                <a16:creationId xmlns:a16="http://schemas.microsoft.com/office/drawing/2014/main" id="{6D806EED-8D9F-4192-BAF0-9D91F153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932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2" name="03_PREDICTIONS__wind_6_6">
            <a:extLst xmlns:a="http://schemas.openxmlformats.org/drawingml/2006/main">
              <a:ext uri="{FF2B5EF4-FFF2-40B4-BE49-F238E27FC236}">
                <a16:creationId xmlns:a16="http://schemas.microsoft.com/office/drawing/2014/main" id="{35847AE6-7F43-41CA-9185-C51D50DB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8670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3" name="03_PREDICTIONS__wind_6_6_head">
            <a:extLst xmlns:a="http://schemas.openxmlformats.org/drawingml/2006/main">
              <a:ext uri="{FF2B5EF4-FFF2-40B4-BE49-F238E27FC236}">
                <a16:creationId xmlns:a16="http://schemas.microsoft.com/office/drawing/2014/main" id="{7996F782-AD70-4A25-8437-DCC5C019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562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4" name="03_PREDICTIONS__wind_6_8">
            <a:extLst xmlns:a="http://schemas.openxmlformats.org/drawingml/2006/main">
              <a:ext uri="{FF2B5EF4-FFF2-40B4-BE49-F238E27FC236}">
                <a16:creationId xmlns:a16="http://schemas.microsoft.com/office/drawing/2014/main" id="{6EA285D7-3C39-4710-A27E-41E1533A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850" y="3648075"/>
            <a:ext cx="133350" cy="22860"/>
          </a:xfrm>
          <a:custGeom xmlns:a="http://schemas.openxmlformats.org/drawingml/2006/main">
            <a:rect l="0" t="0" r="0" b="0"/>
            <a:pathLst>
              <a:path w="133350" h="22860">
                <a:moveTo>
                  <a:pt x="0" y="0"/>
                </a:moveTo>
                <a:lnTo>
                  <a:pt x="133350" y="2286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5" name="03_PREDICTIONS__wind_6_8_head">
            <a:extLst xmlns:a="http://schemas.openxmlformats.org/drawingml/2006/main">
              <a:ext uri="{FF2B5EF4-FFF2-40B4-BE49-F238E27FC236}">
                <a16:creationId xmlns:a16="http://schemas.microsoft.com/office/drawing/2014/main" id="{83E855EA-F0B0-437C-9867-588313D1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03778" y="3636359"/>
            <a:ext cx="54422" cy="52022"/>
          </a:xfrm>
          <a:custGeom xmlns:a="http://schemas.openxmlformats.org/drawingml/2006/main">
            <a:rect l="0" t="0" r="0" b="0"/>
            <a:pathLst>
              <a:path w="54422" h="52022">
                <a:moveTo>
                  <a:pt x="0" y="52022"/>
                </a:moveTo>
                <a:lnTo>
                  <a:pt x="54422" y="34576"/>
                </a:lnTo>
                <a:lnTo>
                  <a:pt x="89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226" name="03_PREDICTIONS__wind_field">
            <a:extLst xmlns:a="http://schemas.openxmlformats.org/drawingml/2006/main">
              <a:ext uri="{FF2B5EF4-FFF2-40B4-BE49-F238E27FC236}">
                <a16:creationId xmlns:a16="http://schemas.microsoft.com/office/drawing/2014/main" id="{21C37C31-AD1E-46E4-A1CE-30C39967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7950" y="3886200"/>
            <a:ext cx="2647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风保持约束  Jᵤv = 0</a:t>
            </a:r>
            <a:endParaRPr sz="1875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03_PREDICTIONS__filament_title">
            <a:extLst xmlns:a="http://schemas.openxmlformats.org/drawingml/2006/main">
              <a:ext uri="{FF2B5EF4-FFF2-40B4-BE49-F238E27FC236}">
                <a16:creationId xmlns:a16="http://schemas.microsoft.com/office/drawing/2014/main" id="{08E55A26-90A9-452A-874E-18AD5312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10675" y="1752600"/>
            <a:ext cx="25050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物理教师与生成器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03_PREDICTIONS__filament_r0c0">
            <a:extLst xmlns:a="http://schemas.openxmlformats.org/drawingml/2006/main">
              <a:ext uri="{FF2B5EF4-FFF2-40B4-BE49-F238E27FC236}">
                <a16:creationId xmlns:a16="http://schemas.microsoft.com/office/drawing/2014/main" id="{0B5D0A0F-3487-47B9-952E-5D1C8E83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29" name="03_PREDICTIONS__filament_r0c1">
            <a:extLst xmlns:a="http://schemas.openxmlformats.org/drawingml/2006/main">
              <a:ext uri="{FF2B5EF4-FFF2-40B4-BE49-F238E27FC236}">
                <a16:creationId xmlns:a16="http://schemas.microsoft.com/office/drawing/2014/main" id="{FDF93080-B14D-46CE-924D-06D97EC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0" name="03_PREDICTIONS__filament_r0c2">
            <a:extLst xmlns:a="http://schemas.openxmlformats.org/drawingml/2006/main">
              <a:ext uri="{FF2B5EF4-FFF2-40B4-BE49-F238E27FC236}">
                <a16:creationId xmlns:a16="http://schemas.microsoft.com/office/drawing/2014/main" id="{61BEF2B1-B7F3-405B-B653-B05B17C3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1" name="03_PREDICTIONS__filament_r0c3">
            <a:extLst xmlns:a="http://schemas.openxmlformats.org/drawingml/2006/main">
              <a:ext uri="{FF2B5EF4-FFF2-40B4-BE49-F238E27FC236}">
                <a16:creationId xmlns:a16="http://schemas.microsoft.com/office/drawing/2014/main" id="{7CA8DC57-F834-4095-8957-E4B9389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2" name="03_PREDICTIONS__filament_r0c4">
            <a:extLst xmlns:a="http://schemas.openxmlformats.org/drawingml/2006/main">
              <a:ext uri="{FF2B5EF4-FFF2-40B4-BE49-F238E27FC236}">
                <a16:creationId xmlns:a16="http://schemas.microsoft.com/office/drawing/2014/main" id="{76957A27-50CE-4865-B57E-9C6B1BFE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3" name="03_PREDICTIONS__filament_r0c5">
            <a:extLst xmlns:a="http://schemas.openxmlformats.org/drawingml/2006/main">
              <a:ext uri="{FF2B5EF4-FFF2-40B4-BE49-F238E27FC236}">
                <a16:creationId xmlns:a16="http://schemas.microsoft.com/office/drawing/2014/main" id="{045FCD9D-5A5D-40FF-8335-B4AFAC6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4" name="03_PREDICTIONS__filament_r0c6">
            <a:extLst xmlns:a="http://schemas.openxmlformats.org/drawingml/2006/main">
              <a:ext uri="{FF2B5EF4-FFF2-40B4-BE49-F238E27FC236}">
                <a16:creationId xmlns:a16="http://schemas.microsoft.com/office/drawing/2014/main" id="{13A97DB9-4A96-4D63-B869-A3009F88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5" name="03_PREDICTIONS__filament_r0c7">
            <a:extLst xmlns:a="http://schemas.openxmlformats.org/drawingml/2006/main">
              <a:ext uri="{FF2B5EF4-FFF2-40B4-BE49-F238E27FC236}">
                <a16:creationId xmlns:a16="http://schemas.microsoft.com/office/drawing/2014/main" id="{CA587D6E-FE27-4270-A29D-3B71B786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6" name="03_PREDICTIONS__filament_r0c8">
            <a:extLst xmlns:a="http://schemas.openxmlformats.org/drawingml/2006/main">
              <a:ext uri="{FF2B5EF4-FFF2-40B4-BE49-F238E27FC236}">
                <a16:creationId xmlns:a16="http://schemas.microsoft.com/office/drawing/2014/main" id="{E820A62F-0CEE-47D9-8335-0854137F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7" name="03_PREDICTIONS__filament_r0c9">
            <a:extLst xmlns:a="http://schemas.openxmlformats.org/drawingml/2006/main">
              <a:ext uri="{FF2B5EF4-FFF2-40B4-BE49-F238E27FC236}">
                <a16:creationId xmlns:a16="http://schemas.microsoft.com/office/drawing/2014/main" id="{A2EF3DDE-48DD-4682-B143-51B940F2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2193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8" name="03_PREDICTIONS__filament_r1c0">
            <a:extLst xmlns:a="http://schemas.openxmlformats.org/drawingml/2006/main">
              <a:ext uri="{FF2B5EF4-FFF2-40B4-BE49-F238E27FC236}">
                <a16:creationId xmlns:a16="http://schemas.microsoft.com/office/drawing/2014/main" id="{896D65CD-F375-47EA-B332-42E46AC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39" name="03_PREDICTIONS__filament_r1c1">
            <a:extLst xmlns:a="http://schemas.openxmlformats.org/drawingml/2006/main">
              <a:ext uri="{FF2B5EF4-FFF2-40B4-BE49-F238E27FC236}">
                <a16:creationId xmlns:a16="http://schemas.microsoft.com/office/drawing/2014/main" id="{750FC053-003B-470D-9637-F68DA828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0" name="03_PREDICTIONS__filament_r1c2">
            <a:extLst xmlns:a="http://schemas.openxmlformats.org/drawingml/2006/main">
              <a:ext uri="{FF2B5EF4-FFF2-40B4-BE49-F238E27FC236}">
                <a16:creationId xmlns:a16="http://schemas.microsoft.com/office/drawing/2014/main" id="{F043219D-2982-4EF2-8C16-E31D068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1" name="03_PREDICTIONS__filament_r1c3">
            <a:extLst xmlns:a="http://schemas.openxmlformats.org/drawingml/2006/main">
              <a:ext uri="{FF2B5EF4-FFF2-40B4-BE49-F238E27FC236}">
                <a16:creationId xmlns:a16="http://schemas.microsoft.com/office/drawing/2014/main" id="{E2211374-FE68-4C0E-BD3C-394DBB4E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2" name="03_PREDICTIONS__filament_r1c4">
            <a:extLst xmlns:a="http://schemas.openxmlformats.org/drawingml/2006/main">
              <a:ext uri="{FF2B5EF4-FFF2-40B4-BE49-F238E27FC236}">
                <a16:creationId xmlns:a16="http://schemas.microsoft.com/office/drawing/2014/main" id="{CCA2BC20-495E-4DE0-B230-322AFAFF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3" name="03_PREDICTIONS__filament_r1c5">
            <a:extLst xmlns:a="http://schemas.openxmlformats.org/drawingml/2006/main">
              <a:ext uri="{FF2B5EF4-FFF2-40B4-BE49-F238E27FC236}">
                <a16:creationId xmlns:a16="http://schemas.microsoft.com/office/drawing/2014/main" id="{1F5F1640-EFFC-477B-9F14-E80301F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4" name="03_PREDICTIONS__filament_r1c6">
            <a:extLst xmlns:a="http://schemas.openxmlformats.org/drawingml/2006/main">
              <a:ext uri="{FF2B5EF4-FFF2-40B4-BE49-F238E27FC236}">
                <a16:creationId xmlns:a16="http://schemas.microsoft.com/office/drawing/2014/main" id="{8D0562F6-812B-4B15-B356-EB4C471F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5" name="03_PREDICTIONS__filament_r1c7">
            <a:extLst xmlns:a="http://schemas.openxmlformats.org/drawingml/2006/main">
              <a:ext uri="{FF2B5EF4-FFF2-40B4-BE49-F238E27FC236}">
                <a16:creationId xmlns:a16="http://schemas.microsoft.com/office/drawing/2014/main" id="{A6D40103-B5D7-43D1-A510-DF93DBEC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6" name="03_PREDICTIONS__filament_r1c8">
            <a:extLst xmlns:a="http://schemas.openxmlformats.org/drawingml/2006/main">
              <a:ext uri="{FF2B5EF4-FFF2-40B4-BE49-F238E27FC236}">
                <a16:creationId xmlns:a16="http://schemas.microsoft.com/office/drawing/2014/main" id="{6C63C835-0EF2-4ECE-A8D5-85025A6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7" name="03_PREDICTIONS__filament_r1c9">
            <a:extLst xmlns:a="http://schemas.openxmlformats.org/drawingml/2006/main">
              <a:ext uri="{FF2B5EF4-FFF2-40B4-BE49-F238E27FC236}">
                <a16:creationId xmlns:a16="http://schemas.microsoft.com/office/drawing/2014/main" id="{76B9AE60-68EE-47EC-BECB-5FD00B88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4384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8" name="03_PREDICTIONS__filament_r2c0">
            <a:extLst xmlns:a="http://schemas.openxmlformats.org/drawingml/2006/main">
              <a:ext uri="{FF2B5EF4-FFF2-40B4-BE49-F238E27FC236}">
                <a16:creationId xmlns:a16="http://schemas.microsoft.com/office/drawing/2014/main" id="{24416FE1-3E45-4A24-BA64-A765280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49" name="03_PREDICTIONS__filament_r2c1">
            <a:extLst xmlns:a="http://schemas.openxmlformats.org/drawingml/2006/main">
              <a:ext uri="{FF2B5EF4-FFF2-40B4-BE49-F238E27FC236}">
                <a16:creationId xmlns:a16="http://schemas.microsoft.com/office/drawing/2014/main" id="{62604053-E86C-4F5C-AA93-5B8CB6A5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0" name="03_PREDICTIONS__filament_r2c2">
            <a:extLst xmlns:a="http://schemas.openxmlformats.org/drawingml/2006/main">
              <a:ext uri="{FF2B5EF4-FFF2-40B4-BE49-F238E27FC236}">
                <a16:creationId xmlns:a16="http://schemas.microsoft.com/office/drawing/2014/main" id="{E73433F9-0FEE-43E5-A978-D0F295B2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1" name="03_PREDICTIONS__filament_r2c3">
            <a:extLst xmlns:a="http://schemas.openxmlformats.org/drawingml/2006/main">
              <a:ext uri="{FF2B5EF4-FFF2-40B4-BE49-F238E27FC236}">
                <a16:creationId xmlns:a16="http://schemas.microsoft.com/office/drawing/2014/main" id="{CFF6E7EC-C8E9-4A9A-A4AB-BFF75D5C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2" name="03_PREDICTIONS__filament_r2c4">
            <a:extLst xmlns:a="http://schemas.openxmlformats.org/drawingml/2006/main">
              <a:ext uri="{FF2B5EF4-FFF2-40B4-BE49-F238E27FC236}">
                <a16:creationId xmlns:a16="http://schemas.microsoft.com/office/drawing/2014/main" id="{96FDB38C-30DA-4BD8-A560-762F4747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3" name="03_PREDICTIONS__filament_r2c5">
            <a:extLst xmlns:a="http://schemas.openxmlformats.org/drawingml/2006/main">
              <a:ext uri="{FF2B5EF4-FFF2-40B4-BE49-F238E27FC236}">
                <a16:creationId xmlns:a16="http://schemas.microsoft.com/office/drawing/2014/main" id="{B5397D75-1628-4E33-BA31-93964FAB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4" name="03_PREDICTIONS__filament_r2c6">
            <a:extLst xmlns:a="http://schemas.openxmlformats.org/drawingml/2006/main">
              <a:ext uri="{FF2B5EF4-FFF2-40B4-BE49-F238E27FC236}">
                <a16:creationId xmlns:a16="http://schemas.microsoft.com/office/drawing/2014/main" id="{FB5428C5-BC89-4844-84BD-3301A9B2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5" name="03_PREDICTIONS__filament_r2c7">
            <a:extLst xmlns:a="http://schemas.openxmlformats.org/drawingml/2006/main">
              <a:ext uri="{FF2B5EF4-FFF2-40B4-BE49-F238E27FC236}">
                <a16:creationId xmlns:a16="http://schemas.microsoft.com/office/drawing/2014/main" id="{3E45112E-A115-41FE-8ADD-23E1811A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6" name="03_PREDICTIONS__filament_r2c8">
            <a:extLst xmlns:a="http://schemas.openxmlformats.org/drawingml/2006/main">
              <a:ext uri="{FF2B5EF4-FFF2-40B4-BE49-F238E27FC236}">
                <a16:creationId xmlns:a16="http://schemas.microsoft.com/office/drawing/2014/main" id="{BE98173C-0670-403A-A1FE-30BCB329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7" name="03_PREDICTIONS__filament_r2c9">
            <a:extLst xmlns:a="http://schemas.openxmlformats.org/drawingml/2006/main">
              <a:ext uri="{FF2B5EF4-FFF2-40B4-BE49-F238E27FC236}">
                <a16:creationId xmlns:a16="http://schemas.microsoft.com/office/drawing/2014/main" id="{26A02C21-3256-4131-9B89-4E5E7C24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6574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8" name="03_PREDICTIONS__filament_r3c0">
            <a:extLst xmlns:a="http://schemas.openxmlformats.org/drawingml/2006/main">
              <a:ext uri="{FF2B5EF4-FFF2-40B4-BE49-F238E27FC236}">
                <a16:creationId xmlns:a16="http://schemas.microsoft.com/office/drawing/2014/main" id="{49611ED2-513D-4804-8CFA-24B7AC0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59" name="03_PREDICTIONS__filament_r3c1">
            <a:extLst xmlns:a="http://schemas.openxmlformats.org/drawingml/2006/main">
              <a:ext uri="{FF2B5EF4-FFF2-40B4-BE49-F238E27FC236}">
                <a16:creationId xmlns:a16="http://schemas.microsoft.com/office/drawing/2014/main" id="{1C8EEF1F-07EB-4847-B68F-75F495EF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0" name="03_PREDICTIONS__filament_r3c2">
            <a:extLst xmlns:a="http://schemas.openxmlformats.org/drawingml/2006/main">
              <a:ext uri="{FF2B5EF4-FFF2-40B4-BE49-F238E27FC236}">
                <a16:creationId xmlns:a16="http://schemas.microsoft.com/office/drawing/2014/main" id="{A3A0BB10-BEC8-4F8D-8A69-8D19ABD1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1" name="03_PREDICTIONS__filament_r3c3">
            <a:extLst xmlns:a="http://schemas.openxmlformats.org/drawingml/2006/main">
              <a:ext uri="{FF2B5EF4-FFF2-40B4-BE49-F238E27FC236}">
                <a16:creationId xmlns:a16="http://schemas.microsoft.com/office/drawing/2014/main" id="{F4E8E788-85FC-4608-AF46-5F968150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2" name="03_PREDICTIONS__filament_r3c4">
            <a:extLst xmlns:a="http://schemas.openxmlformats.org/drawingml/2006/main">
              <a:ext uri="{FF2B5EF4-FFF2-40B4-BE49-F238E27FC236}">
                <a16:creationId xmlns:a16="http://schemas.microsoft.com/office/drawing/2014/main" id="{5AF60655-B38F-4B24-87D3-47006CE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3" name="03_PREDICTIONS__filament_r3c5">
            <a:extLst xmlns:a="http://schemas.openxmlformats.org/drawingml/2006/main">
              <a:ext uri="{FF2B5EF4-FFF2-40B4-BE49-F238E27FC236}">
                <a16:creationId xmlns:a16="http://schemas.microsoft.com/office/drawing/2014/main" id="{99D8035E-6B27-4664-AC3F-5BE195B5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4" name="03_PREDICTIONS__filament_r3c6">
            <a:extLst xmlns:a="http://schemas.openxmlformats.org/drawingml/2006/main">
              <a:ext uri="{FF2B5EF4-FFF2-40B4-BE49-F238E27FC236}">
                <a16:creationId xmlns:a16="http://schemas.microsoft.com/office/drawing/2014/main" id="{6AC815B4-3383-4E1E-9E90-510E208F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5" name="03_PREDICTIONS__filament_r3c7">
            <a:extLst xmlns:a="http://schemas.openxmlformats.org/drawingml/2006/main">
              <a:ext uri="{FF2B5EF4-FFF2-40B4-BE49-F238E27FC236}">
                <a16:creationId xmlns:a16="http://schemas.microsoft.com/office/drawing/2014/main" id="{29025A20-494F-4A8E-BBEC-3688C695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6" name="03_PREDICTIONS__filament_r3c8">
            <a:extLst xmlns:a="http://schemas.openxmlformats.org/drawingml/2006/main">
              <a:ext uri="{FF2B5EF4-FFF2-40B4-BE49-F238E27FC236}">
                <a16:creationId xmlns:a16="http://schemas.microsoft.com/office/drawing/2014/main" id="{0B091043-260B-49AF-9D00-F2BD7B4F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7" name="03_PREDICTIONS__filament_r3c9">
            <a:extLst xmlns:a="http://schemas.openxmlformats.org/drawingml/2006/main">
              <a:ext uri="{FF2B5EF4-FFF2-40B4-BE49-F238E27FC236}">
                <a16:creationId xmlns:a16="http://schemas.microsoft.com/office/drawing/2014/main" id="{3C6FA1A5-62BE-475F-96D1-B0987BAD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287655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8" name="03_PREDICTIONS__filament_r4c0">
            <a:extLst xmlns:a="http://schemas.openxmlformats.org/drawingml/2006/main">
              <a:ext uri="{FF2B5EF4-FFF2-40B4-BE49-F238E27FC236}">
                <a16:creationId xmlns:a16="http://schemas.microsoft.com/office/drawing/2014/main" id="{2960DBE8-D4F4-4AB5-B2ED-2F4622D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69" name="03_PREDICTIONS__filament_r4c1">
            <a:extLst xmlns:a="http://schemas.openxmlformats.org/drawingml/2006/main">
              <a:ext uri="{FF2B5EF4-FFF2-40B4-BE49-F238E27FC236}">
                <a16:creationId xmlns:a16="http://schemas.microsoft.com/office/drawing/2014/main" id="{A652C107-FC8E-4D97-8E5C-2DE6988A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0" name="03_PREDICTIONS__filament_r4c2">
            <a:extLst xmlns:a="http://schemas.openxmlformats.org/drawingml/2006/main">
              <a:ext uri="{FF2B5EF4-FFF2-40B4-BE49-F238E27FC236}">
                <a16:creationId xmlns:a16="http://schemas.microsoft.com/office/drawing/2014/main" id="{DC14F86C-C5A6-460E-A65C-7F84790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1" name="03_PREDICTIONS__filament_r4c3">
            <a:extLst xmlns:a="http://schemas.openxmlformats.org/drawingml/2006/main">
              <a:ext uri="{FF2B5EF4-FFF2-40B4-BE49-F238E27FC236}">
                <a16:creationId xmlns:a16="http://schemas.microsoft.com/office/drawing/2014/main" id="{D42D7FB7-A9DE-488F-9143-73EA766F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2" name="03_PREDICTIONS__filament_r4c4">
            <a:extLst xmlns:a="http://schemas.openxmlformats.org/drawingml/2006/main">
              <a:ext uri="{FF2B5EF4-FFF2-40B4-BE49-F238E27FC236}">
                <a16:creationId xmlns:a16="http://schemas.microsoft.com/office/drawing/2014/main" id="{ADE4C515-FEA6-4D8B-A0FD-C9BC0CE7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3" name="03_PREDICTIONS__filament_r4c5">
            <a:extLst xmlns:a="http://schemas.openxmlformats.org/drawingml/2006/main">
              <a:ext uri="{FF2B5EF4-FFF2-40B4-BE49-F238E27FC236}">
                <a16:creationId xmlns:a16="http://schemas.microsoft.com/office/drawing/2014/main" id="{B361531B-04E0-49D6-A110-BD81232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4" name="03_PREDICTIONS__filament_r4c6">
            <a:extLst xmlns:a="http://schemas.openxmlformats.org/drawingml/2006/main">
              <a:ext uri="{FF2B5EF4-FFF2-40B4-BE49-F238E27FC236}">
                <a16:creationId xmlns:a16="http://schemas.microsoft.com/office/drawing/2014/main" id="{5B2960DC-1F1A-469E-BCEE-891DEC42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5" name="03_PREDICTIONS__filament_r4c7">
            <a:extLst xmlns:a="http://schemas.openxmlformats.org/drawingml/2006/main">
              <a:ext uri="{FF2B5EF4-FFF2-40B4-BE49-F238E27FC236}">
                <a16:creationId xmlns:a16="http://schemas.microsoft.com/office/drawing/2014/main" id="{8A8745A6-6281-4F62-B2EA-B52C0339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6" name="03_PREDICTIONS__filament_r4c8">
            <a:extLst xmlns:a="http://schemas.openxmlformats.org/drawingml/2006/main">
              <a:ext uri="{FF2B5EF4-FFF2-40B4-BE49-F238E27FC236}">
                <a16:creationId xmlns:a16="http://schemas.microsoft.com/office/drawing/2014/main" id="{518C9FA4-D1E1-4F9B-AD1E-DFBBB1F4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7" name="03_PREDICTIONS__filament_r4c9">
            <a:extLst xmlns:a="http://schemas.openxmlformats.org/drawingml/2006/main">
              <a:ext uri="{FF2B5EF4-FFF2-40B4-BE49-F238E27FC236}">
                <a16:creationId xmlns:a16="http://schemas.microsoft.com/office/drawing/2014/main" id="{90C10D15-52B9-467D-BAA7-26280746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0956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8" name="03_PREDICTIONS__filament_r5c0">
            <a:extLst xmlns:a="http://schemas.openxmlformats.org/drawingml/2006/main">
              <a:ext uri="{FF2B5EF4-FFF2-40B4-BE49-F238E27FC236}">
                <a16:creationId xmlns:a16="http://schemas.microsoft.com/office/drawing/2014/main" id="{6369EB32-0228-4CF2-B372-EEB1998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79" name="03_PREDICTIONS__filament_r5c1">
            <a:extLst xmlns:a="http://schemas.openxmlformats.org/drawingml/2006/main">
              <a:ext uri="{FF2B5EF4-FFF2-40B4-BE49-F238E27FC236}">
                <a16:creationId xmlns:a16="http://schemas.microsoft.com/office/drawing/2014/main" id="{F413BB63-6EEA-422B-9344-108FB2D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0" name="03_PREDICTIONS__filament_r5c2">
            <a:extLst xmlns:a="http://schemas.openxmlformats.org/drawingml/2006/main">
              <a:ext uri="{FF2B5EF4-FFF2-40B4-BE49-F238E27FC236}">
                <a16:creationId xmlns:a16="http://schemas.microsoft.com/office/drawing/2014/main" id="{E49FF19B-8F38-419A-9ED7-4B34E6EB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1" name="03_PREDICTIONS__filament_r5c3">
            <a:extLst xmlns:a="http://schemas.openxmlformats.org/drawingml/2006/main">
              <a:ext uri="{FF2B5EF4-FFF2-40B4-BE49-F238E27FC236}">
                <a16:creationId xmlns:a16="http://schemas.microsoft.com/office/drawing/2014/main" id="{36780587-AD9A-4BDB-AC37-345B1135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2" name="03_PREDICTIONS__filament_r5c4">
            <a:extLst xmlns:a="http://schemas.openxmlformats.org/drawingml/2006/main">
              <a:ext uri="{FF2B5EF4-FFF2-40B4-BE49-F238E27FC236}">
                <a16:creationId xmlns:a16="http://schemas.microsoft.com/office/drawing/2014/main" id="{12D541FA-A812-4B20-8540-E984862B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3" name="03_PREDICTIONS__filament_r5c5">
            <a:extLst xmlns:a="http://schemas.openxmlformats.org/drawingml/2006/main">
              <a:ext uri="{FF2B5EF4-FFF2-40B4-BE49-F238E27FC236}">
                <a16:creationId xmlns:a16="http://schemas.microsoft.com/office/drawing/2014/main" id="{FE9DDA2B-D1F8-4E90-A3F5-AD62751A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4" name="03_PREDICTIONS__filament_r5c6">
            <a:extLst xmlns:a="http://schemas.openxmlformats.org/drawingml/2006/main">
              <a:ext uri="{FF2B5EF4-FFF2-40B4-BE49-F238E27FC236}">
                <a16:creationId xmlns:a16="http://schemas.microsoft.com/office/drawing/2014/main" id="{5EFA530F-29E8-4B4A-A83F-12166E99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5" name="03_PREDICTIONS__filament_r5c7">
            <a:extLst xmlns:a="http://schemas.openxmlformats.org/drawingml/2006/main">
              <a:ext uri="{FF2B5EF4-FFF2-40B4-BE49-F238E27FC236}">
                <a16:creationId xmlns:a16="http://schemas.microsoft.com/office/drawing/2014/main" id="{8BFD4E5A-3F90-449C-8EEC-35A5CF11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6" name="03_PREDICTIONS__filament_r5c8">
            <a:extLst xmlns:a="http://schemas.openxmlformats.org/drawingml/2006/main">
              <a:ext uri="{FF2B5EF4-FFF2-40B4-BE49-F238E27FC236}">
                <a16:creationId xmlns:a16="http://schemas.microsoft.com/office/drawing/2014/main" id="{030EBD46-F009-4C99-939E-763C651E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7" name="03_PREDICTIONS__filament_r5c9">
            <a:extLst xmlns:a="http://schemas.openxmlformats.org/drawingml/2006/main">
              <a:ext uri="{FF2B5EF4-FFF2-40B4-BE49-F238E27FC236}">
                <a16:creationId xmlns:a16="http://schemas.microsoft.com/office/drawing/2014/main" id="{9BD6775F-C078-4AB2-B005-C827BB7B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314700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8" name="03_PREDICTIONS__filament_r6c0">
            <a:extLst xmlns:a="http://schemas.openxmlformats.org/drawingml/2006/main">
              <a:ext uri="{FF2B5EF4-FFF2-40B4-BE49-F238E27FC236}">
                <a16:creationId xmlns:a16="http://schemas.microsoft.com/office/drawing/2014/main" id="{62210866-ED76-4B74-BBD0-5E67A66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9" name="03_PREDICTIONS__filament_r6c1">
            <a:extLst xmlns:a="http://schemas.openxmlformats.org/drawingml/2006/main">
              <a:ext uri="{FF2B5EF4-FFF2-40B4-BE49-F238E27FC236}">
                <a16:creationId xmlns:a16="http://schemas.microsoft.com/office/drawing/2014/main" id="{CC447CB1-7FE9-4656-9707-A8370D22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488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0" name="03_PREDICTIONS__filament_r6c2">
            <a:extLst xmlns:a="http://schemas.openxmlformats.org/drawingml/2006/main">
              <a:ext uri="{FF2B5EF4-FFF2-40B4-BE49-F238E27FC236}">
                <a16:creationId xmlns:a16="http://schemas.microsoft.com/office/drawing/2014/main" id="{CBF81D1E-2A63-4F72-A706-8B6245BF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678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1" name="03_PREDICTIONS__filament_r6c3">
            <a:extLst xmlns:a="http://schemas.openxmlformats.org/drawingml/2006/main">
              <a:ext uri="{FF2B5EF4-FFF2-40B4-BE49-F238E27FC236}">
                <a16:creationId xmlns:a16="http://schemas.microsoft.com/office/drawing/2014/main" id="{FB6E1910-39FB-4753-A0FC-8846A62D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869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2" name="03_PREDICTIONS__filament_r6c4">
            <a:extLst xmlns:a="http://schemas.openxmlformats.org/drawingml/2006/main">
              <a:ext uri="{FF2B5EF4-FFF2-40B4-BE49-F238E27FC236}">
                <a16:creationId xmlns:a16="http://schemas.microsoft.com/office/drawing/2014/main" id="{57C726F2-C5B7-4468-A182-F50AC89E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060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3" name="03_PREDICTIONS__filament_r6c5">
            <a:extLst xmlns:a="http://schemas.openxmlformats.org/drawingml/2006/main">
              <a:ext uri="{FF2B5EF4-FFF2-40B4-BE49-F238E27FC236}">
                <a16:creationId xmlns:a16="http://schemas.microsoft.com/office/drawing/2014/main" id="{FE856E3F-46A9-4CB4-B411-76D46B21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251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4" name="03_PREDICTIONS__filament_r6c6">
            <a:extLst xmlns:a="http://schemas.openxmlformats.org/drawingml/2006/main">
              <a:ext uri="{FF2B5EF4-FFF2-40B4-BE49-F238E27FC236}">
                <a16:creationId xmlns:a16="http://schemas.microsoft.com/office/drawing/2014/main" id="{EE330288-9839-40E6-9AAB-2A163AC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4417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5" name="03_PREDICTIONS__filament_r6c7">
            <a:extLst xmlns:a="http://schemas.openxmlformats.org/drawingml/2006/main">
              <a:ext uri="{FF2B5EF4-FFF2-40B4-BE49-F238E27FC236}">
                <a16:creationId xmlns:a16="http://schemas.microsoft.com/office/drawing/2014/main" id="{31B65947-A1DE-4C05-A2D8-8E66439D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6325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6" name="03_PREDICTIONS__filament_r6c8">
            <a:extLst xmlns:a="http://schemas.openxmlformats.org/drawingml/2006/main">
              <a:ext uri="{FF2B5EF4-FFF2-40B4-BE49-F238E27FC236}">
                <a16:creationId xmlns:a16="http://schemas.microsoft.com/office/drawing/2014/main" id="{8E1331D5-4B42-48A3-9972-FCE0E9E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82325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7" name="03_PREDICTIONS__filament_r6c9">
            <a:extLst xmlns:a="http://schemas.openxmlformats.org/drawingml/2006/main">
              <a:ext uri="{FF2B5EF4-FFF2-40B4-BE49-F238E27FC236}">
                <a16:creationId xmlns:a16="http://schemas.microsoft.com/office/drawing/2014/main" id="{83F12572-D5BE-4F54-94EA-AD65E91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01400" y="353377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8" name="03_PREDICTIONS__filament_frame">
            <a:extLst xmlns:a="http://schemas.openxmlformats.org/drawingml/2006/main">
              <a:ext uri="{FF2B5EF4-FFF2-40B4-BE49-F238E27FC236}">
                <a16:creationId xmlns:a16="http://schemas.microsoft.com/office/drawing/2014/main" id="{7F4CFB75-A4AB-4038-AC32-0DA1D249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29725" y="2219325"/>
            <a:ext cx="21907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299" name="03_PREDICTIONS__release_source">
            <a:extLst xmlns:a="http://schemas.openxmlformats.org/drawingml/2006/main">
              <a:ext uri="{FF2B5EF4-FFF2-40B4-BE49-F238E27FC236}">
                <a16:creationId xmlns:a16="http://schemas.microsoft.com/office/drawing/2014/main" id="{A5F133D2-B022-48FC-ACD0-E18890D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869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300" name="03_PREDICTIONS__release_source_label">
            <a:extLst xmlns:a="http://schemas.openxmlformats.org/drawingml/2006/main">
              <a:ext uri="{FF2B5EF4-FFF2-40B4-BE49-F238E27FC236}">
                <a16:creationId xmlns:a16="http://schemas.microsoft.com/office/drawing/2014/main" id="{351AB7E1-C2FA-4E01-84F9-20951183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96400" y="32194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440"/>
                </a:solidFill>
                <a:latin typeface="Arial"/>
                <a:ea typeface="Arial"/>
                <a:cs typeface="Arial"/>
              </a:rPr>
              <a:t>s</a:t>
            </a:r>
            <a:endParaRPr sz="180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1" name="03_PREDICTIONS__filament0">
            <a:extLst xmlns:a="http://schemas.openxmlformats.org/drawingml/2006/main">
              <a:ext uri="{FF2B5EF4-FFF2-40B4-BE49-F238E27FC236}">
                <a16:creationId xmlns:a16="http://schemas.microsoft.com/office/drawing/2014/main" id="{64061A57-FFFE-483A-9987-06AB065E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42158" y="29165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ADA7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2" name="03_PREDICTIONS__filament1">
            <a:extLst xmlns:a="http://schemas.openxmlformats.org/drawingml/2006/main">
              <a:ext uri="{FF2B5EF4-FFF2-40B4-BE49-F238E27FC236}">
                <a16:creationId xmlns:a16="http://schemas.microsoft.com/office/drawing/2014/main" id="{7DC39536-88CF-4F3C-8068-2CFFBC7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7893" y="2841308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2AC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3" name="03_PREDICTIONS__filament2">
            <a:extLst xmlns:a="http://schemas.openxmlformats.org/drawingml/2006/main">
              <a:ext uri="{FF2B5EF4-FFF2-40B4-BE49-F238E27FC236}">
                <a16:creationId xmlns:a16="http://schemas.microsoft.com/office/drawing/2014/main" id="{10FDBC22-6149-4E32-82ED-D0F2C53E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73628" y="29194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7B1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4" name="03_PREDICTIONS__filament3">
            <a:extLst xmlns:a="http://schemas.openxmlformats.org/drawingml/2006/main">
              <a:ext uri="{FF2B5EF4-FFF2-40B4-BE49-F238E27FC236}">
                <a16:creationId xmlns:a16="http://schemas.microsoft.com/office/drawing/2014/main" id="{EBA1A9EF-0B02-481F-A525-10547B13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83178" y="288798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5BBB5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5" name="03_PREDICTIONS__filament4">
            <a:extLst xmlns:a="http://schemas.openxmlformats.org/drawingml/2006/main">
              <a:ext uri="{FF2B5EF4-FFF2-40B4-BE49-F238E27FC236}">
                <a16:creationId xmlns:a16="http://schemas.microsoft.com/office/drawing/2014/main" id="{533667F9-330B-4A04-ACB6-B0E3E1FE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2253" y="2800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C0BA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6" name="03_PREDICTIONS__filament5">
            <a:extLst xmlns:a="http://schemas.openxmlformats.org/drawingml/2006/main">
              <a:ext uri="{FF2B5EF4-FFF2-40B4-BE49-F238E27FC236}">
                <a16:creationId xmlns:a16="http://schemas.microsoft.com/office/drawing/2014/main" id="{2BA16244-149A-4450-9362-CA5A2D2B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11803" y="270319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C5BF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7" name="03_PREDICTIONS__filament6">
            <a:extLst xmlns:a="http://schemas.openxmlformats.org/drawingml/2006/main">
              <a:ext uri="{FF2B5EF4-FFF2-40B4-BE49-F238E27FC236}">
                <a16:creationId xmlns:a16="http://schemas.microsoft.com/office/drawing/2014/main" id="{29869242-519B-4763-A426-EC798692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777538" y="284702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CAC4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8" name="03_PREDICTIONS__filament7">
            <a:extLst xmlns:a="http://schemas.openxmlformats.org/drawingml/2006/main">
              <a:ext uri="{FF2B5EF4-FFF2-40B4-BE49-F238E27FC236}">
                <a16:creationId xmlns:a16="http://schemas.microsoft.com/office/drawing/2014/main" id="{5EA50AF7-8B8D-4641-895F-DC3AA74C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08983" y="2584133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CFC9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09" name="03_PREDICTIONS__filament8">
            <a:extLst xmlns:a="http://schemas.openxmlformats.org/drawingml/2006/main">
              <a:ext uri="{FF2B5EF4-FFF2-40B4-BE49-F238E27FC236}">
                <a16:creationId xmlns:a16="http://schemas.microsoft.com/office/drawing/2014/main" id="{0637CEB5-EF6D-4BAD-A4DA-A8BB7931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08995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D3CE"/>
          </a:solidFill>
          <a:ln xmlns:a="http://schemas.openxmlformats.org/drawingml/2006/main" w="10478">
            <a:solidFill>
              <a:srgbClr val="26847D"/>
            </a:solidFill>
          </a:ln>
        </p:spPr>
      </p:sp>
      <p:sp>
        <p:nvSpPr>
          <p:cNvPr id="310" name="03_PREDICTIONS__transport_upstream">
            <a:extLst xmlns:a="http://schemas.openxmlformats.org/drawingml/2006/main">
              <a:ext uri="{FF2B5EF4-FFF2-40B4-BE49-F238E27FC236}">
                <a16:creationId xmlns:a16="http://schemas.microsoft.com/office/drawing/2014/main" id="{588CB42F-8268-4518-9B3C-626850DD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525000" y="2609850"/>
            <a:ext cx="323850" cy="1905"/>
          </a:xfrm>
          <a:custGeom xmlns:a="http://schemas.openxmlformats.org/drawingml/2006/main">
            <a:rect l="0" t="0" r="0" b="0"/>
            <a:pathLst>
              <a:path w="323850" h="190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1" name="03_PREDICTIONS__transport_upstream_head">
            <a:extLst xmlns:a="http://schemas.openxmlformats.org/drawingml/2006/main">
              <a:ext uri="{FF2B5EF4-FFF2-40B4-BE49-F238E27FC236}">
                <a16:creationId xmlns:a16="http://schemas.microsoft.com/office/drawing/2014/main" id="{26615BE1-26A2-4421-BA68-A1FE270B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98158" y="2583459"/>
            <a:ext cx="50692" cy="52781"/>
          </a:xfrm>
          <a:custGeom xmlns:a="http://schemas.openxmlformats.org/drawingml/2006/main">
            <a:rect l="0" t="0" r="0" b="0"/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2" name="03_PREDICTIONS__transport_downstream">
            <a:extLst xmlns:a="http://schemas.openxmlformats.org/drawingml/2006/main">
              <a:ext uri="{FF2B5EF4-FFF2-40B4-BE49-F238E27FC236}">
                <a16:creationId xmlns:a16="http://schemas.microsoft.com/office/drawing/2014/main" id="{2E01A689-C945-4108-A774-5A3501A9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48950" y="2571750"/>
            <a:ext cx="371475" cy="1905"/>
          </a:xfrm>
          <a:custGeom xmlns:a="http://schemas.openxmlformats.org/drawingml/2006/main">
            <a:rect l="0" t="0" r="0" b="0"/>
            <a:pathLst>
              <a:path w="371475" h="190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3" name="03_PREDICTIONS__transport_downstream_head">
            <a:extLst xmlns:a="http://schemas.openxmlformats.org/drawingml/2006/main">
              <a:ext uri="{FF2B5EF4-FFF2-40B4-BE49-F238E27FC236}">
                <a16:creationId xmlns:a16="http://schemas.microsoft.com/office/drawing/2014/main" id="{1E2772FA-01CA-47D3-8C7F-D0B2054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9733" y="2545359"/>
            <a:ext cx="50692" cy="52781"/>
          </a:xfrm>
          <a:custGeom xmlns:a="http://schemas.openxmlformats.org/drawingml/2006/main">
            <a:rect l="0" t="0" r="0" b="0"/>
            <a:pathLst>
              <a:path w="50692" h="52781">
                <a:moveTo>
                  <a:pt x="0" y="52781"/>
                </a:moveTo>
                <a:lnTo>
                  <a:pt x="50692" y="26391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847D"/>
            </a:solidFill>
            <a:prstDash val="solid"/>
          </a:ln>
        </p:spPr>
      </p:sp>
      <p:sp>
        <p:nvSpPr>
          <p:cNvPr id="314" name="03_PREDICTIONS__stochastic">
            <a:extLst xmlns:a="http://schemas.openxmlformats.org/drawingml/2006/main">
              <a:ext uri="{FF2B5EF4-FFF2-40B4-BE49-F238E27FC236}">
                <a16:creationId xmlns:a16="http://schemas.microsoft.com/office/drawing/2014/main" id="{38C04A5F-D30B-4EF5-8208-6C58258F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67800" y="3886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源证据导数  ∂ₛ log qθ</a:t>
            </a:r>
            <a:endParaRPr sz="1950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5" name="08_ROUTES__wind_to_filaments_port0">
            <a:extLst xmlns:a="http://schemas.openxmlformats.org/drawingml/2006/main">
              <a:ext uri="{FF2B5EF4-FFF2-40B4-BE49-F238E27FC236}">
                <a16:creationId xmlns:a16="http://schemas.microsoft.com/office/drawing/2014/main" id="{647B819F-5CB8-4811-904B-1EB0BF80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5252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6" name="08_ROUTES__wind_to_filaments_port1">
            <a:extLst xmlns:a="http://schemas.openxmlformats.org/drawingml/2006/main">
              <a:ext uri="{FF2B5EF4-FFF2-40B4-BE49-F238E27FC236}">
                <a16:creationId xmlns:a16="http://schemas.microsoft.com/office/drawing/2014/main" id="{6403ADDA-CCB9-42FC-A4E0-56A0799D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352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7" name="08_ROUTES__wind_to_filaments_segment0">
            <a:extLst xmlns:a="http://schemas.openxmlformats.org/drawingml/2006/main">
              <a:ext uri="{FF2B5EF4-FFF2-40B4-BE49-F238E27FC236}">
                <a16:creationId xmlns:a16="http://schemas.microsoft.com/office/drawing/2014/main" id="{C8BFAC83-E514-4640-972E-2F63AC9E63B1}"/>
              </a:ext>
            </a:extLst>
          </p:cNvPr>
          <p:cNvCxnSpPr>
            <a:stCxn xmlns:a="http://schemas.openxmlformats.org/drawingml/2006/main" id="315" idx="3"/>
            <a:endCxn xmlns:a="http://schemas.openxmlformats.org/drawingml/2006/main" id="316" idx="1"/>
          </p:cNvCxnSpPr>
          <p:nvPr/>
        </p:nvCxnSpPr>
        <p:spPr>
          <a:xfrm xmlns:a="http://schemas.openxmlformats.org/drawingml/2006/main" rot="0" flipH="0" flipV="0">
            <a:off x="8754428" y="2962276"/>
            <a:ext cx="3790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triangle" w="med" len="med"/>
          </a:ln>
        </p:spPr>
      </p:cxnSp>
      <p:sp>
        <p:nvSpPr>
          <p:cNvPr id="318" name="03_PREDICTIONS__predicted_title">
            <a:extLst xmlns:a="http://schemas.openxmlformats.org/drawingml/2006/main">
              <a:ext uri="{FF2B5EF4-FFF2-40B4-BE49-F238E27FC236}">
                <a16:creationId xmlns:a16="http://schemas.microsoft.com/office/drawing/2014/main" id="{B02D5419-C475-4B82-87EA-2819E14F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1752600"/>
            <a:ext cx="26574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源条件联合响应</a:t>
            </a:r>
            <a:endParaRPr sz="1875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9" name="03_PREDICTIONS__pred1_r0c0">
            <a:extLst xmlns:a="http://schemas.openxmlformats.org/drawingml/2006/main">
              <a:ext uri="{FF2B5EF4-FFF2-40B4-BE49-F238E27FC236}">
                <a16:creationId xmlns:a16="http://schemas.microsoft.com/office/drawing/2014/main" id="{E2567A2D-10FE-47C4-B9FD-D43DEC9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0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0" name="03_PREDICTIONS__pred1_r0c1">
            <a:extLst xmlns:a="http://schemas.openxmlformats.org/drawingml/2006/main">
              <a:ext uri="{FF2B5EF4-FFF2-40B4-BE49-F238E27FC236}">
                <a16:creationId xmlns:a16="http://schemas.microsoft.com/office/drawing/2014/main" id="{EE212CC9-3107-4E08-BCAA-E3963429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1" name="03_PREDICTIONS__pred1_r0c2">
            <a:extLst xmlns:a="http://schemas.openxmlformats.org/drawingml/2006/main">
              <a:ext uri="{FF2B5EF4-FFF2-40B4-BE49-F238E27FC236}">
                <a16:creationId xmlns:a16="http://schemas.microsoft.com/office/drawing/2014/main" id="{05E9A689-5308-41DF-BA97-58155B7B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2" name="03_PREDICTIONS__pred1_r0c3">
            <a:extLst xmlns:a="http://schemas.openxmlformats.org/drawingml/2006/main">
              <a:ext uri="{FF2B5EF4-FFF2-40B4-BE49-F238E27FC236}">
                <a16:creationId xmlns:a16="http://schemas.microsoft.com/office/drawing/2014/main" id="{9223CA99-96E6-4EDF-B246-8BEB4DD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3" name="03_PREDICTIONS__pred1_r0c4">
            <a:extLst xmlns:a="http://schemas.openxmlformats.org/drawingml/2006/main">
              <a:ext uri="{FF2B5EF4-FFF2-40B4-BE49-F238E27FC236}">
                <a16:creationId xmlns:a16="http://schemas.microsoft.com/office/drawing/2014/main" id="{EAD0CCA9-4DA5-41A1-9A29-6180BE5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4" name="03_PREDICTIONS__pred1_r0c5">
            <a:extLst xmlns:a="http://schemas.openxmlformats.org/drawingml/2006/main">
              <a:ext uri="{FF2B5EF4-FFF2-40B4-BE49-F238E27FC236}">
                <a16:creationId xmlns:a16="http://schemas.microsoft.com/office/drawing/2014/main" id="{75A0A3CC-65EE-45B2-BF51-292C1BF8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5" name="03_PREDICTIONS__pred1_r0c6">
            <a:extLst xmlns:a="http://schemas.openxmlformats.org/drawingml/2006/main">
              <a:ext uri="{FF2B5EF4-FFF2-40B4-BE49-F238E27FC236}">
                <a16:creationId xmlns:a16="http://schemas.microsoft.com/office/drawing/2014/main" id="{F7E7ABF5-7D06-4C75-B21D-20CD8385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6" name="03_PREDICTIONS__pred1_r0c7">
            <a:extLst xmlns:a="http://schemas.openxmlformats.org/drawingml/2006/main">
              <a:ext uri="{FF2B5EF4-FFF2-40B4-BE49-F238E27FC236}">
                <a16:creationId xmlns:a16="http://schemas.microsoft.com/office/drawing/2014/main" id="{85AF21F3-7236-4A32-B4A2-FDCA763C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7" name="03_PREDICTIONS__pred1_r0c8">
            <a:extLst xmlns:a="http://schemas.openxmlformats.org/drawingml/2006/main">
              <a:ext uri="{FF2B5EF4-FFF2-40B4-BE49-F238E27FC236}">
                <a16:creationId xmlns:a16="http://schemas.microsoft.com/office/drawing/2014/main" id="{0ECDE360-E8D3-47B4-8EF9-7F5D7A2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8" name="03_PREDICTIONS__pred1_r0c9">
            <a:extLst xmlns:a="http://schemas.openxmlformats.org/drawingml/2006/main">
              <a:ext uri="{FF2B5EF4-FFF2-40B4-BE49-F238E27FC236}">
                <a16:creationId xmlns:a16="http://schemas.microsoft.com/office/drawing/2014/main" id="{DC4E543C-5F8E-4F29-88E4-36FA570A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181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9" name="03_PREDICTIONS__pred1_r1c0">
            <a:extLst xmlns:a="http://schemas.openxmlformats.org/drawingml/2006/main">
              <a:ext uri="{FF2B5EF4-FFF2-40B4-BE49-F238E27FC236}">
                <a16:creationId xmlns:a16="http://schemas.microsoft.com/office/drawing/2014/main" id="{7BC6E50C-4319-49D1-9B69-8859D07C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0" name="03_PREDICTIONS__pred1_r1c1">
            <a:extLst xmlns:a="http://schemas.openxmlformats.org/drawingml/2006/main">
              <a:ext uri="{FF2B5EF4-FFF2-40B4-BE49-F238E27FC236}">
                <a16:creationId xmlns:a16="http://schemas.microsoft.com/office/drawing/2014/main" id="{1DC9195E-85A9-43EA-BBAB-BE78324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1" name="03_PREDICTIONS__pred1_r1c2">
            <a:extLst xmlns:a="http://schemas.openxmlformats.org/drawingml/2006/main">
              <a:ext uri="{FF2B5EF4-FFF2-40B4-BE49-F238E27FC236}">
                <a16:creationId xmlns:a16="http://schemas.microsoft.com/office/drawing/2014/main" id="{4DE845FF-0C49-4409-A4B2-68B129F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2" name="03_PREDICTIONS__pred1_r1c3">
            <a:extLst xmlns:a="http://schemas.openxmlformats.org/drawingml/2006/main">
              <a:ext uri="{FF2B5EF4-FFF2-40B4-BE49-F238E27FC236}">
                <a16:creationId xmlns:a16="http://schemas.microsoft.com/office/drawing/2014/main" id="{C523A44E-59F2-473E-8AF7-06C240C4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3" name="03_PREDICTIONS__pred1_r1c4">
            <a:extLst xmlns:a="http://schemas.openxmlformats.org/drawingml/2006/main">
              <a:ext uri="{FF2B5EF4-FFF2-40B4-BE49-F238E27FC236}">
                <a16:creationId xmlns:a16="http://schemas.microsoft.com/office/drawing/2014/main" id="{0946922A-1D65-4D80-B72A-1427EA63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4" name="03_PREDICTIONS__pred1_r1c5">
            <a:extLst xmlns:a="http://schemas.openxmlformats.org/drawingml/2006/main">
              <a:ext uri="{FF2B5EF4-FFF2-40B4-BE49-F238E27FC236}">
                <a16:creationId xmlns:a16="http://schemas.microsoft.com/office/drawing/2014/main" id="{6E73823C-71EB-4E0A-AF7A-7576B88A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5" name="03_PREDICTIONS__pred1_r1c6">
            <a:extLst xmlns:a="http://schemas.openxmlformats.org/drawingml/2006/main">
              <a:ext uri="{FF2B5EF4-FFF2-40B4-BE49-F238E27FC236}">
                <a16:creationId xmlns:a16="http://schemas.microsoft.com/office/drawing/2014/main" id="{A3A901E3-5FD3-421E-9474-C2D23DE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D4D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6" name="03_PREDICTIONS__pred1_r1c7">
            <a:extLst xmlns:a="http://schemas.openxmlformats.org/drawingml/2006/main">
              <a:ext uri="{FF2B5EF4-FFF2-40B4-BE49-F238E27FC236}">
                <a16:creationId xmlns:a16="http://schemas.microsoft.com/office/drawing/2014/main" id="{968F7108-7D36-4DF7-B66D-A75B8A46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AD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7" name="03_PREDICTIONS__pred1_r1c8">
            <a:extLst xmlns:a="http://schemas.openxmlformats.org/drawingml/2006/main">
              <a:ext uri="{FF2B5EF4-FFF2-40B4-BE49-F238E27FC236}">
                <a16:creationId xmlns:a16="http://schemas.microsoft.com/office/drawing/2014/main" id="{809904C3-245B-4D56-927E-70E7CCFC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1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8" name="03_PREDICTIONS__pred1_r1c9">
            <a:extLst xmlns:a="http://schemas.openxmlformats.org/drawingml/2006/main">
              <a:ext uri="{FF2B5EF4-FFF2-40B4-BE49-F238E27FC236}">
                <a16:creationId xmlns:a16="http://schemas.microsoft.com/office/drawing/2014/main" id="{6C027653-3735-4C05-93B4-A781A6BB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333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9" name="03_PREDICTIONS__pred1_r2c0">
            <a:extLst xmlns:a="http://schemas.openxmlformats.org/drawingml/2006/main">
              <a:ext uri="{FF2B5EF4-FFF2-40B4-BE49-F238E27FC236}">
                <a16:creationId xmlns:a16="http://schemas.microsoft.com/office/drawing/2014/main" id="{41C8B694-B871-40DB-930C-F829161E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0" name="03_PREDICTIONS__pred1_r2c1">
            <a:extLst xmlns:a="http://schemas.openxmlformats.org/drawingml/2006/main">
              <a:ext uri="{FF2B5EF4-FFF2-40B4-BE49-F238E27FC236}">
                <a16:creationId xmlns:a16="http://schemas.microsoft.com/office/drawing/2014/main" id="{0CAEF557-473C-431D-9FA5-AD67D854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1" name="03_PREDICTIONS__pred1_r2c2">
            <a:extLst xmlns:a="http://schemas.openxmlformats.org/drawingml/2006/main">
              <a:ext uri="{FF2B5EF4-FFF2-40B4-BE49-F238E27FC236}">
                <a16:creationId xmlns:a16="http://schemas.microsoft.com/office/drawing/2014/main" id="{7C9CD899-E714-4716-B468-2520F5B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2" name="03_PREDICTIONS__pred1_r2c3">
            <a:extLst xmlns:a="http://schemas.openxmlformats.org/drawingml/2006/main">
              <a:ext uri="{FF2B5EF4-FFF2-40B4-BE49-F238E27FC236}">
                <a16:creationId xmlns:a16="http://schemas.microsoft.com/office/drawing/2014/main" id="{0312E81F-C256-402C-BA2A-ADFD6A8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0C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3" name="03_PREDICTIONS__pred1_r2c4">
            <a:extLst xmlns:a="http://schemas.openxmlformats.org/drawingml/2006/main">
              <a:ext uri="{FF2B5EF4-FFF2-40B4-BE49-F238E27FC236}">
                <a16:creationId xmlns:a16="http://schemas.microsoft.com/office/drawing/2014/main" id="{D6012AE8-86CD-4FEA-91F8-9710078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4" name="03_PREDICTIONS__pred1_r2c5">
            <a:extLst xmlns:a="http://schemas.openxmlformats.org/drawingml/2006/main">
              <a:ext uri="{FF2B5EF4-FFF2-40B4-BE49-F238E27FC236}">
                <a16:creationId xmlns:a16="http://schemas.microsoft.com/office/drawing/2014/main" id="{9866858F-0785-4331-B846-5547B5FC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FA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5" name="03_PREDICTIONS__pred1_r2c6">
            <a:extLst xmlns:a="http://schemas.openxmlformats.org/drawingml/2006/main">
              <a:ext uri="{FF2B5EF4-FFF2-40B4-BE49-F238E27FC236}">
                <a16:creationId xmlns:a16="http://schemas.microsoft.com/office/drawing/2014/main" id="{F049A4D6-5883-435C-A87B-03BB37C4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DA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6" name="03_PREDICTIONS__pred1_r2c7">
            <a:extLst xmlns:a="http://schemas.openxmlformats.org/drawingml/2006/main">
              <a:ext uri="{FF2B5EF4-FFF2-40B4-BE49-F238E27FC236}">
                <a16:creationId xmlns:a16="http://schemas.microsoft.com/office/drawing/2014/main" id="{E94F2F21-450C-4BC0-AFDF-9F02D05D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B9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7" name="03_PREDICTIONS__pred1_r2c8">
            <a:extLst xmlns:a="http://schemas.openxmlformats.org/drawingml/2006/main">
              <a:ext uri="{FF2B5EF4-FFF2-40B4-BE49-F238E27FC236}">
                <a16:creationId xmlns:a16="http://schemas.microsoft.com/office/drawing/2014/main" id="{4EBFA7D9-C2A3-46F9-A329-905BA953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CCC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8" name="03_PREDICTIONS__pred1_r2c9">
            <a:extLst xmlns:a="http://schemas.openxmlformats.org/drawingml/2006/main">
              <a:ext uri="{FF2B5EF4-FFF2-40B4-BE49-F238E27FC236}">
                <a16:creationId xmlns:a16="http://schemas.microsoft.com/office/drawing/2014/main" id="{CBC5A3C3-C6B9-4564-A6BE-F29637BB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4860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E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9" name="03_PREDICTIONS__pred1_r3c0">
            <a:extLst xmlns:a="http://schemas.openxmlformats.org/drawingml/2006/main">
              <a:ext uri="{FF2B5EF4-FFF2-40B4-BE49-F238E27FC236}">
                <a16:creationId xmlns:a16="http://schemas.microsoft.com/office/drawing/2014/main" id="{D7966A0B-FDE0-4447-980E-5B146C0E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0" name="03_PREDICTIONS__pred1_r3c1">
            <a:extLst xmlns:a="http://schemas.openxmlformats.org/drawingml/2006/main">
              <a:ext uri="{FF2B5EF4-FFF2-40B4-BE49-F238E27FC236}">
                <a16:creationId xmlns:a16="http://schemas.microsoft.com/office/drawing/2014/main" id="{36CBB0B9-C6A0-4C26-996D-D871EBA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1" name="03_PREDICTIONS__pred1_r3c2">
            <a:extLst xmlns:a="http://schemas.openxmlformats.org/drawingml/2006/main">
              <a:ext uri="{FF2B5EF4-FFF2-40B4-BE49-F238E27FC236}">
                <a16:creationId xmlns:a16="http://schemas.microsoft.com/office/drawing/2014/main" id="{B0877963-9E8C-4340-98BC-B87B1697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9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2" name="03_PREDICTIONS__pred1_r3c3">
            <a:extLst xmlns:a="http://schemas.openxmlformats.org/drawingml/2006/main">
              <a:ext uri="{FF2B5EF4-FFF2-40B4-BE49-F238E27FC236}">
                <a16:creationId xmlns:a16="http://schemas.microsoft.com/office/drawing/2014/main" id="{F5D7BF86-D265-4010-A7A2-55F7F816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C2B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3" name="03_PREDICTIONS__pred1_r3c4">
            <a:extLst xmlns:a="http://schemas.openxmlformats.org/drawingml/2006/main">
              <a:ext uri="{FF2B5EF4-FFF2-40B4-BE49-F238E27FC236}">
                <a16:creationId xmlns:a16="http://schemas.microsoft.com/office/drawing/2014/main" id="{71C652AC-C05F-4EF4-9F95-D1EAC56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4" name="03_PREDICTIONS__pred1_r3c5">
            <a:extLst xmlns:a="http://schemas.openxmlformats.org/drawingml/2006/main">
              <a:ext uri="{FF2B5EF4-FFF2-40B4-BE49-F238E27FC236}">
                <a16:creationId xmlns:a16="http://schemas.microsoft.com/office/drawing/2014/main" id="{C56E113C-339B-4E17-9492-58110269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928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5" name="03_PREDICTIONS__pred1_r3c6">
            <a:extLst xmlns:a="http://schemas.openxmlformats.org/drawingml/2006/main">
              <a:ext uri="{FF2B5EF4-FFF2-40B4-BE49-F238E27FC236}">
                <a16:creationId xmlns:a16="http://schemas.microsoft.com/office/drawing/2014/main" id="{C14D628D-A437-4B42-A450-80DDD9E6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908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6" name="03_PREDICTIONS__pred1_r3c7">
            <a:extLst xmlns:a="http://schemas.openxmlformats.org/drawingml/2006/main">
              <a:ext uri="{FF2B5EF4-FFF2-40B4-BE49-F238E27FC236}">
                <a16:creationId xmlns:a16="http://schemas.microsoft.com/office/drawing/2014/main" id="{392F7119-DFA1-4567-8C23-E3E65C35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A29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7" name="03_PREDICTIONS__pred1_r3c8">
            <a:extLst xmlns:a="http://schemas.openxmlformats.org/drawingml/2006/main">
              <a:ext uri="{FF2B5EF4-FFF2-40B4-BE49-F238E27FC236}">
                <a16:creationId xmlns:a16="http://schemas.microsoft.com/office/drawing/2014/main" id="{ECD6F3D2-E77B-4FF9-AE1D-FFAB4BF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BD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8" name="03_PREDICTIONS__pred1_r3c9">
            <a:extLst xmlns:a="http://schemas.openxmlformats.org/drawingml/2006/main">
              <a:ext uri="{FF2B5EF4-FFF2-40B4-BE49-F238E27FC236}">
                <a16:creationId xmlns:a16="http://schemas.microsoft.com/office/drawing/2014/main" id="{78D04744-D9A9-4FD7-AAED-A9F8E76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6384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9" name="03_PREDICTIONS__pred1_r4c0">
            <a:extLst xmlns:a="http://schemas.openxmlformats.org/drawingml/2006/main">
              <a:ext uri="{FF2B5EF4-FFF2-40B4-BE49-F238E27FC236}">
                <a16:creationId xmlns:a16="http://schemas.microsoft.com/office/drawing/2014/main" id="{79B2C70C-222B-4E46-A056-56ABC2A6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0" name="03_PREDICTIONS__pred1_r4c1">
            <a:extLst xmlns:a="http://schemas.openxmlformats.org/drawingml/2006/main">
              <a:ext uri="{FF2B5EF4-FFF2-40B4-BE49-F238E27FC236}">
                <a16:creationId xmlns:a16="http://schemas.microsoft.com/office/drawing/2014/main" id="{B8C0D555-FCFA-44D4-BB97-883F1E04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1" name="03_PREDICTIONS__pred1_r4c2">
            <a:extLst xmlns:a="http://schemas.openxmlformats.org/drawingml/2006/main">
              <a:ext uri="{FF2B5EF4-FFF2-40B4-BE49-F238E27FC236}">
                <a16:creationId xmlns:a16="http://schemas.microsoft.com/office/drawing/2014/main" id="{4E5A91E1-7DC2-49EA-874F-008CA1D6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DDD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2" name="03_PREDICTIONS__pred1_r4c3">
            <a:extLst xmlns:a="http://schemas.openxmlformats.org/drawingml/2006/main">
              <a:ext uri="{FF2B5EF4-FFF2-40B4-BE49-F238E27FC236}">
                <a16:creationId xmlns:a16="http://schemas.microsoft.com/office/drawing/2014/main" id="{4CDBB2B0-63D5-4F49-8448-974AFFF0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C9C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3" name="03_PREDICTIONS__pred1_r4c4">
            <a:extLst xmlns:a="http://schemas.openxmlformats.org/drawingml/2006/main">
              <a:ext uri="{FF2B5EF4-FFF2-40B4-BE49-F238E27FC236}">
                <a16:creationId xmlns:a16="http://schemas.microsoft.com/office/drawing/2014/main" id="{16351993-947A-4FE3-8DC9-8F7984E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1A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4" name="03_PREDICTIONS__pred1_r4c5">
            <a:extLst xmlns:a="http://schemas.openxmlformats.org/drawingml/2006/main">
              <a:ext uri="{FF2B5EF4-FFF2-40B4-BE49-F238E27FC236}">
                <a16:creationId xmlns:a16="http://schemas.microsoft.com/office/drawing/2014/main" id="{57DE47D5-6F7D-439C-897D-FAA37429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A09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5" name="03_PREDICTIONS__pred1_r4c6">
            <a:extLst xmlns:a="http://schemas.openxmlformats.org/drawingml/2006/main">
              <a:ext uri="{FF2B5EF4-FFF2-40B4-BE49-F238E27FC236}">
                <a16:creationId xmlns:a16="http://schemas.microsoft.com/office/drawing/2014/main" id="{ED7DF999-B2E8-4561-85E5-77CC4E5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E9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6" name="03_PREDICTIONS__pred1_r4c7">
            <a:extLst xmlns:a="http://schemas.openxmlformats.org/drawingml/2006/main">
              <a:ext uri="{FF2B5EF4-FFF2-40B4-BE49-F238E27FC236}">
                <a16:creationId xmlns:a16="http://schemas.microsoft.com/office/drawing/2014/main" id="{48DE11C1-D71D-4DDB-A014-EC3D65B3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ADA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7" name="03_PREDICTIONS__pred1_r4c8">
            <a:extLst xmlns:a="http://schemas.openxmlformats.org/drawingml/2006/main">
              <a:ext uri="{FF2B5EF4-FFF2-40B4-BE49-F238E27FC236}">
                <a16:creationId xmlns:a16="http://schemas.microsoft.com/office/drawing/2014/main" id="{4BAD0955-5863-41A6-9CBE-8CA15B5E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4C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8" name="03_PREDICTIONS__pred1_r4c9">
            <a:extLst xmlns:a="http://schemas.openxmlformats.org/drawingml/2006/main">
              <a:ext uri="{FF2B5EF4-FFF2-40B4-BE49-F238E27FC236}">
                <a16:creationId xmlns:a16="http://schemas.microsoft.com/office/drawing/2014/main" id="{753F17B8-6DEB-4B7A-9A84-04ED7A1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790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9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9" name="03_PREDICTIONS__pred1_r5c0">
            <a:extLst xmlns:a="http://schemas.openxmlformats.org/drawingml/2006/main">
              <a:ext uri="{FF2B5EF4-FFF2-40B4-BE49-F238E27FC236}">
                <a16:creationId xmlns:a16="http://schemas.microsoft.com/office/drawing/2014/main" id="{7FF98284-1B81-4211-A43F-D0AE0A97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0" name="03_PREDICTIONS__pred1_r5c1">
            <a:extLst xmlns:a="http://schemas.openxmlformats.org/drawingml/2006/main">
              <a:ext uri="{FF2B5EF4-FFF2-40B4-BE49-F238E27FC236}">
                <a16:creationId xmlns:a16="http://schemas.microsoft.com/office/drawing/2014/main" id="{A2C72162-FF62-48B6-B2CA-AE3F4490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1" name="03_PREDICTIONS__pred1_r5c2">
            <a:extLst xmlns:a="http://schemas.openxmlformats.org/drawingml/2006/main">
              <a:ext uri="{FF2B5EF4-FFF2-40B4-BE49-F238E27FC236}">
                <a16:creationId xmlns:a16="http://schemas.microsoft.com/office/drawing/2014/main" id="{A19AF7E9-CE31-4137-BD94-3F6ABBDF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2" name="03_PREDICTIONS__pred1_r5c3">
            <a:extLst xmlns:a="http://schemas.openxmlformats.org/drawingml/2006/main">
              <a:ext uri="{FF2B5EF4-FFF2-40B4-BE49-F238E27FC236}">
                <a16:creationId xmlns:a16="http://schemas.microsoft.com/office/drawing/2014/main" id="{BCB8CBD7-D459-4468-8F5F-E82CF9D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C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3" name="03_PREDICTIONS__pred1_r5c4">
            <a:extLst xmlns:a="http://schemas.openxmlformats.org/drawingml/2006/main">
              <a:ext uri="{FF2B5EF4-FFF2-40B4-BE49-F238E27FC236}">
                <a16:creationId xmlns:a16="http://schemas.microsoft.com/office/drawing/2014/main" id="{F938DE0A-27FB-4C58-9CEA-28521C8F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4" name="03_PREDICTIONS__pred1_r5c5">
            <a:extLst xmlns:a="http://schemas.openxmlformats.org/drawingml/2006/main">
              <a:ext uri="{FF2B5EF4-FFF2-40B4-BE49-F238E27FC236}">
                <a16:creationId xmlns:a16="http://schemas.microsoft.com/office/drawing/2014/main" id="{8829C80B-9351-4CBF-851B-AAD7380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C7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5" name="03_PREDICTIONS__pred1_r5c6">
            <a:extLst xmlns:a="http://schemas.openxmlformats.org/drawingml/2006/main">
              <a:ext uri="{FF2B5EF4-FFF2-40B4-BE49-F238E27FC236}">
                <a16:creationId xmlns:a16="http://schemas.microsoft.com/office/drawing/2014/main" id="{1F5FB52C-4220-4186-9265-21E6F01C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6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6" name="03_PREDICTIONS__pred1_r5c7">
            <a:extLst xmlns:a="http://schemas.openxmlformats.org/drawingml/2006/main">
              <a:ext uri="{FF2B5EF4-FFF2-40B4-BE49-F238E27FC236}">
                <a16:creationId xmlns:a16="http://schemas.microsoft.com/office/drawing/2014/main" id="{37BDD064-8233-4BAC-BE1D-4598CC1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7" name="03_PREDICTIONS__pred1_r5c8">
            <a:extLst xmlns:a="http://schemas.openxmlformats.org/drawingml/2006/main">
              <a:ext uri="{FF2B5EF4-FFF2-40B4-BE49-F238E27FC236}">
                <a16:creationId xmlns:a16="http://schemas.microsoft.com/office/drawing/2014/main" id="{D8E2ACB9-18B3-4080-856A-EEFAEDDD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8" name="03_PREDICTIONS__pred1_r5c9">
            <a:extLst xmlns:a="http://schemas.openxmlformats.org/drawingml/2006/main">
              <a:ext uri="{FF2B5EF4-FFF2-40B4-BE49-F238E27FC236}">
                <a16:creationId xmlns:a16="http://schemas.microsoft.com/office/drawing/2014/main" id="{3A4885E1-2F0E-4908-BEAE-BA91F2BA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29432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9" name="03_PREDICTIONS__pred1_r6c0">
            <a:extLst xmlns:a="http://schemas.openxmlformats.org/drawingml/2006/main">
              <a:ext uri="{FF2B5EF4-FFF2-40B4-BE49-F238E27FC236}">
                <a16:creationId xmlns:a16="http://schemas.microsoft.com/office/drawing/2014/main" id="{3FF4D654-2568-4792-B773-6F047BC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0" name="03_PREDICTIONS__pred1_r6c1">
            <a:extLst xmlns:a="http://schemas.openxmlformats.org/drawingml/2006/main">
              <a:ext uri="{FF2B5EF4-FFF2-40B4-BE49-F238E27FC236}">
                <a16:creationId xmlns:a16="http://schemas.microsoft.com/office/drawing/2014/main" id="{031454AF-49FD-408D-8B76-ABF5393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44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1" name="03_PREDICTIONS__pred1_r6c2">
            <a:extLst xmlns:a="http://schemas.openxmlformats.org/drawingml/2006/main">
              <a:ext uri="{FF2B5EF4-FFF2-40B4-BE49-F238E27FC236}">
                <a16:creationId xmlns:a16="http://schemas.microsoft.com/office/drawing/2014/main" id="{EBD1A147-A623-4DA6-A2E3-D30F1A46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968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D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2" name="03_PREDICTIONS__pred1_r6c3">
            <a:extLst xmlns:a="http://schemas.openxmlformats.org/drawingml/2006/main">
              <a:ext uri="{FF2B5EF4-FFF2-40B4-BE49-F238E27FC236}">
                <a16:creationId xmlns:a16="http://schemas.microsoft.com/office/drawing/2014/main" id="{2BC0DB36-199F-42DD-88CD-756D8FC1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492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3" name="03_PREDICTIONS__pred1_r6c4">
            <a:extLst xmlns:a="http://schemas.openxmlformats.org/drawingml/2006/main">
              <a:ext uri="{FF2B5EF4-FFF2-40B4-BE49-F238E27FC236}">
                <a16:creationId xmlns:a16="http://schemas.microsoft.com/office/drawing/2014/main" id="{34AE41C6-E196-4DD8-9ED9-4C7A25E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4" name="03_PREDICTIONS__pred1_r6c5">
            <a:extLst xmlns:a="http://schemas.openxmlformats.org/drawingml/2006/main">
              <a:ext uri="{FF2B5EF4-FFF2-40B4-BE49-F238E27FC236}">
                <a16:creationId xmlns:a16="http://schemas.microsoft.com/office/drawing/2014/main" id="{C58CD7A1-9674-40EA-906B-B9EA2CE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540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5" name="03_PREDICTIONS__pred1_r6c6">
            <a:extLst xmlns:a="http://schemas.openxmlformats.org/drawingml/2006/main">
              <a:ext uri="{FF2B5EF4-FFF2-40B4-BE49-F238E27FC236}">
                <a16:creationId xmlns:a16="http://schemas.microsoft.com/office/drawing/2014/main" id="{ABB5CFBD-377E-408C-899A-E16DB712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064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6" name="03_PREDICTIONS__pred1_r6c7">
            <a:extLst xmlns:a="http://schemas.openxmlformats.org/drawingml/2006/main">
              <a:ext uri="{FF2B5EF4-FFF2-40B4-BE49-F238E27FC236}">
                <a16:creationId xmlns:a16="http://schemas.microsoft.com/office/drawing/2014/main" id="{F8666249-2BCF-44DF-8462-0CF8C2FB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88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7" name="03_PREDICTIONS__pred1_r6c8">
            <a:extLst xmlns:a="http://schemas.openxmlformats.org/drawingml/2006/main">
              <a:ext uri="{FF2B5EF4-FFF2-40B4-BE49-F238E27FC236}">
                <a16:creationId xmlns:a16="http://schemas.microsoft.com/office/drawing/2014/main" id="{314B7624-89B7-448A-A274-57DB8DEA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112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8" name="03_PREDICTIONS__pred1_r6c9">
            <a:extLst xmlns:a="http://schemas.openxmlformats.org/drawingml/2006/main">
              <a:ext uri="{FF2B5EF4-FFF2-40B4-BE49-F238E27FC236}">
                <a16:creationId xmlns:a16="http://schemas.microsoft.com/office/drawing/2014/main" id="{F49A2042-9E5F-432A-AEAD-C9C5171C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3600" y="30956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9" name="03_PREDICTIONS__pred1_frame">
            <a:extLst xmlns:a="http://schemas.openxmlformats.org/drawingml/2006/main">
              <a:ext uri="{FF2B5EF4-FFF2-40B4-BE49-F238E27FC236}">
                <a16:creationId xmlns:a16="http://schemas.microsoft.com/office/drawing/2014/main" id="{D13FABAA-72FF-4E5D-BF00-A717E188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92000" y="2181225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390" name="03_PREDICTIONS__pred2_r0c0">
            <a:extLst xmlns:a="http://schemas.openxmlformats.org/drawingml/2006/main">
              <a:ext uri="{FF2B5EF4-FFF2-40B4-BE49-F238E27FC236}">
                <a16:creationId xmlns:a16="http://schemas.microsoft.com/office/drawing/2014/main" id="{AD147D99-9155-4B95-B7AC-D18B0F5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1" name="03_PREDICTIONS__pred2_r0c1">
            <a:extLst xmlns:a="http://schemas.openxmlformats.org/drawingml/2006/main">
              <a:ext uri="{FF2B5EF4-FFF2-40B4-BE49-F238E27FC236}">
                <a16:creationId xmlns:a16="http://schemas.microsoft.com/office/drawing/2014/main" id="{DD8D6534-E17F-4A11-8BB8-065FFAAC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6E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2" name="03_PREDICTIONS__pred2_r0c2">
            <a:extLst xmlns:a="http://schemas.openxmlformats.org/drawingml/2006/main">
              <a:ext uri="{FF2B5EF4-FFF2-40B4-BE49-F238E27FC236}">
                <a16:creationId xmlns:a16="http://schemas.microsoft.com/office/drawing/2014/main" id="{274ACB29-E325-437F-A5C8-0874CBC3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4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3" name="03_PREDICTIONS__pred2_r0c3">
            <a:extLst xmlns:a="http://schemas.openxmlformats.org/drawingml/2006/main">
              <a:ext uri="{FF2B5EF4-FFF2-40B4-BE49-F238E27FC236}">
                <a16:creationId xmlns:a16="http://schemas.microsoft.com/office/drawing/2014/main" id="{6B9DD405-3352-404E-BF3B-8F471FCA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5E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4" name="03_PREDICTIONS__pred2_r0c4">
            <a:extLst xmlns:a="http://schemas.openxmlformats.org/drawingml/2006/main">
              <a:ext uri="{FF2B5EF4-FFF2-40B4-BE49-F238E27FC236}">
                <a16:creationId xmlns:a16="http://schemas.microsoft.com/office/drawing/2014/main" id="{60F6F331-B529-42B1-BF99-7976B37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5" name="03_PREDICTIONS__pred2_r0c5">
            <a:extLst xmlns:a="http://schemas.openxmlformats.org/drawingml/2006/main">
              <a:ext uri="{FF2B5EF4-FFF2-40B4-BE49-F238E27FC236}">
                <a16:creationId xmlns:a16="http://schemas.microsoft.com/office/drawing/2014/main" id="{A9C23D88-8CD8-4E27-A084-3CB03C54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E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6" name="03_PREDICTIONS__pred2_r0c6">
            <a:extLst xmlns:a="http://schemas.openxmlformats.org/drawingml/2006/main">
              <a:ext uri="{FF2B5EF4-FFF2-40B4-BE49-F238E27FC236}">
                <a16:creationId xmlns:a16="http://schemas.microsoft.com/office/drawing/2014/main" id="{11EB57B5-EF46-4549-87F8-7A942F90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7" name="03_PREDICTIONS__pred2_r0c7">
            <a:extLst xmlns:a="http://schemas.openxmlformats.org/drawingml/2006/main">
              <a:ext uri="{FF2B5EF4-FFF2-40B4-BE49-F238E27FC236}">
                <a16:creationId xmlns:a16="http://schemas.microsoft.com/office/drawing/2014/main" id="{9565D19C-0887-44A9-A141-9E53E85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8" name="03_PREDICTIONS__pred2_r0c8">
            <a:extLst xmlns:a="http://schemas.openxmlformats.org/drawingml/2006/main">
              <a:ext uri="{FF2B5EF4-FFF2-40B4-BE49-F238E27FC236}">
                <a16:creationId xmlns:a16="http://schemas.microsoft.com/office/drawing/2014/main" id="{0E71E15E-4FF5-4EFE-95F9-C287059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9" name="03_PREDICTIONS__pred2_r0c9">
            <a:extLst xmlns:a="http://schemas.openxmlformats.org/drawingml/2006/main">
              <a:ext uri="{FF2B5EF4-FFF2-40B4-BE49-F238E27FC236}">
                <a16:creationId xmlns:a16="http://schemas.microsoft.com/office/drawing/2014/main" id="{77BE6EC6-865F-4CB1-AD26-4E557F52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295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0" name="03_PREDICTIONS__pred2_r1c0">
            <a:extLst xmlns:a="http://schemas.openxmlformats.org/drawingml/2006/main">
              <a:ext uri="{FF2B5EF4-FFF2-40B4-BE49-F238E27FC236}">
                <a16:creationId xmlns:a16="http://schemas.microsoft.com/office/drawing/2014/main" id="{4920B9B4-3E87-42C8-BD56-90894F00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D8D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1" name="03_PREDICTIONS__pred2_r1c1">
            <a:extLst xmlns:a="http://schemas.openxmlformats.org/drawingml/2006/main">
              <a:ext uri="{FF2B5EF4-FFF2-40B4-BE49-F238E27FC236}">
                <a16:creationId xmlns:a16="http://schemas.microsoft.com/office/drawing/2014/main" id="{5433A7E6-7692-4268-991E-E8353930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B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2" name="03_PREDICTIONS__pred2_r1c2">
            <a:extLst xmlns:a="http://schemas.openxmlformats.org/drawingml/2006/main">
              <a:ext uri="{FF2B5EF4-FFF2-40B4-BE49-F238E27FC236}">
                <a16:creationId xmlns:a16="http://schemas.microsoft.com/office/drawing/2014/main" id="{AA7C6B39-11F6-4C52-9CB7-E9040C3C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C4C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3" name="03_PREDICTIONS__pred2_r1c3">
            <a:extLst xmlns:a="http://schemas.openxmlformats.org/drawingml/2006/main">
              <a:ext uri="{FF2B5EF4-FFF2-40B4-BE49-F238E27FC236}">
                <a16:creationId xmlns:a16="http://schemas.microsoft.com/office/drawing/2014/main" id="{ACDB6A8B-2CC2-4D0C-B5F5-25744F59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C8C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4" name="03_PREDICTIONS__pred2_r1c4">
            <a:extLst xmlns:a="http://schemas.openxmlformats.org/drawingml/2006/main">
              <a:ext uri="{FF2B5EF4-FFF2-40B4-BE49-F238E27FC236}">
                <a16:creationId xmlns:a16="http://schemas.microsoft.com/office/drawing/2014/main" id="{3DBDEC85-FD60-427F-877F-29D15940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5" name="03_PREDICTIONS__pred2_r1c5">
            <a:extLst xmlns:a="http://schemas.openxmlformats.org/drawingml/2006/main">
              <a:ext uri="{FF2B5EF4-FFF2-40B4-BE49-F238E27FC236}">
                <a16:creationId xmlns:a16="http://schemas.microsoft.com/office/drawing/2014/main" id="{388C0F4A-4284-45DC-81B6-50D2E841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3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6" name="03_PREDICTIONS__pred2_r1c6">
            <a:extLst xmlns:a="http://schemas.openxmlformats.org/drawingml/2006/main">
              <a:ext uri="{FF2B5EF4-FFF2-40B4-BE49-F238E27FC236}">
                <a16:creationId xmlns:a16="http://schemas.microsoft.com/office/drawing/2014/main" id="{E6D97ACD-990B-404C-9A65-95395C3B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7" name="03_PREDICTIONS__pred2_r1c7">
            <a:extLst xmlns:a="http://schemas.openxmlformats.org/drawingml/2006/main">
              <a:ext uri="{FF2B5EF4-FFF2-40B4-BE49-F238E27FC236}">
                <a16:creationId xmlns:a16="http://schemas.microsoft.com/office/drawing/2014/main" id="{0FA4E47F-DF17-49E9-930F-C475069D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2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8" name="03_PREDICTIONS__pred2_r1c8">
            <a:extLst xmlns:a="http://schemas.openxmlformats.org/drawingml/2006/main">
              <a:ext uri="{FF2B5EF4-FFF2-40B4-BE49-F238E27FC236}">
                <a16:creationId xmlns:a16="http://schemas.microsoft.com/office/drawing/2014/main" id="{90C6DE15-F843-49C1-BADA-646A8628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9" name="03_PREDICTIONS__pred2_r1c9">
            <a:extLst xmlns:a="http://schemas.openxmlformats.org/drawingml/2006/main">
              <a:ext uri="{FF2B5EF4-FFF2-40B4-BE49-F238E27FC236}">
                <a16:creationId xmlns:a16="http://schemas.microsoft.com/office/drawing/2014/main" id="{9A87CA23-8EF7-4F6C-B3F4-1F5A90BD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448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0" name="03_PREDICTIONS__pred2_r2c0">
            <a:extLst xmlns:a="http://schemas.openxmlformats.org/drawingml/2006/main">
              <a:ext uri="{FF2B5EF4-FFF2-40B4-BE49-F238E27FC236}">
                <a16:creationId xmlns:a16="http://schemas.microsoft.com/office/drawing/2014/main" id="{A424D79E-3FA1-4A47-92E2-2B0C6680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C3C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1" name="03_PREDICTIONS__pred2_r2c1">
            <a:extLst xmlns:a="http://schemas.openxmlformats.org/drawingml/2006/main">
              <a:ext uri="{FF2B5EF4-FFF2-40B4-BE49-F238E27FC236}">
                <a16:creationId xmlns:a16="http://schemas.microsoft.com/office/drawing/2014/main" id="{B280B4D5-5E43-4C83-BA6D-11FBF69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ABA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2" name="03_PREDICTIONS__pred2_r2c2">
            <a:extLst xmlns:a="http://schemas.openxmlformats.org/drawingml/2006/main">
              <a:ext uri="{FF2B5EF4-FFF2-40B4-BE49-F238E27FC236}">
                <a16:creationId xmlns:a16="http://schemas.microsoft.com/office/drawing/2014/main" id="{48CCEC61-1CD4-4966-AB3E-56C7F5B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9F9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3" name="03_PREDICTIONS__pred2_r2c3">
            <a:extLst xmlns:a="http://schemas.openxmlformats.org/drawingml/2006/main">
              <a:ext uri="{FF2B5EF4-FFF2-40B4-BE49-F238E27FC236}">
                <a16:creationId xmlns:a16="http://schemas.microsoft.com/office/drawing/2014/main" id="{09B65B06-67B4-45E3-85E6-58C51366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4" name="03_PREDICTIONS__pred2_r2c4">
            <a:extLst xmlns:a="http://schemas.openxmlformats.org/drawingml/2006/main">
              <a:ext uri="{FF2B5EF4-FFF2-40B4-BE49-F238E27FC236}">
                <a16:creationId xmlns:a16="http://schemas.microsoft.com/office/drawing/2014/main" id="{425127CB-2149-475D-A963-E50A9613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5" name="03_PREDICTIONS__pred2_r2c5">
            <a:extLst xmlns:a="http://schemas.openxmlformats.org/drawingml/2006/main">
              <a:ext uri="{FF2B5EF4-FFF2-40B4-BE49-F238E27FC236}">
                <a16:creationId xmlns:a16="http://schemas.microsoft.com/office/drawing/2014/main" id="{EFDFA0FD-DDB7-43B7-92B3-05C8064A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6" name="03_PREDICTIONS__pred2_r2c6">
            <a:extLst xmlns:a="http://schemas.openxmlformats.org/drawingml/2006/main">
              <a:ext uri="{FF2B5EF4-FFF2-40B4-BE49-F238E27FC236}">
                <a16:creationId xmlns:a16="http://schemas.microsoft.com/office/drawing/2014/main" id="{49DAF082-775C-4B5D-901D-CCB40FF6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7" name="03_PREDICTIONS__pred2_r2c7">
            <a:extLst xmlns:a="http://schemas.openxmlformats.org/drawingml/2006/main">
              <a:ext uri="{FF2B5EF4-FFF2-40B4-BE49-F238E27FC236}">
                <a16:creationId xmlns:a16="http://schemas.microsoft.com/office/drawing/2014/main" id="{0A01676D-03C7-4479-8C14-465205E9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8" name="03_PREDICTIONS__pred2_r2c8">
            <a:extLst xmlns:a="http://schemas.openxmlformats.org/drawingml/2006/main">
              <a:ext uri="{FF2B5EF4-FFF2-40B4-BE49-F238E27FC236}">
                <a16:creationId xmlns:a16="http://schemas.microsoft.com/office/drawing/2014/main" id="{795F5A07-5EC3-428E-B341-976FD707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9" name="03_PREDICTIONS__pred2_r2c9">
            <a:extLst xmlns:a="http://schemas.openxmlformats.org/drawingml/2006/main">
              <a:ext uri="{FF2B5EF4-FFF2-40B4-BE49-F238E27FC236}">
                <a16:creationId xmlns:a16="http://schemas.microsoft.com/office/drawing/2014/main" id="{33FA8B82-D2FA-4B9D-AE0C-65B5DD03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600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0" name="03_PREDICTIONS__pred2_r3c0">
            <a:extLst xmlns:a="http://schemas.openxmlformats.org/drawingml/2006/main">
              <a:ext uri="{FF2B5EF4-FFF2-40B4-BE49-F238E27FC236}">
                <a16:creationId xmlns:a16="http://schemas.microsoft.com/office/drawing/2014/main" id="{3BF4976E-6EB5-4605-84D3-FEE2EEB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1B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1" name="03_PREDICTIONS__pred2_r3c1">
            <a:extLst xmlns:a="http://schemas.openxmlformats.org/drawingml/2006/main">
              <a:ext uri="{FF2B5EF4-FFF2-40B4-BE49-F238E27FC236}">
                <a16:creationId xmlns:a16="http://schemas.microsoft.com/office/drawing/2014/main" id="{EFAC700E-E72B-4CB4-8FBD-24C434AE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A7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2" name="03_PREDICTIONS__pred2_r3c2">
            <a:extLst xmlns:a="http://schemas.openxmlformats.org/drawingml/2006/main">
              <a:ext uri="{FF2B5EF4-FFF2-40B4-BE49-F238E27FC236}">
                <a16:creationId xmlns:a16="http://schemas.microsoft.com/office/drawing/2014/main" id="{3AA86540-5A14-4593-9A2D-9FE3686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B9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3" name="03_PREDICTIONS__pred2_r3c3">
            <a:extLst xmlns:a="http://schemas.openxmlformats.org/drawingml/2006/main">
              <a:ext uri="{FF2B5EF4-FFF2-40B4-BE49-F238E27FC236}">
                <a16:creationId xmlns:a16="http://schemas.microsoft.com/office/drawing/2014/main" id="{C984AB47-156C-4DAF-835E-C8290216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A39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4" name="03_PREDICTIONS__pred2_r3c4">
            <a:extLst xmlns:a="http://schemas.openxmlformats.org/drawingml/2006/main">
              <a:ext uri="{FF2B5EF4-FFF2-40B4-BE49-F238E27FC236}">
                <a16:creationId xmlns:a16="http://schemas.microsoft.com/office/drawing/2014/main" id="{4555BE7A-CF09-492D-8B82-3DC86CB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BB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5" name="03_PREDICTIONS__pred2_r3c5">
            <a:extLst xmlns:a="http://schemas.openxmlformats.org/drawingml/2006/main">
              <a:ext uri="{FF2B5EF4-FFF2-40B4-BE49-F238E27FC236}">
                <a16:creationId xmlns:a16="http://schemas.microsoft.com/office/drawing/2014/main" id="{DAF44727-85BC-47B8-A621-0279087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D5D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6" name="03_PREDICTIONS__pred2_r3c6">
            <a:extLst xmlns:a="http://schemas.openxmlformats.org/drawingml/2006/main">
              <a:ext uri="{FF2B5EF4-FFF2-40B4-BE49-F238E27FC236}">
                <a16:creationId xmlns:a16="http://schemas.microsoft.com/office/drawing/2014/main" id="{A026C0E7-2DF2-4AF5-9965-5B85FB3B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7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7" name="03_PREDICTIONS__pred2_r3c7">
            <a:extLst xmlns:a="http://schemas.openxmlformats.org/drawingml/2006/main">
              <a:ext uri="{FF2B5EF4-FFF2-40B4-BE49-F238E27FC236}">
                <a16:creationId xmlns:a16="http://schemas.microsoft.com/office/drawing/2014/main" id="{98238C18-9BD3-4EB3-B8E5-50E83809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8" name="03_PREDICTIONS__pred2_r3c8">
            <a:extLst xmlns:a="http://schemas.openxmlformats.org/drawingml/2006/main">
              <a:ext uri="{FF2B5EF4-FFF2-40B4-BE49-F238E27FC236}">
                <a16:creationId xmlns:a16="http://schemas.microsoft.com/office/drawing/2014/main" id="{F79BA0D2-1CA8-4982-A640-CB57B7D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9" name="03_PREDICTIONS__pred2_r3c9">
            <a:extLst xmlns:a="http://schemas.openxmlformats.org/drawingml/2006/main">
              <a:ext uri="{FF2B5EF4-FFF2-40B4-BE49-F238E27FC236}">
                <a16:creationId xmlns:a16="http://schemas.microsoft.com/office/drawing/2014/main" id="{7CAE7864-E817-464D-BBA1-F23958C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752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0" name="03_PREDICTIONS__pred2_r4c0">
            <a:extLst xmlns:a="http://schemas.openxmlformats.org/drawingml/2006/main">
              <a:ext uri="{FF2B5EF4-FFF2-40B4-BE49-F238E27FC236}">
                <a16:creationId xmlns:a16="http://schemas.microsoft.com/office/drawing/2014/main" id="{9B3941A4-5A14-4F9F-918F-63645FFD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D4D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1" name="03_PREDICTIONS__pred2_r4c1">
            <a:extLst xmlns:a="http://schemas.openxmlformats.org/drawingml/2006/main">
              <a:ext uri="{FF2B5EF4-FFF2-40B4-BE49-F238E27FC236}">
                <a16:creationId xmlns:a16="http://schemas.microsoft.com/office/drawing/2014/main" id="{73E646AB-9432-4F6E-8FBD-42EFFBF7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C4C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2" name="03_PREDICTIONS__pred2_r4c2">
            <a:extLst xmlns:a="http://schemas.openxmlformats.org/drawingml/2006/main">
              <a:ext uri="{FF2B5EF4-FFF2-40B4-BE49-F238E27FC236}">
                <a16:creationId xmlns:a16="http://schemas.microsoft.com/office/drawing/2014/main" id="{C844503B-8EB1-4B34-A4F0-B639482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BC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3" name="03_PREDICTIONS__pred2_r4c3">
            <a:extLst xmlns:a="http://schemas.openxmlformats.org/drawingml/2006/main">
              <a:ext uri="{FF2B5EF4-FFF2-40B4-BE49-F238E27FC236}">
                <a16:creationId xmlns:a16="http://schemas.microsoft.com/office/drawing/2014/main" id="{D73DE7F5-D2DC-4524-AD16-04A685DE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1B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4" name="03_PREDICTIONS__pred2_r4c4">
            <a:extLst xmlns:a="http://schemas.openxmlformats.org/drawingml/2006/main">
              <a:ext uri="{FF2B5EF4-FFF2-40B4-BE49-F238E27FC236}">
                <a16:creationId xmlns:a16="http://schemas.microsoft.com/office/drawing/2014/main" id="{A11000A2-A2D8-43CA-A456-461DD2E8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D0C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5" name="03_PREDICTIONS__pred2_r4c5">
            <a:extLst xmlns:a="http://schemas.openxmlformats.org/drawingml/2006/main">
              <a:ext uri="{FF2B5EF4-FFF2-40B4-BE49-F238E27FC236}">
                <a16:creationId xmlns:a16="http://schemas.microsoft.com/office/drawing/2014/main" id="{60CCB7D5-5CF5-431A-AE03-45CCC177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0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6" name="03_PREDICTIONS__pred2_r4c6">
            <a:extLst xmlns:a="http://schemas.openxmlformats.org/drawingml/2006/main">
              <a:ext uri="{FF2B5EF4-FFF2-40B4-BE49-F238E27FC236}">
                <a16:creationId xmlns:a16="http://schemas.microsoft.com/office/drawing/2014/main" id="{2272BDDC-F776-4E9B-9099-9162C75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C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7" name="03_PREDICTIONS__pred2_r4c7">
            <a:extLst xmlns:a="http://schemas.openxmlformats.org/drawingml/2006/main">
              <a:ext uri="{FF2B5EF4-FFF2-40B4-BE49-F238E27FC236}">
                <a16:creationId xmlns:a16="http://schemas.microsoft.com/office/drawing/2014/main" id="{2B8C3EB9-F904-4C35-89C8-6F1A1BF2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8" name="03_PREDICTIONS__pred2_r4c8">
            <a:extLst xmlns:a="http://schemas.openxmlformats.org/drawingml/2006/main">
              <a:ext uri="{FF2B5EF4-FFF2-40B4-BE49-F238E27FC236}">
                <a16:creationId xmlns:a16="http://schemas.microsoft.com/office/drawing/2014/main" id="{7F07FAF6-A177-471C-81F4-D9682231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9" name="03_PREDICTIONS__pred2_r4c9">
            <a:extLst xmlns:a="http://schemas.openxmlformats.org/drawingml/2006/main">
              <a:ext uri="{FF2B5EF4-FFF2-40B4-BE49-F238E27FC236}">
                <a16:creationId xmlns:a16="http://schemas.microsoft.com/office/drawing/2014/main" id="{1F132115-6C09-4F6B-A8C1-C03FD2F5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3905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0" name="03_PREDICTIONS__pred2_r5c0">
            <a:extLst xmlns:a="http://schemas.openxmlformats.org/drawingml/2006/main">
              <a:ext uri="{FF2B5EF4-FFF2-40B4-BE49-F238E27FC236}">
                <a16:creationId xmlns:a16="http://schemas.microsoft.com/office/drawing/2014/main" id="{C003A02C-0B83-4881-80EA-61D45DAB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8E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1" name="03_PREDICTIONS__pred2_r5c1">
            <a:extLst xmlns:a="http://schemas.openxmlformats.org/drawingml/2006/main">
              <a:ext uri="{FF2B5EF4-FFF2-40B4-BE49-F238E27FC236}">
                <a16:creationId xmlns:a16="http://schemas.microsoft.com/office/drawing/2014/main" id="{3B14AE22-E15A-413B-872F-3B7D438B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E2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2" name="03_PREDICTIONS__pred2_r5c2">
            <a:extLst xmlns:a="http://schemas.openxmlformats.org/drawingml/2006/main">
              <a:ext uri="{FF2B5EF4-FFF2-40B4-BE49-F238E27FC236}">
                <a16:creationId xmlns:a16="http://schemas.microsoft.com/office/drawing/2014/main" id="{ED062CD8-8CE4-4907-888D-30B69B57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3" name="03_PREDICTIONS__pred2_r5c3">
            <a:extLst xmlns:a="http://schemas.openxmlformats.org/drawingml/2006/main">
              <a:ext uri="{FF2B5EF4-FFF2-40B4-BE49-F238E27FC236}">
                <a16:creationId xmlns:a16="http://schemas.microsoft.com/office/drawing/2014/main" id="{51CEB698-C84F-4035-99D7-B897310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E1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4" name="03_PREDICTIONS__pred2_r5c4">
            <a:extLst xmlns:a="http://schemas.openxmlformats.org/drawingml/2006/main">
              <a:ext uri="{FF2B5EF4-FFF2-40B4-BE49-F238E27FC236}">
                <a16:creationId xmlns:a16="http://schemas.microsoft.com/office/drawing/2014/main" id="{60C9861C-DD35-49C3-BC7D-818DC3F0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5" name="03_PREDICTIONS__pred2_r5c5">
            <a:extLst xmlns:a="http://schemas.openxmlformats.org/drawingml/2006/main">
              <a:ext uri="{FF2B5EF4-FFF2-40B4-BE49-F238E27FC236}">
                <a16:creationId xmlns:a16="http://schemas.microsoft.com/office/drawing/2014/main" id="{63CAA3B7-12B6-4F79-B96A-5ABE552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D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6" name="03_PREDICTIONS__pred2_r5c6">
            <a:extLst xmlns:a="http://schemas.openxmlformats.org/drawingml/2006/main">
              <a:ext uri="{FF2B5EF4-FFF2-40B4-BE49-F238E27FC236}">
                <a16:creationId xmlns:a16="http://schemas.microsoft.com/office/drawing/2014/main" id="{4404E164-8EED-496E-857D-7BB6E764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7" name="03_PREDICTIONS__pred2_r5c7">
            <a:extLst xmlns:a="http://schemas.openxmlformats.org/drawingml/2006/main">
              <a:ext uri="{FF2B5EF4-FFF2-40B4-BE49-F238E27FC236}">
                <a16:creationId xmlns:a16="http://schemas.microsoft.com/office/drawing/2014/main" id="{E5338CB4-DD35-407B-BACA-EC54AA1A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8" name="03_PREDICTIONS__pred2_r5c8">
            <a:extLst xmlns:a="http://schemas.openxmlformats.org/drawingml/2006/main">
              <a:ext uri="{FF2B5EF4-FFF2-40B4-BE49-F238E27FC236}">
                <a16:creationId xmlns:a16="http://schemas.microsoft.com/office/drawing/2014/main" id="{9034B7BA-293F-4F24-9198-DC3C0419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9" name="03_PREDICTIONS__pred2_r5c9">
            <a:extLst xmlns:a="http://schemas.openxmlformats.org/drawingml/2006/main">
              <a:ext uri="{FF2B5EF4-FFF2-40B4-BE49-F238E27FC236}">
                <a16:creationId xmlns:a16="http://schemas.microsoft.com/office/drawing/2014/main" id="{0C6B2EFF-E9C4-47F9-BCFD-6A8ABAE1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4057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0" name="03_PREDICTIONS__pred2_r6c0">
            <a:extLst xmlns:a="http://schemas.openxmlformats.org/drawingml/2006/main">
              <a:ext uri="{FF2B5EF4-FFF2-40B4-BE49-F238E27FC236}">
                <a16:creationId xmlns:a16="http://schemas.microsoft.com/office/drawing/2014/main" id="{8A79A4E8-064E-4527-BBC0-77226614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1" name="03_PREDICTIONS__pred2_r6c1">
            <a:extLst xmlns:a="http://schemas.openxmlformats.org/drawingml/2006/main">
              <a:ext uri="{FF2B5EF4-FFF2-40B4-BE49-F238E27FC236}">
                <a16:creationId xmlns:a16="http://schemas.microsoft.com/office/drawing/2014/main" id="{A0C0A92D-3B72-49A4-AE2B-F963624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968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2" name="03_PREDICTIONS__pred2_r6c2">
            <a:extLst xmlns:a="http://schemas.openxmlformats.org/drawingml/2006/main">
              <a:ext uri="{FF2B5EF4-FFF2-40B4-BE49-F238E27FC236}">
                <a16:creationId xmlns:a16="http://schemas.microsoft.com/office/drawing/2014/main" id="{4088C101-8791-4B46-A64D-85B7C2D5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492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F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3" name="03_PREDICTIONS__pred2_r6c3">
            <a:extLst xmlns:a="http://schemas.openxmlformats.org/drawingml/2006/main">
              <a:ext uri="{FF2B5EF4-FFF2-40B4-BE49-F238E27FC236}">
                <a16:creationId xmlns:a16="http://schemas.microsoft.com/office/drawing/2014/main" id="{4F7F01DB-58DC-489A-AC23-2CBB0364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016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4" name="03_PREDICTIONS__pred2_r6c4">
            <a:extLst xmlns:a="http://schemas.openxmlformats.org/drawingml/2006/main">
              <a:ext uri="{FF2B5EF4-FFF2-40B4-BE49-F238E27FC236}">
                <a16:creationId xmlns:a16="http://schemas.microsoft.com/office/drawing/2014/main" id="{545EAE5C-EE3A-4721-AD76-20806A6F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540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5" name="03_PREDICTIONS__pred2_r6c5">
            <a:extLst xmlns:a="http://schemas.openxmlformats.org/drawingml/2006/main">
              <a:ext uri="{FF2B5EF4-FFF2-40B4-BE49-F238E27FC236}">
                <a16:creationId xmlns:a16="http://schemas.microsoft.com/office/drawing/2014/main" id="{FEAAC569-027C-484B-9E7D-E49BFAE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064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6" name="03_PREDICTIONS__pred2_r6c6">
            <a:extLst xmlns:a="http://schemas.openxmlformats.org/drawingml/2006/main">
              <a:ext uri="{FF2B5EF4-FFF2-40B4-BE49-F238E27FC236}">
                <a16:creationId xmlns:a16="http://schemas.microsoft.com/office/drawing/2014/main" id="{608C3229-4DF3-4128-8FA2-00C4791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8588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7" name="03_PREDICTIONS__pred2_r6c7">
            <a:extLst xmlns:a="http://schemas.openxmlformats.org/drawingml/2006/main">
              <a:ext uri="{FF2B5EF4-FFF2-40B4-BE49-F238E27FC236}">
                <a16:creationId xmlns:a16="http://schemas.microsoft.com/office/drawing/2014/main" id="{906D06EF-A3CD-4698-95DD-E59E724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112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8" name="03_PREDICTIONS__pred2_r6c8">
            <a:extLst xmlns:a="http://schemas.openxmlformats.org/drawingml/2006/main">
              <a:ext uri="{FF2B5EF4-FFF2-40B4-BE49-F238E27FC236}">
                <a16:creationId xmlns:a16="http://schemas.microsoft.com/office/drawing/2014/main" id="{C3B88BA4-B278-49D0-97F2-46766B84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36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9" name="03_PREDICTIONS__pred2_r6c9">
            <a:extLst xmlns:a="http://schemas.openxmlformats.org/drawingml/2006/main">
              <a:ext uri="{FF2B5EF4-FFF2-40B4-BE49-F238E27FC236}">
                <a16:creationId xmlns:a16="http://schemas.microsoft.com/office/drawing/2014/main" id="{6EF99592-2A67-42BF-A49F-5EC94462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6075" y="4210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60" name="03_PREDICTIONS__pred2_frame">
            <a:extLst xmlns:a="http://schemas.openxmlformats.org/drawingml/2006/main">
              <a:ext uri="{FF2B5EF4-FFF2-40B4-BE49-F238E27FC236}">
                <a16:creationId xmlns:a16="http://schemas.microsoft.com/office/drawing/2014/main" id="{38F15AF5-9927-4DAD-811F-48A6ADB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4475" y="3295650"/>
            <a:ext cx="152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461" name="03_PREDICTIONS__source1">
            <a:extLst xmlns:a="http://schemas.openxmlformats.org/drawingml/2006/main">
              <a:ext uri="{FF2B5EF4-FFF2-40B4-BE49-F238E27FC236}">
                <a16:creationId xmlns:a16="http://schemas.microsoft.com/office/drawing/2014/main" id="{5F1CF6E1-43FA-4198-8383-112CA222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34900" y="2676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462" name="03_PREDICTIONS__source2">
            <a:extLst xmlns:a="http://schemas.openxmlformats.org/drawingml/2006/main">
              <a:ext uri="{FF2B5EF4-FFF2-40B4-BE49-F238E27FC236}">
                <a16:creationId xmlns:a16="http://schemas.microsoft.com/office/drawing/2014/main" id="{80B2F9CC-1439-4D57-BB5A-F23591CA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34975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3440"/>
          </a:solidFill>
          <a:ln xmlns:a="http://schemas.openxmlformats.org/drawingml/2006/main" w="0">
            <a:noFill/>
          </a:ln>
        </p:spPr>
      </p:sp>
      <p:sp>
        <p:nvSpPr>
          <p:cNvPr id="463" name="03_PREDICTIONS__source1_label">
            <a:extLst xmlns:a="http://schemas.openxmlformats.org/drawingml/2006/main">
              <a:ext uri="{FF2B5EF4-FFF2-40B4-BE49-F238E27FC236}">
                <a16:creationId xmlns:a16="http://schemas.microsoft.com/office/drawing/2014/main" id="{0AC645D7-7C53-43EC-AE7E-BB26C9D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9100" y="22383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s₁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4" name="03_PREDICTIONS__source2_label">
            <a:extLst xmlns:a="http://schemas.openxmlformats.org/drawingml/2006/main">
              <a:ext uri="{FF2B5EF4-FFF2-40B4-BE49-F238E27FC236}">
                <a16:creationId xmlns:a16="http://schemas.microsoft.com/office/drawing/2014/main" id="{0FDB222F-57C9-487C-9773-A1A21B9B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44095" y="3717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s₂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5" name="08_ROUTES__filaments_to_maps_port0">
            <a:extLst xmlns:a="http://schemas.openxmlformats.org/drawingml/2006/main">
              <a:ext uri="{FF2B5EF4-FFF2-40B4-BE49-F238E27FC236}">
                <a16:creationId xmlns:a16="http://schemas.microsoft.com/office/drawing/2014/main" id="{F390CB4F-58F5-4375-A8B2-CAD16231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86198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6" name="08_ROUTES__filaments_to_maps_port1">
            <a:extLst xmlns:a="http://schemas.openxmlformats.org/drawingml/2006/main">
              <a:ext uri="{FF2B5EF4-FFF2-40B4-BE49-F238E27FC236}">
                <a16:creationId xmlns:a16="http://schemas.microsoft.com/office/drawing/2014/main" id="{FEDF682E-B92B-48A5-8750-BF1F9BE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1473" y="2961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7" name="08_ROUTES__filaments_to_maps_port2">
            <a:extLst xmlns:a="http://schemas.openxmlformats.org/drawingml/2006/main">
              <a:ext uri="{FF2B5EF4-FFF2-40B4-BE49-F238E27FC236}">
                <a16:creationId xmlns:a16="http://schemas.microsoft.com/office/drawing/2014/main" id="{94205186-F143-4FF2-8336-C6385F79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147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8" name="08_ROUTES__filaments_to_maps_port3">
            <a:extLst xmlns:a="http://schemas.openxmlformats.org/drawingml/2006/main">
              <a:ext uri="{FF2B5EF4-FFF2-40B4-BE49-F238E27FC236}">
                <a16:creationId xmlns:a16="http://schemas.microsoft.com/office/drawing/2014/main" id="{F568E29F-9997-493A-8CD8-E132926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672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9" name="08_ROUTES__filaments_to_maps_segment0">
            <a:extLst xmlns:a="http://schemas.openxmlformats.org/drawingml/2006/main">
              <a:ext uri="{FF2B5EF4-FFF2-40B4-BE49-F238E27FC236}">
                <a16:creationId xmlns:a16="http://schemas.microsoft.com/office/drawing/2014/main" id="{CCB2904D-0ACC-4B12-8AC9-CD36B619D4B6}"/>
              </a:ext>
            </a:extLst>
          </p:cNvPr>
          <p:cNvCxnSpPr>
            <a:stCxn xmlns:a="http://schemas.openxmlformats.org/drawingml/2006/main" id="465" idx="3"/>
            <a:endCxn xmlns:a="http://schemas.openxmlformats.org/drawingml/2006/main" id="466" idx="1"/>
          </p:cNvCxnSpPr>
          <p:nvPr/>
        </p:nvCxnSpPr>
        <p:spPr>
          <a:xfrm xmlns:a="http://schemas.openxmlformats.org/drawingml/2006/main" rot="0" flipH="0" flipV="0">
            <a:off x="11488103" y="2962276"/>
            <a:ext cx="2933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190" name="08_ROUTES__filaments_to_maps_segment1">
            <a:extLst xmlns:a="http://schemas.openxmlformats.org/drawingml/2006/main">
              <a:ext uri="{FF2B5EF4-FFF2-40B4-BE49-F238E27FC236}">
                <a16:creationId xmlns:a16="http://schemas.microsoft.com/office/drawing/2014/main" id="{2A4BF694-5AF1-49C1-AFE2-855BAFF22E17}"/>
              </a:ext>
            </a:extLst>
          </p:cNvPr>
          <p:cNvCxnSpPr>
            <a:stCxn xmlns:a="http://schemas.openxmlformats.org/drawingml/2006/main" id="466" idx="0"/>
            <a:endCxn xmlns:a="http://schemas.openxmlformats.org/drawingml/2006/main" id="467" idx="2"/>
          </p:cNvCxnSpPr>
          <p:nvPr/>
        </p:nvCxnSpPr>
        <p:spPr>
          <a:xfrm xmlns:a="http://schemas.openxmlformats.org/drawingml/2006/main" rot="0" flipH="0" flipV="1">
            <a:off x="11782426" y="27155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191" name="08_ROUTES__filaments_to_maps_segment2">
            <a:extLst xmlns:a="http://schemas.openxmlformats.org/drawingml/2006/main">
              <a:ext uri="{FF2B5EF4-FFF2-40B4-BE49-F238E27FC236}">
                <a16:creationId xmlns:a16="http://schemas.microsoft.com/office/drawing/2014/main" id="{19613048-8461-4131-A8C9-804C2AA34066}"/>
              </a:ext>
            </a:extLst>
          </p:cNvPr>
          <p:cNvCxnSpPr>
            <a:stCxn xmlns:a="http://schemas.openxmlformats.org/drawingml/2006/main" id="467" idx="3"/>
            <a:endCxn xmlns:a="http://schemas.openxmlformats.org/drawingml/2006/main" id="468" idx="1"/>
          </p:cNvCxnSpPr>
          <p:nvPr/>
        </p:nvCxnSpPr>
        <p:spPr>
          <a:xfrm xmlns:a="http://schemas.openxmlformats.org/drawingml/2006/main" rot="0" flipH="0" flipV="0">
            <a:off x="11783378" y="2714626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6847D"/>
            </a:solidFill>
            <a:headEnd type="none"/>
            <a:tailEnd type="triangle" w="med" len="med"/>
          </a:ln>
        </p:spPr>
      </p:cxnSp>
      <p:sp>
        <p:nvSpPr>
          <p:cNvPr id="472" name="03_PREDICTIONS__predicted_formula">
            <a:extLst xmlns:a="http://schemas.openxmlformats.org/drawingml/2006/main">
              <a:ext uri="{FF2B5EF4-FFF2-40B4-BE49-F238E27FC236}">
                <a16:creationId xmlns:a16="http://schemas.microsoft.com/office/drawing/2014/main" id="{DAD6106C-7F5E-487D-8475-96514CA8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2425" y="4524375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历史联合似然 / 未来联合采样</a:t>
            </a:r>
            <a:endParaRPr sz="2025" b="0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03_PREDICTIONS__refine_title">
            <a:extLst xmlns:a="http://schemas.openxmlformats.org/drawingml/2006/main">
              <a:ext uri="{FF2B5EF4-FFF2-40B4-BE49-F238E27FC236}">
                <a16:creationId xmlns:a16="http://schemas.microsoft.com/office/drawing/2014/main" id="{7C9FE27A-F93D-4B4F-972E-D7379C3E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7000" y="481012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训练：NLL + 微分弱监督 + 分支补偿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3" name="08_ROUTES__predictions_to_comparison_port0">
            <a:extLst xmlns:a="http://schemas.openxmlformats.org/drawingml/2006/main">
              <a:ext uri="{FF2B5EF4-FFF2-40B4-BE49-F238E27FC236}">
                <a16:creationId xmlns:a16="http://schemas.microsoft.com/office/drawing/2014/main" id="{E4A24E92-7D85-4831-9C12-8EBD8D2C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62098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0" name="08_ROUTES__predictions_to_planning_port0">
            <a:extLst xmlns:a="http://schemas.openxmlformats.org/drawingml/2006/main">
              <a:ext uri="{FF2B5EF4-FFF2-40B4-BE49-F238E27FC236}">
                <a16:creationId xmlns:a16="http://schemas.microsoft.com/office/drawing/2014/main" id="{245C599A-8FE8-40A5-84A3-258659B2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5498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6" name="01_REGIONS__compare_panel">
            <a:extLst xmlns:a="http://schemas.openxmlformats.org/drawingml/2006/main">
              <a:ext uri="{FF2B5EF4-FFF2-40B4-BE49-F238E27FC236}">
                <a16:creationId xmlns:a16="http://schemas.microsoft.com/office/drawing/2014/main" id="{04CFE7AA-55EE-48FD-9382-490CACE5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5810250"/>
            <a:ext cx="923925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0">
            <a:noFill/>
          </a:ln>
        </p:spPr>
      </p:sp>
      <p:sp>
        <p:nvSpPr>
          <p:cNvPr id="497" name="04_COMPARISON__compare_letter">
            <a:extLst xmlns:a="http://schemas.openxmlformats.org/drawingml/2006/main">
              <a:ext uri="{FF2B5EF4-FFF2-40B4-BE49-F238E27FC236}">
                <a16:creationId xmlns:a16="http://schemas.microsoft.com/office/drawing/2014/main" id="{9D24BD08-6F16-43CE-B770-3B962E92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59912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M2</a:t>
            </a:r>
            <a:endParaRPr sz="2175" b="1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8" name="04_COMPARISON__compare_heading">
            <a:extLst xmlns:a="http://schemas.openxmlformats.org/drawingml/2006/main">
              <a:ext uri="{FF2B5EF4-FFF2-40B4-BE49-F238E27FC236}">
                <a16:creationId xmlns:a16="http://schemas.microsoft.com/office/drawing/2014/main" id="{6DF0893C-8255-4906-8F61-4BEEA11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1575" y="5991225"/>
            <a:ext cx="819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机制差分诊断与可撤销证据回放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9" name="04_COMPARISON__match_observed_label">
            <a:extLst xmlns:a="http://schemas.openxmlformats.org/drawingml/2006/main">
              <a:ext uri="{FF2B5EF4-FFF2-40B4-BE49-F238E27FC236}">
                <a16:creationId xmlns:a16="http://schemas.microsoft.com/office/drawing/2014/main" id="{1CFAB450-1542-451E-9127-4116907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64293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实际观测</a:t>
            </a:r>
            <a:endParaRPr sz="1800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0" name="04_COMPARISON__match_predicted_label">
            <a:extLst xmlns:a="http://schemas.openxmlformats.org/drawingml/2006/main">
              <a:ext uri="{FF2B5EF4-FFF2-40B4-BE49-F238E27FC236}">
                <a16:creationId xmlns:a16="http://schemas.microsoft.com/office/drawing/2014/main" id="{BB631773-03CE-4468-B2A2-0A6C24B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6896100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名义参考</a:t>
            </a:r>
            <a:endParaRPr sz="1800" b="1">
              <a:solidFill>
                <a:srgbClr val="2684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1" name="04_COMPARISON__obs_cell0">
            <a:extLst xmlns:a="http://schemas.openxmlformats.org/drawingml/2006/main">
              <a:ext uri="{FF2B5EF4-FFF2-40B4-BE49-F238E27FC236}">
                <a16:creationId xmlns:a16="http://schemas.microsoft.com/office/drawing/2014/main" id="{0FA92CBD-0F40-43D2-B1B5-9861AB69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6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2" name="04_COMPARISON__obs_cell1">
            <a:extLst xmlns:a="http://schemas.openxmlformats.org/drawingml/2006/main">
              <a:ext uri="{FF2B5EF4-FFF2-40B4-BE49-F238E27FC236}">
                <a16:creationId xmlns:a16="http://schemas.microsoft.com/office/drawing/2014/main" id="{FDECB70F-A8D6-486E-91C9-3142C88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83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BE5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3" name="04_COMPARISON__obs_cell2">
            <a:extLst xmlns:a="http://schemas.openxmlformats.org/drawingml/2006/main">
              <a:ext uri="{FF2B5EF4-FFF2-40B4-BE49-F238E27FC236}">
                <a16:creationId xmlns:a16="http://schemas.microsoft.com/office/drawing/2014/main" id="{619C32A3-EB2F-43FD-A5C0-52A01B9E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50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C0D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4" name="04_COMPARISON__obs_cell3">
            <a:extLst xmlns:a="http://schemas.openxmlformats.org/drawingml/2006/main">
              <a:ext uri="{FF2B5EF4-FFF2-40B4-BE49-F238E27FC236}">
                <a16:creationId xmlns:a16="http://schemas.microsoft.com/office/drawing/2014/main" id="{5982F40C-C736-4FDB-8893-C607A7EC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17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CB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5" name="04_COMPARISON__obs_cell4">
            <a:extLst xmlns:a="http://schemas.openxmlformats.org/drawingml/2006/main">
              <a:ext uri="{FF2B5EF4-FFF2-40B4-BE49-F238E27FC236}">
                <a16:creationId xmlns:a16="http://schemas.microsoft.com/office/drawing/2014/main" id="{F3E3941B-F109-430F-9795-3D3F1896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84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AA3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6" name="04_COMPARISON__obs_cell5">
            <a:extLst xmlns:a="http://schemas.openxmlformats.org/drawingml/2006/main">
              <a:ext uri="{FF2B5EF4-FFF2-40B4-BE49-F238E27FC236}">
                <a16:creationId xmlns:a16="http://schemas.microsoft.com/office/drawing/2014/main" id="{43616E1D-0352-4AC9-B52B-244F8FE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51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93B4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7" name="04_COMPARISON__obs_cell6">
            <a:extLst xmlns:a="http://schemas.openxmlformats.org/drawingml/2006/main">
              <a:ext uri="{FF2B5EF4-FFF2-40B4-BE49-F238E27FC236}">
                <a16:creationId xmlns:a16="http://schemas.microsoft.com/office/drawing/2014/main" id="{B2B4329E-A49D-4A88-BA57-CF8E59E9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645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2C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8" name="04_COMPARISON__pred_cell0">
            <a:extLst xmlns:a="http://schemas.openxmlformats.org/drawingml/2006/main">
              <a:ext uri="{FF2B5EF4-FFF2-40B4-BE49-F238E27FC236}">
                <a16:creationId xmlns:a16="http://schemas.microsoft.com/office/drawing/2014/main" id="{49C46EB4-575E-46A9-B435-B07401F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16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EE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09" name="04_COMPARISON__pred_cell1">
            <a:extLst xmlns:a="http://schemas.openxmlformats.org/drawingml/2006/main">
              <a:ext uri="{FF2B5EF4-FFF2-40B4-BE49-F238E27FC236}">
                <a16:creationId xmlns:a16="http://schemas.microsoft.com/office/drawing/2014/main" id="{B4CB578B-F215-4760-8A62-831D17CC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383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BDA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0" name="04_COMPARISON__pred_cell2">
            <a:extLst xmlns:a="http://schemas.openxmlformats.org/drawingml/2006/main">
              <a:ext uri="{FF2B5EF4-FFF2-40B4-BE49-F238E27FC236}">
                <a16:creationId xmlns:a16="http://schemas.microsoft.com/office/drawing/2014/main" id="{D087EB15-D4FC-4158-AF65-E5EF1533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50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5C3B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1" name="04_COMPARISON__pred_cell3">
            <a:extLst xmlns:a="http://schemas.openxmlformats.org/drawingml/2006/main">
              <a:ext uri="{FF2B5EF4-FFF2-40B4-BE49-F238E27FC236}">
                <a16:creationId xmlns:a16="http://schemas.microsoft.com/office/drawing/2014/main" id="{25907122-38EC-44E9-9C35-174B2D9B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17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ACA8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2" name="04_COMPARISON__pred_cell4">
            <a:extLst xmlns:a="http://schemas.openxmlformats.org/drawingml/2006/main">
              <a:ext uri="{FF2B5EF4-FFF2-40B4-BE49-F238E27FC236}">
                <a16:creationId xmlns:a16="http://schemas.microsoft.com/office/drawing/2014/main" id="{FA4B50D2-7772-49B5-A069-89614BC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384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958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3" name="04_COMPARISON__pred_cell5">
            <a:extLst xmlns:a="http://schemas.openxmlformats.org/drawingml/2006/main">
              <a:ext uri="{FF2B5EF4-FFF2-40B4-BE49-F238E27FC236}">
                <a16:creationId xmlns:a16="http://schemas.microsoft.com/office/drawing/2014/main" id="{7480E0B0-F160-4643-BF1D-68801728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051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E99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4" name="04_COMPARISON__pred_cell6">
            <a:extLst xmlns:a="http://schemas.openxmlformats.org/drawingml/2006/main">
              <a:ext uri="{FF2B5EF4-FFF2-40B4-BE49-F238E27FC236}">
                <a16:creationId xmlns:a16="http://schemas.microsoft.com/office/drawing/2014/main" id="{597AE230-AD5C-4DA1-A851-117490B0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71875" y="69246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0BD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515" name="04_COMPARISON__align_cell0">
            <a:extLst xmlns:a="http://schemas.openxmlformats.org/drawingml/2006/main">
              <a:ext uri="{FF2B5EF4-FFF2-40B4-BE49-F238E27FC236}">
                <a16:creationId xmlns:a16="http://schemas.microsoft.com/office/drawing/2014/main" id="{2A05604E-5299-4D0C-90E3-DFC0BCF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955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6" name="04_COMPARISON__align_cell1">
            <a:extLst xmlns:a="http://schemas.openxmlformats.org/drawingml/2006/main">
              <a:ext uri="{FF2B5EF4-FFF2-40B4-BE49-F238E27FC236}">
                <a16:creationId xmlns:a16="http://schemas.microsoft.com/office/drawing/2014/main" id="{97EDF932-A433-4540-9F86-C041DF7B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622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7" name="04_COMPARISON__align_cell2">
            <a:extLst xmlns:a="http://schemas.openxmlformats.org/drawingml/2006/main">
              <a:ext uri="{FF2B5EF4-FFF2-40B4-BE49-F238E27FC236}">
                <a16:creationId xmlns:a16="http://schemas.microsoft.com/office/drawing/2014/main" id="{3014AC7B-8704-4447-88A6-F7A40F1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289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8" name="04_COMPARISON__align_cell3">
            <a:extLst xmlns:a="http://schemas.openxmlformats.org/drawingml/2006/main">
              <a:ext uri="{FF2B5EF4-FFF2-40B4-BE49-F238E27FC236}">
                <a16:creationId xmlns:a16="http://schemas.microsoft.com/office/drawing/2014/main" id="{16554CE6-E5AF-4900-800C-01F8504A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956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19" name="04_COMPARISON__align_cell4">
            <a:extLst xmlns:a="http://schemas.openxmlformats.org/drawingml/2006/main">
              <a:ext uri="{FF2B5EF4-FFF2-40B4-BE49-F238E27FC236}">
                <a16:creationId xmlns:a16="http://schemas.microsoft.com/office/drawing/2014/main" id="{D5594398-2DBF-4F8E-910C-3331A88C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623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0" name="04_COMPARISON__align_cell5">
            <a:extLst xmlns:a="http://schemas.openxmlformats.org/drawingml/2006/main">
              <a:ext uri="{FF2B5EF4-FFF2-40B4-BE49-F238E27FC236}">
                <a16:creationId xmlns:a16="http://schemas.microsoft.com/office/drawing/2014/main" id="{CA8B89E9-4EC6-4BF8-9DEC-AF595D9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90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1" name="04_COMPARISON__align_cell6">
            <a:extLst xmlns:a="http://schemas.openxmlformats.org/drawingml/2006/main">
              <a:ext uri="{FF2B5EF4-FFF2-40B4-BE49-F238E27FC236}">
                <a16:creationId xmlns:a16="http://schemas.microsoft.com/office/drawing/2014/main" id="{35BD7243-A707-45CE-B8C8-E4B1EFC7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95700" y="6724650"/>
            <a:ext cx="1905" cy="161925"/>
          </a:xfrm>
          <a:custGeom xmlns:a="http://schemas.openxmlformats.org/drawingml/2006/main">
            <a:rect l="0" t="0" r="0" b="0"/>
            <a:pathLst>
              <a:path w="190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6C4CC"/>
            </a:solidFill>
            <a:prstDash val="solid"/>
          </a:ln>
        </p:spPr>
      </p:sp>
      <p:sp>
        <p:nvSpPr>
          <p:cNvPr id="522" name="04_COMPARISON__cell_comparison">
            <a:extLst xmlns:a="http://schemas.openxmlformats.org/drawingml/2006/main">
              <a:ext uri="{FF2B5EF4-FFF2-40B4-BE49-F238E27FC236}">
                <a16:creationId xmlns:a16="http://schemas.microsoft.com/office/drawing/2014/main" id="{0CCA2E2E-1F16-45E7-929D-8509DDD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74295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诊断源与机制解释的冲突</a:t>
            </a:r>
            <a:endParaRPr sz="1800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3" name="08_ROUTES__strips_to_product_port0">
            <a:extLst xmlns:a="http://schemas.openxmlformats.org/drawingml/2006/main">
              <a:ext uri="{FF2B5EF4-FFF2-40B4-BE49-F238E27FC236}">
                <a16:creationId xmlns:a16="http://schemas.microsoft.com/office/drawing/2014/main" id="{D2052D6D-E812-4DF8-BCFE-66EAF914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13823" y="682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4" name="08_ROUTES__strips_to_product_port1">
            <a:extLst xmlns:a="http://schemas.openxmlformats.org/drawingml/2006/main">
              <a:ext uri="{FF2B5EF4-FFF2-40B4-BE49-F238E27FC236}">
                <a16:creationId xmlns:a16="http://schemas.microsoft.com/office/drawing/2014/main" id="{0C87A858-DB78-4EF0-958C-7E025FA0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18623" y="6828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45" name="08_ROUTES__strips_to_product_segment0">
            <a:extLst xmlns:a="http://schemas.openxmlformats.org/drawingml/2006/main">
              <a:ext uri="{FF2B5EF4-FFF2-40B4-BE49-F238E27FC236}">
                <a16:creationId xmlns:a16="http://schemas.microsoft.com/office/drawing/2014/main" id="{578BD605-0CDA-42A4-AC7F-F32735A16C58}"/>
              </a:ext>
            </a:extLst>
          </p:cNvPr>
          <p:cNvCxnSpPr>
            <a:stCxn xmlns:a="http://schemas.openxmlformats.org/drawingml/2006/main" id="523" idx="3"/>
            <a:endCxn xmlns:a="http://schemas.openxmlformats.org/drawingml/2006/main" id="524" idx="1"/>
          </p:cNvCxnSpPr>
          <p:nvPr/>
        </p:nvCxnSpPr>
        <p:spPr>
          <a:xfrm xmlns:a="http://schemas.openxmlformats.org/drawingml/2006/main" rot="0" flipH="0" flipV="0">
            <a:off x="3915728" y="6829426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C648E"/>
            </a:solidFill>
            <a:headEnd type="none"/>
            <a:tailEnd type="triangle" w="med" len="med"/>
          </a:ln>
        </p:spPr>
      </p:cxnSp>
      <p:sp>
        <p:nvSpPr>
          <p:cNvPr id="526" name="04_COMPARISON__agreement_title">
            <a:extLst xmlns:a="http://schemas.openxmlformats.org/drawingml/2006/main">
              <a:ext uri="{FF2B5EF4-FFF2-40B4-BE49-F238E27FC236}">
                <a16:creationId xmlns:a16="http://schemas.microsoft.com/office/drawing/2014/main" id="{4C252AFF-6A89-4DF1-B15F-36AAA2B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64865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撤销旧后缀贡献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7" name="04_COMPARISON__agreement_equation">
            <a:extLst xmlns:a="http://schemas.openxmlformats.org/drawingml/2006/main">
              <a:ext uri="{FF2B5EF4-FFF2-40B4-BE49-F238E27FC236}">
                <a16:creationId xmlns:a16="http://schemas.microsoft.com/office/drawing/2014/main" id="{9D6CAFB0-AEAE-48D0-80CB-6E8A0214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43400" y="6877050"/>
            <a:ext cx="2333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按新机制回放并替换</a:t>
            </a:r>
            <a:endParaRPr sz="2175" b="0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8" name="04_COMPARISON__product">
            <a:extLst xmlns:a="http://schemas.openxmlformats.org/drawingml/2006/main">
              <a:ext uri="{FF2B5EF4-FFF2-40B4-BE49-F238E27FC236}">
                <a16:creationId xmlns:a16="http://schemas.microsoft.com/office/drawing/2014/main" id="{39ADD2A6-C19D-4186-8BF1-00C3264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95775" y="74485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联合后验 P(s,e | Hₜ)</a:t>
            </a:r>
            <a:endParaRPr sz="180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9" name="08_ROUTES__score_to_distribution_port0">
            <a:extLst xmlns:a="http://schemas.openxmlformats.org/drawingml/2006/main">
              <a:ext uri="{FF2B5EF4-FFF2-40B4-BE49-F238E27FC236}">
                <a16:creationId xmlns:a16="http://schemas.microsoft.com/office/drawing/2014/main" id="{1C8BAF7E-AB24-4B26-A7C9-A3149790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141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0" name="08_ROUTES__score_to_distribution_port1">
            <a:extLst xmlns:a="http://schemas.openxmlformats.org/drawingml/2006/main">
              <a:ext uri="{FF2B5EF4-FFF2-40B4-BE49-F238E27FC236}">
                <a16:creationId xmlns:a16="http://schemas.microsoft.com/office/drawing/2014/main" id="{74293D4C-F9D6-4BBC-AB8A-E8018ECF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57073" y="7114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1" name="08_ROUTES__score_to_distribution_segment0">
            <a:extLst xmlns:a="http://schemas.openxmlformats.org/drawingml/2006/main">
              <a:ext uri="{FF2B5EF4-FFF2-40B4-BE49-F238E27FC236}">
                <a16:creationId xmlns:a16="http://schemas.microsoft.com/office/drawing/2014/main" id="{B34C083F-42AD-4991-B804-E7D52A4116CB}"/>
              </a:ext>
            </a:extLst>
          </p:cNvPr>
          <p:cNvCxnSpPr>
            <a:stCxn xmlns:a="http://schemas.openxmlformats.org/drawingml/2006/main" id="529" idx="3"/>
            <a:endCxn xmlns:a="http://schemas.openxmlformats.org/drawingml/2006/main" id="530" idx="1"/>
          </p:cNvCxnSpPr>
          <p:nvPr/>
        </p:nvCxnSpPr>
        <p:spPr>
          <a:xfrm xmlns:a="http://schemas.openxmlformats.org/drawingml/2006/main" rot="0" flipH="0" flipV="0">
            <a:off x="6716078" y="7115176"/>
            <a:ext cx="34099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6C648E"/>
            </a:solidFill>
            <a:headEnd type="none"/>
            <a:tailEnd type="triangle" w="med" len="med"/>
          </a:ln>
        </p:spPr>
      </p:cxnSp>
      <p:sp>
        <p:nvSpPr>
          <p:cNvPr id="532" name="04_COMPARISON__source_distribution_r0c0">
            <a:extLst xmlns:a="http://schemas.openxmlformats.org/drawingml/2006/main">
              <a:ext uri="{FF2B5EF4-FFF2-40B4-BE49-F238E27FC236}">
                <a16:creationId xmlns:a16="http://schemas.microsoft.com/office/drawing/2014/main" id="{5B928E6A-F5D7-4CFA-89D2-BD8784BB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3" name="04_COMPARISON__source_distribution_r0c1">
            <a:extLst xmlns:a="http://schemas.openxmlformats.org/drawingml/2006/main">
              <a:ext uri="{FF2B5EF4-FFF2-40B4-BE49-F238E27FC236}">
                <a16:creationId xmlns:a16="http://schemas.microsoft.com/office/drawing/2014/main" id="{1657B192-560E-441A-9047-735EE8C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4" name="04_COMPARISON__source_distribution_r0c2">
            <a:extLst xmlns:a="http://schemas.openxmlformats.org/drawingml/2006/main">
              <a:ext uri="{FF2B5EF4-FFF2-40B4-BE49-F238E27FC236}">
                <a16:creationId xmlns:a16="http://schemas.microsoft.com/office/drawing/2014/main" id="{0B3D76FF-BA34-42C4-B31C-6C320F26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5" name="04_COMPARISON__source_distribution_r0c3">
            <a:extLst xmlns:a="http://schemas.openxmlformats.org/drawingml/2006/main">
              <a:ext uri="{FF2B5EF4-FFF2-40B4-BE49-F238E27FC236}">
                <a16:creationId xmlns:a16="http://schemas.microsoft.com/office/drawing/2014/main" id="{01581B7E-714B-4540-A4D4-99572A5B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6" name="04_COMPARISON__source_distribution_r0c4">
            <a:extLst xmlns:a="http://schemas.openxmlformats.org/drawingml/2006/main">
              <a:ext uri="{FF2B5EF4-FFF2-40B4-BE49-F238E27FC236}">
                <a16:creationId xmlns:a16="http://schemas.microsoft.com/office/drawing/2014/main" id="{1504596E-D331-45EA-81BE-084E33FA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7" name="04_COMPARISON__source_distribution_r0c5">
            <a:extLst xmlns:a="http://schemas.openxmlformats.org/drawingml/2006/main">
              <a:ext uri="{FF2B5EF4-FFF2-40B4-BE49-F238E27FC236}">
                <a16:creationId xmlns:a16="http://schemas.microsoft.com/office/drawing/2014/main" id="{498708A4-AFA5-47B3-B74F-95282581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8" name="04_COMPARISON__source_distribution_r0c6">
            <a:extLst xmlns:a="http://schemas.openxmlformats.org/drawingml/2006/main">
              <a:ext uri="{FF2B5EF4-FFF2-40B4-BE49-F238E27FC236}">
                <a16:creationId xmlns:a16="http://schemas.microsoft.com/office/drawing/2014/main" id="{5D8F737F-93C6-45C6-A049-4A648E12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9" name="04_COMPARISON__source_distribution_r0c7">
            <a:extLst xmlns:a="http://schemas.openxmlformats.org/drawingml/2006/main">
              <a:ext uri="{FF2B5EF4-FFF2-40B4-BE49-F238E27FC236}">
                <a16:creationId xmlns:a16="http://schemas.microsoft.com/office/drawing/2014/main" id="{4BD22D21-C7A1-45B9-8799-86CCEAF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0" name="04_COMPARISON__source_distribution_r0c8">
            <a:extLst xmlns:a="http://schemas.openxmlformats.org/drawingml/2006/main">
              <a:ext uri="{FF2B5EF4-FFF2-40B4-BE49-F238E27FC236}">
                <a16:creationId xmlns:a16="http://schemas.microsoft.com/office/drawing/2014/main" id="{87DC2AA9-940B-47D4-8756-F3BB79D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1" name="04_COMPARISON__source_distribution_r0c9">
            <a:extLst xmlns:a="http://schemas.openxmlformats.org/drawingml/2006/main">
              <a:ext uri="{FF2B5EF4-FFF2-40B4-BE49-F238E27FC236}">
                <a16:creationId xmlns:a16="http://schemas.microsoft.com/office/drawing/2014/main" id="{95D9F335-8512-4CCA-9E9B-5B49518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2" name="04_COMPARISON__source_distribution_r1c0">
            <a:extLst xmlns:a="http://schemas.openxmlformats.org/drawingml/2006/main">
              <a:ext uri="{FF2B5EF4-FFF2-40B4-BE49-F238E27FC236}">
                <a16:creationId xmlns:a16="http://schemas.microsoft.com/office/drawing/2014/main" id="{8102204A-B92B-4D7C-94DE-7C681514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3" name="04_COMPARISON__source_distribution_r1c1">
            <a:extLst xmlns:a="http://schemas.openxmlformats.org/drawingml/2006/main">
              <a:ext uri="{FF2B5EF4-FFF2-40B4-BE49-F238E27FC236}">
                <a16:creationId xmlns:a16="http://schemas.microsoft.com/office/drawing/2014/main" id="{9E73C631-A9BB-4F8E-ACFC-46C21CE4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4" name="04_COMPARISON__source_distribution_r1c2">
            <a:extLst xmlns:a="http://schemas.openxmlformats.org/drawingml/2006/main">
              <a:ext uri="{FF2B5EF4-FFF2-40B4-BE49-F238E27FC236}">
                <a16:creationId xmlns:a16="http://schemas.microsoft.com/office/drawing/2014/main" id="{AF7974FB-B53B-41F8-ABB1-8F187F2E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5" name="04_COMPARISON__source_distribution_r1c3">
            <a:extLst xmlns:a="http://schemas.openxmlformats.org/drawingml/2006/main">
              <a:ext uri="{FF2B5EF4-FFF2-40B4-BE49-F238E27FC236}">
                <a16:creationId xmlns:a16="http://schemas.microsoft.com/office/drawing/2014/main" id="{AE89059F-4C50-4CE5-AD17-7D12EDFA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6" name="04_COMPARISON__source_distribution_r1c4">
            <a:extLst xmlns:a="http://schemas.openxmlformats.org/drawingml/2006/main">
              <a:ext uri="{FF2B5EF4-FFF2-40B4-BE49-F238E27FC236}">
                <a16:creationId xmlns:a16="http://schemas.microsoft.com/office/drawing/2014/main" id="{54106CFA-C53A-4ED3-940C-46E5BD44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7" name="04_COMPARISON__source_distribution_r1c5">
            <a:extLst xmlns:a="http://schemas.openxmlformats.org/drawingml/2006/main">
              <a:ext uri="{FF2B5EF4-FFF2-40B4-BE49-F238E27FC236}">
                <a16:creationId xmlns:a16="http://schemas.microsoft.com/office/drawing/2014/main" id="{737A3AF1-46A4-422C-A641-700F0EF7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8" name="04_COMPARISON__source_distribution_r1c6">
            <a:extLst xmlns:a="http://schemas.openxmlformats.org/drawingml/2006/main">
              <a:ext uri="{FF2B5EF4-FFF2-40B4-BE49-F238E27FC236}">
                <a16:creationId xmlns:a16="http://schemas.microsoft.com/office/drawing/2014/main" id="{88A5A0EE-B8EF-4DE8-85F5-91BEF8D5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9" name="04_COMPARISON__source_distribution_r1c7">
            <a:extLst xmlns:a="http://schemas.openxmlformats.org/drawingml/2006/main">
              <a:ext uri="{FF2B5EF4-FFF2-40B4-BE49-F238E27FC236}">
                <a16:creationId xmlns:a16="http://schemas.microsoft.com/office/drawing/2014/main" id="{82D76003-B094-473C-905C-A3E2BBFF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0" name="04_COMPARISON__source_distribution_r1c8">
            <a:extLst xmlns:a="http://schemas.openxmlformats.org/drawingml/2006/main">
              <a:ext uri="{FF2B5EF4-FFF2-40B4-BE49-F238E27FC236}">
                <a16:creationId xmlns:a16="http://schemas.microsoft.com/office/drawing/2014/main" id="{A059863F-0E2D-44C1-8951-D321A29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1" name="04_COMPARISON__source_distribution_r1c9">
            <a:extLst xmlns:a="http://schemas.openxmlformats.org/drawingml/2006/main">
              <a:ext uri="{FF2B5EF4-FFF2-40B4-BE49-F238E27FC236}">
                <a16:creationId xmlns:a16="http://schemas.microsoft.com/office/drawing/2014/main" id="{64CB4FC5-DAE5-4A8C-98AA-D177D3AC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2" name="04_COMPARISON__source_distribution_r2c0">
            <a:extLst xmlns:a="http://schemas.openxmlformats.org/drawingml/2006/main">
              <a:ext uri="{FF2B5EF4-FFF2-40B4-BE49-F238E27FC236}">
                <a16:creationId xmlns:a16="http://schemas.microsoft.com/office/drawing/2014/main" id="{B9B7B975-BDFA-49DA-B5AE-9AB2B976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B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3" name="04_COMPARISON__source_distribution_r2c1">
            <a:extLst xmlns:a="http://schemas.openxmlformats.org/drawingml/2006/main">
              <a:ext uri="{FF2B5EF4-FFF2-40B4-BE49-F238E27FC236}">
                <a16:creationId xmlns:a16="http://schemas.microsoft.com/office/drawing/2014/main" id="{89A89E02-1862-4261-965C-4A22CF74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4" name="04_COMPARISON__source_distribution_r2c2">
            <a:extLst xmlns:a="http://schemas.openxmlformats.org/drawingml/2006/main">
              <a:ext uri="{FF2B5EF4-FFF2-40B4-BE49-F238E27FC236}">
                <a16:creationId xmlns:a16="http://schemas.microsoft.com/office/drawing/2014/main" id="{960B28AD-A145-4F28-8452-14B4EA6D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D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5" name="04_COMPARISON__source_distribution_r2c3">
            <a:extLst xmlns:a="http://schemas.openxmlformats.org/drawingml/2006/main">
              <a:ext uri="{FF2B5EF4-FFF2-40B4-BE49-F238E27FC236}">
                <a16:creationId xmlns:a16="http://schemas.microsoft.com/office/drawing/2014/main" id="{A1D4EF0F-DFB7-4687-9049-30C7CB7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6" name="04_COMPARISON__source_distribution_r2c4">
            <a:extLst xmlns:a="http://schemas.openxmlformats.org/drawingml/2006/main">
              <a:ext uri="{FF2B5EF4-FFF2-40B4-BE49-F238E27FC236}">
                <a16:creationId xmlns:a16="http://schemas.microsoft.com/office/drawing/2014/main" id="{5B34741E-7127-40D3-91CA-F22F6CB3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7" name="04_COMPARISON__source_distribution_r2c5">
            <a:extLst xmlns:a="http://schemas.openxmlformats.org/drawingml/2006/main">
              <a:ext uri="{FF2B5EF4-FFF2-40B4-BE49-F238E27FC236}">
                <a16:creationId xmlns:a16="http://schemas.microsoft.com/office/drawing/2014/main" id="{BBB25EB7-FEAB-4425-9295-2F0EFBCE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8" name="04_COMPARISON__source_distribution_r2c6">
            <a:extLst xmlns:a="http://schemas.openxmlformats.org/drawingml/2006/main">
              <a:ext uri="{FF2B5EF4-FFF2-40B4-BE49-F238E27FC236}">
                <a16:creationId xmlns:a16="http://schemas.microsoft.com/office/drawing/2014/main" id="{40446B13-75A4-4332-A55B-3BE2B1E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9" name="04_COMPARISON__source_distribution_r2c7">
            <a:extLst xmlns:a="http://schemas.openxmlformats.org/drawingml/2006/main">
              <a:ext uri="{FF2B5EF4-FFF2-40B4-BE49-F238E27FC236}">
                <a16:creationId xmlns:a16="http://schemas.microsoft.com/office/drawing/2014/main" id="{55ADD413-9077-418B-B50B-DB5F80AD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0" name="04_COMPARISON__source_distribution_r2c8">
            <a:extLst xmlns:a="http://schemas.openxmlformats.org/drawingml/2006/main">
              <a:ext uri="{FF2B5EF4-FFF2-40B4-BE49-F238E27FC236}">
                <a16:creationId xmlns:a16="http://schemas.microsoft.com/office/drawing/2014/main" id="{3E13EE2E-4E4C-4787-821D-CF62D9B1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1" name="04_COMPARISON__source_distribution_r2c9">
            <a:extLst xmlns:a="http://schemas.openxmlformats.org/drawingml/2006/main">
              <a:ext uri="{FF2B5EF4-FFF2-40B4-BE49-F238E27FC236}">
                <a16:creationId xmlns:a16="http://schemas.microsoft.com/office/drawing/2014/main" id="{7B5D0506-34E0-4D57-8C20-FA9019C3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2" name="04_COMPARISON__source_distribution_r3c0">
            <a:extLst xmlns:a="http://schemas.openxmlformats.org/drawingml/2006/main">
              <a:ext uri="{FF2B5EF4-FFF2-40B4-BE49-F238E27FC236}">
                <a16:creationId xmlns:a16="http://schemas.microsoft.com/office/drawing/2014/main" id="{A6468117-0B2E-4465-9F25-0F2F94D0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E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3" name="04_COMPARISON__source_distribution_r3c1">
            <a:extLst xmlns:a="http://schemas.openxmlformats.org/drawingml/2006/main">
              <a:ext uri="{FF2B5EF4-FFF2-40B4-BE49-F238E27FC236}">
                <a16:creationId xmlns:a16="http://schemas.microsoft.com/office/drawing/2014/main" id="{DD5FE1DA-EA94-4D10-A093-AF0218E7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4B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4" name="04_COMPARISON__source_distribution_r3c2">
            <a:extLst xmlns:a="http://schemas.openxmlformats.org/drawingml/2006/main">
              <a:ext uri="{FF2B5EF4-FFF2-40B4-BE49-F238E27FC236}">
                <a16:creationId xmlns:a16="http://schemas.microsoft.com/office/drawing/2014/main" id="{1B621D17-B8B8-4150-ABAD-747F6D42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7FA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5" name="04_COMPARISON__source_distribution_r3c3">
            <a:extLst xmlns:a="http://schemas.openxmlformats.org/drawingml/2006/main">
              <a:ext uri="{FF2B5EF4-FFF2-40B4-BE49-F238E27FC236}">
                <a16:creationId xmlns:a16="http://schemas.microsoft.com/office/drawing/2014/main" id="{3DBE56C0-FA1A-4B31-A143-D99496B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4B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6" name="04_COMPARISON__source_distribution_r3c4">
            <a:extLst xmlns:a="http://schemas.openxmlformats.org/drawingml/2006/main">
              <a:ext uri="{FF2B5EF4-FFF2-40B4-BE49-F238E27FC236}">
                <a16:creationId xmlns:a16="http://schemas.microsoft.com/office/drawing/2014/main" id="{855BF48E-F07B-467B-9B4E-446B1728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E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7" name="04_COMPARISON__source_distribution_r3c5">
            <a:extLst xmlns:a="http://schemas.openxmlformats.org/drawingml/2006/main">
              <a:ext uri="{FF2B5EF4-FFF2-40B4-BE49-F238E27FC236}">
                <a16:creationId xmlns:a16="http://schemas.microsoft.com/office/drawing/2014/main" id="{4ADB3FC1-CC4F-4A78-85D0-CA2DEFA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0F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8" name="04_COMPARISON__source_distribution_r3c6">
            <a:extLst xmlns:a="http://schemas.openxmlformats.org/drawingml/2006/main">
              <a:ext uri="{FF2B5EF4-FFF2-40B4-BE49-F238E27FC236}">
                <a16:creationId xmlns:a16="http://schemas.microsoft.com/office/drawing/2014/main" id="{B9E38282-9292-46FC-8E66-D37A511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9" name="04_COMPARISON__source_distribution_r3c7">
            <a:extLst xmlns:a="http://schemas.openxmlformats.org/drawingml/2006/main">
              <a:ext uri="{FF2B5EF4-FFF2-40B4-BE49-F238E27FC236}">
                <a16:creationId xmlns:a16="http://schemas.microsoft.com/office/drawing/2014/main" id="{42BDC442-D1C8-4E7A-92CA-F72E04E1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0" name="04_COMPARISON__source_distribution_r3c8">
            <a:extLst xmlns:a="http://schemas.openxmlformats.org/drawingml/2006/main">
              <a:ext uri="{FF2B5EF4-FFF2-40B4-BE49-F238E27FC236}">
                <a16:creationId xmlns:a16="http://schemas.microsoft.com/office/drawing/2014/main" id="{E268B150-9B4D-4CAD-B600-E9710D33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1" name="04_COMPARISON__source_distribution_r3c9">
            <a:extLst xmlns:a="http://schemas.openxmlformats.org/drawingml/2006/main">
              <a:ext uri="{FF2B5EF4-FFF2-40B4-BE49-F238E27FC236}">
                <a16:creationId xmlns:a16="http://schemas.microsoft.com/office/drawing/2014/main" id="{2C87B7CB-3821-47AA-B7C9-B20D7835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2" name="04_COMPARISON__source_distribution_r4c0">
            <a:extLst xmlns:a="http://schemas.openxmlformats.org/drawingml/2006/main">
              <a:ext uri="{FF2B5EF4-FFF2-40B4-BE49-F238E27FC236}">
                <a16:creationId xmlns:a16="http://schemas.microsoft.com/office/drawing/2014/main" id="{CA5E920A-06C1-4C1C-89CB-22636B06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3" name="04_COMPARISON__source_distribution_r4c1">
            <a:extLst xmlns:a="http://schemas.openxmlformats.org/drawingml/2006/main">
              <a:ext uri="{FF2B5EF4-FFF2-40B4-BE49-F238E27FC236}">
                <a16:creationId xmlns:a16="http://schemas.microsoft.com/office/drawing/2014/main" id="{1F62DFA7-541A-4DFA-97D7-9B3DA8D4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9B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4" name="04_COMPARISON__source_distribution_r4c2">
            <a:extLst xmlns:a="http://schemas.openxmlformats.org/drawingml/2006/main">
              <a:ext uri="{FF2B5EF4-FFF2-40B4-BE49-F238E27FC236}">
                <a16:creationId xmlns:a16="http://schemas.microsoft.com/office/drawing/2014/main" id="{ADB8000F-CF75-4E7B-AF82-8E6B8877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39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5" name="04_COMPARISON__source_distribution_r4c3">
            <a:extLst xmlns:a="http://schemas.openxmlformats.org/drawingml/2006/main">
              <a:ext uri="{FF2B5EF4-FFF2-40B4-BE49-F238E27FC236}">
                <a16:creationId xmlns:a16="http://schemas.microsoft.com/office/drawing/2014/main" id="{2C098CBC-0267-4C54-A345-35AFF6E4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9BB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6" name="04_COMPARISON__source_distribution_r4c4">
            <a:extLst xmlns:a="http://schemas.openxmlformats.org/drawingml/2006/main">
              <a:ext uri="{FF2B5EF4-FFF2-40B4-BE49-F238E27FC236}">
                <a16:creationId xmlns:a16="http://schemas.microsoft.com/office/drawing/2014/main" id="{99BE14E5-75B9-4086-B4AD-7F7BDB0A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7" name="04_COMPARISON__source_distribution_r4c5">
            <a:extLst xmlns:a="http://schemas.openxmlformats.org/drawingml/2006/main">
              <a:ext uri="{FF2B5EF4-FFF2-40B4-BE49-F238E27FC236}">
                <a16:creationId xmlns:a16="http://schemas.microsoft.com/office/drawing/2014/main" id="{4B321A3C-F59D-4F8C-B2E0-3A737215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8" name="04_COMPARISON__source_distribution_r4c6">
            <a:extLst xmlns:a="http://schemas.openxmlformats.org/drawingml/2006/main">
              <a:ext uri="{FF2B5EF4-FFF2-40B4-BE49-F238E27FC236}">
                <a16:creationId xmlns:a16="http://schemas.microsoft.com/office/drawing/2014/main" id="{94E7ED8E-F088-4284-859C-D6CA7A09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9" name="04_COMPARISON__source_distribution_r4c7">
            <a:extLst xmlns:a="http://schemas.openxmlformats.org/drawingml/2006/main">
              <a:ext uri="{FF2B5EF4-FFF2-40B4-BE49-F238E27FC236}">
                <a16:creationId xmlns:a16="http://schemas.microsoft.com/office/drawing/2014/main" id="{43C20BDB-927C-4765-8C9B-23C672B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0" name="04_COMPARISON__source_distribution_r4c8">
            <a:extLst xmlns:a="http://schemas.openxmlformats.org/drawingml/2006/main">
              <a:ext uri="{FF2B5EF4-FFF2-40B4-BE49-F238E27FC236}">
                <a16:creationId xmlns:a16="http://schemas.microsoft.com/office/drawing/2014/main" id="{905A3CA5-3C41-4AB5-AC53-743FA91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1" name="04_COMPARISON__source_distribution_r4c9">
            <a:extLst xmlns:a="http://schemas.openxmlformats.org/drawingml/2006/main">
              <a:ext uri="{FF2B5EF4-FFF2-40B4-BE49-F238E27FC236}">
                <a16:creationId xmlns:a16="http://schemas.microsoft.com/office/drawing/2014/main" id="{F3CCF4E8-1B0B-48F9-932F-CE51E4C6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2" name="04_COMPARISON__source_distribution_r5c0">
            <a:extLst xmlns:a="http://schemas.openxmlformats.org/drawingml/2006/main">
              <a:ext uri="{FF2B5EF4-FFF2-40B4-BE49-F238E27FC236}">
                <a16:creationId xmlns:a16="http://schemas.microsoft.com/office/drawing/2014/main" id="{179AA702-52B9-4668-8A1B-32A059B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3" name="04_COMPARISON__source_distribution_r5c1">
            <a:extLst xmlns:a="http://schemas.openxmlformats.org/drawingml/2006/main">
              <a:ext uri="{FF2B5EF4-FFF2-40B4-BE49-F238E27FC236}">
                <a16:creationId xmlns:a16="http://schemas.microsoft.com/office/drawing/2014/main" id="{AEB3F6E1-F9E1-4A6C-AEDE-46E9D194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0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4" name="04_COMPARISON__source_distribution_r5c2">
            <a:extLst xmlns:a="http://schemas.openxmlformats.org/drawingml/2006/main">
              <a:ext uri="{FF2B5EF4-FFF2-40B4-BE49-F238E27FC236}">
                <a16:creationId xmlns:a16="http://schemas.microsoft.com/office/drawing/2014/main" id="{A00BEB25-D5DC-473B-B775-58879441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C0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5" name="04_COMPARISON__source_distribution_r5c3">
            <a:extLst xmlns:a="http://schemas.openxmlformats.org/drawingml/2006/main">
              <a:ext uri="{FF2B5EF4-FFF2-40B4-BE49-F238E27FC236}">
                <a16:creationId xmlns:a16="http://schemas.microsoft.com/office/drawing/2014/main" id="{74B380E7-136E-4C2D-A9EB-070871DF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0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6" name="04_COMPARISON__source_distribution_r5c4">
            <a:extLst xmlns:a="http://schemas.openxmlformats.org/drawingml/2006/main">
              <a:ext uri="{FF2B5EF4-FFF2-40B4-BE49-F238E27FC236}">
                <a16:creationId xmlns:a16="http://schemas.microsoft.com/office/drawing/2014/main" id="{6F77823E-9BE8-4190-B689-8CB7F848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7" name="04_COMPARISON__source_distribution_r5c5">
            <a:extLst xmlns:a="http://schemas.openxmlformats.org/drawingml/2006/main">
              <a:ext uri="{FF2B5EF4-FFF2-40B4-BE49-F238E27FC236}">
                <a16:creationId xmlns:a16="http://schemas.microsoft.com/office/drawing/2014/main" id="{C22D85F3-B5A7-4DC7-AD23-3B263D77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8" name="04_COMPARISON__source_distribution_r5c6">
            <a:extLst xmlns:a="http://schemas.openxmlformats.org/drawingml/2006/main">
              <a:ext uri="{FF2B5EF4-FFF2-40B4-BE49-F238E27FC236}">
                <a16:creationId xmlns:a16="http://schemas.microsoft.com/office/drawing/2014/main" id="{AF6155CF-CB5A-4C44-ADEC-389B484E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9" name="04_COMPARISON__source_distribution_r5c7">
            <a:extLst xmlns:a="http://schemas.openxmlformats.org/drawingml/2006/main">
              <a:ext uri="{FF2B5EF4-FFF2-40B4-BE49-F238E27FC236}">
                <a16:creationId xmlns:a16="http://schemas.microsoft.com/office/drawing/2014/main" id="{AE18747F-309A-4AE3-BC8B-6F842FE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0" name="04_COMPARISON__source_distribution_r5c8">
            <a:extLst xmlns:a="http://schemas.openxmlformats.org/drawingml/2006/main">
              <a:ext uri="{FF2B5EF4-FFF2-40B4-BE49-F238E27FC236}">
                <a16:creationId xmlns:a16="http://schemas.microsoft.com/office/drawing/2014/main" id="{62E84B95-728D-45AA-A896-8DB02785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1" name="04_COMPARISON__source_distribution_r5c9">
            <a:extLst xmlns:a="http://schemas.openxmlformats.org/drawingml/2006/main">
              <a:ext uri="{FF2B5EF4-FFF2-40B4-BE49-F238E27FC236}">
                <a16:creationId xmlns:a16="http://schemas.microsoft.com/office/drawing/2014/main" id="{4F627887-0CB7-4CCD-8DFF-FC75C5E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2" name="04_COMPARISON__source_distribution_r6c0">
            <a:extLst xmlns:a="http://schemas.openxmlformats.org/drawingml/2006/main">
              <a:ext uri="{FF2B5EF4-FFF2-40B4-BE49-F238E27FC236}">
                <a16:creationId xmlns:a16="http://schemas.microsoft.com/office/drawing/2014/main" id="{826BA1A5-EFF1-48E7-B607-09481F31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3" name="04_COMPARISON__source_distribution_r6c1">
            <a:extLst xmlns:a="http://schemas.openxmlformats.org/drawingml/2006/main">
              <a:ext uri="{FF2B5EF4-FFF2-40B4-BE49-F238E27FC236}">
                <a16:creationId xmlns:a16="http://schemas.microsoft.com/office/drawing/2014/main" id="{42206E56-AEE5-4402-93DB-BC5F80F4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18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4" name="04_COMPARISON__source_distribution_r6c2">
            <a:extLst xmlns:a="http://schemas.openxmlformats.org/drawingml/2006/main">
              <a:ext uri="{FF2B5EF4-FFF2-40B4-BE49-F238E27FC236}">
                <a16:creationId xmlns:a16="http://schemas.microsoft.com/office/drawing/2014/main" id="{7F4E6149-769B-414D-8007-B579665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14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C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5" name="04_COMPARISON__source_distribution_r6c3">
            <a:extLst xmlns:a="http://schemas.openxmlformats.org/drawingml/2006/main">
              <a:ext uri="{FF2B5EF4-FFF2-40B4-BE49-F238E27FC236}">
                <a16:creationId xmlns:a16="http://schemas.microsoft.com/office/drawing/2014/main" id="{748A5C01-9B89-4CDE-B7C8-B1A1402E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09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F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6" name="04_COMPARISON__source_distribution_r6c4">
            <a:extLst xmlns:a="http://schemas.openxmlformats.org/drawingml/2006/main">
              <a:ext uri="{FF2B5EF4-FFF2-40B4-BE49-F238E27FC236}">
                <a16:creationId xmlns:a16="http://schemas.microsoft.com/office/drawing/2014/main" id="{88C011D6-13C2-4286-A7F3-3081CE3D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105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7" name="04_COMPARISON__source_distribution_r6c5">
            <a:extLst xmlns:a="http://schemas.openxmlformats.org/drawingml/2006/main">
              <a:ext uri="{FF2B5EF4-FFF2-40B4-BE49-F238E27FC236}">
                <a16:creationId xmlns:a16="http://schemas.microsoft.com/office/drawing/2014/main" id="{8158596A-C960-434E-968D-A03C4C6E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200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8" name="04_COMPARISON__source_distribution_r6c6">
            <a:extLst xmlns:a="http://schemas.openxmlformats.org/drawingml/2006/main">
              <a:ext uri="{FF2B5EF4-FFF2-40B4-BE49-F238E27FC236}">
                <a16:creationId xmlns:a16="http://schemas.microsoft.com/office/drawing/2014/main" id="{A7069397-C796-47CB-A69D-A4C9DE1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296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9" name="04_COMPARISON__source_distribution_r6c7">
            <a:extLst xmlns:a="http://schemas.openxmlformats.org/drawingml/2006/main">
              <a:ext uri="{FF2B5EF4-FFF2-40B4-BE49-F238E27FC236}">
                <a16:creationId xmlns:a16="http://schemas.microsoft.com/office/drawing/2014/main" id="{71ED560A-7A2B-4B65-A56E-15A2CF27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91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0" name="04_COMPARISON__source_distribution_r6c8">
            <a:extLst xmlns:a="http://schemas.openxmlformats.org/drawingml/2006/main">
              <a:ext uri="{FF2B5EF4-FFF2-40B4-BE49-F238E27FC236}">
                <a16:creationId xmlns:a16="http://schemas.microsoft.com/office/drawing/2014/main" id="{9E09F482-0DD2-4FA8-97F4-B23E1756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487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1" name="04_COMPARISON__source_distribution_r6c9">
            <a:extLst xmlns:a="http://schemas.openxmlformats.org/drawingml/2006/main">
              <a:ext uri="{FF2B5EF4-FFF2-40B4-BE49-F238E27FC236}">
                <a16:creationId xmlns:a16="http://schemas.microsoft.com/office/drawing/2014/main" id="{2691746A-E0F3-46FB-AEBB-B9E8BDF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582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2" name="04_COMPARISON__source_distribution_frame">
            <a:extLst xmlns:a="http://schemas.openxmlformats.org/drawingml/2006/main">
              <a:ext uri="{FF2B5EF4-FFF2-40B4-BE49-F238E27FC236}">
                <a16:creationId xmlns:a16="http://schemas.microsoft.com/office/drawing/2014/main" id="{608960FF-9503-4A1F-B4DE-C4C96DB2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2325" y="6438900"/>
            <a:ext cx="209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603" name="04_COMPARISON__source_probability">
            <a:extLst xmlns:a="http://schemas.openxmlformats.org/drawingml/2006/main">
              <a:ext uri="{FF2B5EF4-FFF2-40B4-BE49-F238E27FC236}">
                <a16:creationId xmlns:a16="http://schemas.microsoft.com/office/drawing/2014/main" id="{3EB0E7B4-BC87-4FEC-B56D-4FF99B1C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29450" y="79533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二维源位置概率图</a:t>
            </a:r>
            <a:endParaRPr sz="1875" b="1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04_COMPARISON__distribution_symbol">
            <a:extLst xmlns:a="http://schemas.openxmlformats.org/drawingml/2006/main">
              <a:ext uri="{FF2B5EF4-FFF2-40B4-BE49-F238E27FC236}">
                <a16:creationId xmlns:a16="http://schemas.microsoft.com/office/drawing/2014/main" id="{DB2C1FB9-02A9-4D5E-9510-764A610A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29425" y="8248650"/>
            <a:ext cx="2714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P(s | Hₜ) = Σₑ P(s,e | Hₜ)</a:t>
            </a:r>
            <a:endParaRPr sz="1950" b="0">
              <a:solidFill>
                <a:srgbClr val="6C648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1" name="08_ROUTES__measured_to_comparison_port1">
            <a:extLst xmlns:a="http://schemas.openxmlformats.org/drawingml/2006/main">
              <a:ext uri="{FF2B5EF4-FFF2-40B4-BE49-F238E27FC236}">
                <a16:creationId xmlns:a16="http://schemas.microsoft.com/office/drawing/2014/main" id="{3483183C-B110-49F2-AB61-7FC3FBB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6573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6" name="08_ROUTES__predictions_to_comparison_port3">
            <a:extLst xmlns:a="http://schemas.openxmlformats.org/drawingml/2006/main">
              <a:ext uri="{FF2B5EF4-FFF2-40B4-BE49-F238E27FC236}">
                <a16:creationId xmlns:a16="http://schemas.microsoft.com/office/drawing/2014/main" id="{FB2737D0-031E-490F-84D9-13498E3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9823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3" name="08_ROUTES__posterior_to_planning_port0">
            <a:extLst xmlns:a="http://schemas.openxmlformats.org/drawingml/2006/main">
              <a:ext uri="{FF2B5EF4-FFF2-40B4-BE49-F238E27FC236}">
                <a16:creationId xmlns:a16="http://schemas.microsoft.com/office/drawing/2014/main" id="{D4539848-DBBD-413D-A29C-16B7F33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192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5" name="01_REGIONS__sampling_panel">
            <a:extLst xmlns:a="http://schemas.openxmlformats.org/drawingml/2006/main">
              <a:ext uri="{FF2B5EF4-FFF2-40B4-BE49-F238E27FC236}">
                <a16:creationId xmlns:a16="http://schemas.microsoft.com/office/drawing/2014/main" id="{97FB75EF-68CC-4C54-9BB7-073FF6DA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01250" y="5810250"/>
            <a:ext cx="4857750" cy="2743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0">
            <a:noFill/>
          </a:ln>
        </p:spPr>
      </p:sp>
      <p:sp>
        <p:nvSpPr>
          <p:cNvPr id="606" name="05_SAMPLING__sampling_letter">
            <a:extLst xmlns:a="http://schemas.openxmlformats.org/drawingml/2006/main">
              <a:ext uri="{FF2B5EF4-FFF2-40B4-BE49-F238E27FC236}">
                <a16:creationId xmlns:a16="http://schemas.microsoft.com/office/drawing/2014/main" id="{FCD251AC-D444-4940-A54E-14531F60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10800" y="5991225"/>
            <a:ext cx="523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M3</a:t>
            </a:r>
            <a:endParaRPr sz="2175" b="1">
              <a:solidFill>
                <a:srgbClr val="A86D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05_SAMPLING__sampling_heading">
            <a:extLst xmlns:a="http://schemas.openxmlformats.org/drawingml/2006/main">
              <a:ext uri="{FF2B5EF4-FFF2-40B4-BE49-F238E27FC236}">
                <a16:creationId xmlns:a16="http://schemas.microsoft.com/office/drawing/2014/main" id="{6EECBCB0-DCB2-4845-8586-B9D1623A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9925" y="59912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容错反证主动观测规划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05_SAMPLING__interest_r0c0">
            <a:extLst xmlns:a="http://schemas.openxmlformats.org/drawingml/2006/main">
              <a:ext uri="{FF2B5EF4-FFF2-40B4-BE49-F238E27FC236}">
                <a16:creationId xmlns:a16="http://schemas.microsoft.com/office/drawing/2014/main" id="{043FFC76-F0FA-4517-9928-2A83049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9" name="05_SAMPLING__interest_r0c1">
            <a:extLst xmlns:a="http://schemas.openxmlformats.org/drawingml/2006/main">
              <a:ext uri="{FF2B5EF4-FFF2-40B4-BE49-F238E27FC236}">
                <a16:creationId xmlns:a16="http://schemas.microsoft.com/office/drawing/2014/main" id="{3AD282C9-8C94-46C3-A219-DD0B3715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0" name="05_SAMPLING__interest_r0c2">
            <a:extLst xmlns:a="http://schemas.openxmlformats.org/drawingml/2006/main">
              <a:ext uri="{FF2B5EF4-FFF2-40B4-BE49-F238E27FC236}">
                <a16:creationId xmlns:a16="http://schemas.microsoft.com/office/drawing/2014/main" id="{1BBA2C04-77BE-4ACF-9AF2-63F5C09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1" name="05_SAMPLING__interest_r0c3">
            <a:extLst xmlns:a="http://schemas.openxmlformats.org/drawingml/2006/main">
              <a:ext uri="{FF2B5EF4-FFF2-40B4-BE49-F238E27FC236}">
                <a16:creationId xmlns:a16="http://schemas.microsoft.com/office/drawing/2014/main" id="{EF80D639-F40D-4886-9FC7-E776905A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2" name="05_SAMPLING__interest_r0c4">
            <a:extLst xmlns:a="http://schemas.openxmlformats.org/drawingml/2006/main">
              <a:ext uri="{FF2B5EF4-FFF2-40B4-BE49-F238E27FC236}">
                <a16:creationId xmlns:a16="http://schemas.microsoft.com/office/drawing/2014/main" id="{2A192E30-081A-4110-B719-7663C54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3" name="05_SAMPLING__interest_r0c5">
            <a:extLst xmlns:a="http://schemas.openxmlformats.org/drawingml/2006/main">
              <a:ext uri="{FF2B5EF4-FFF2-40B4-BE49-F238E27FC236}">
                <a16:creationId xmlns:a16="http://schemas.microsoft.com/office/drawing/2014/main" id="{9F8967BF-DE57-4370-B07D-3A5D71FA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4" name="05_SAMPLING__interest_r0c6">
            <a:extLst xmlns:a="http://schemas.openxmlformats.org/drawingml/2006/main">
              <a:ext uri="{FF2B5EF4-FFF2-40B4-BE49-F238E27FC236}">
                <a16:creationId xmlns:a16="http://schemas.microsoft.com/office/drawing/2014/main" id="{FA1B3360-D17D-4F41-B2BD-0B7D7171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5" name="05_SAMPLING__interest_r0c7">
            <a:extLst xmlns:a="http://schemas.openxmlformats.org/drawingml/2006/main">
              <a:ext uri="{FF2B5EF4-FFF2-40B4-BE49-F238E27FC236}">
                <a16:creationId xmlns:a16="http://schemas.microsoft.com/office/drawing/2014/main" id="{156466B0-F5A1-46FC-B7AE-E5FD3933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F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6" name="05_SAMPLING__interest_r0c8">
            <a:extLst xmlns:a="http://schemas.openxmlformats.org/drawingml/2006/main">
              <a:ext uri="{FF2B5EF4-FFF2-40B4-BE49-F238E27FC236}">
                <a16:creationId xmlns:a16="http://schemas.microsoft.com/office/drawing/2014/main" id="{F7AF1E0C-0D4A-4F1F-A75F-E95A2615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7" name="05_SAMPLING__interest_r0c9">
            <a:extLst xmlns:a="http://schemas.openxmlformats.org/drawingml/2006/main">
              <a:ext uri="{FF2B5EF4-FFF2-40B4-BE49-F238E27FC236}">
                <a16:creationId xmlns:a16="http://schemas.microsoft.com/office/drawing/2014/main" id="{31A0C4E3-9D5D-4311-B316-EAE1D90D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4389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8" name="05_SAMPLING__interest_r1c0">
            <a:extLst xmlns:a="http://schemas.openxmlformats.org/drawingml/2006/main">
              <a:ext uri="{FF2B5EF4-FFF2-40B4-BE49-F238E27FC236}">
                <a16:creationId xmlns:a16="http://schemas.microsoft.com/office/drawing/2014/main" id="{5541DCAF-DBFA-439C-B562-52AEFB3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9" name="05_SAMPLING__interest_r1c1">
            <a:extLst xmlns:a="http://schemas.openxmlformats.org/drawingml/2006/main">
              <a:ext uri="{FF2B5EF4-FFF2-40B4-BE49-F238E27FC236}">
                <a16:creationId xmlns:a16="http://schemas.microsoft.com/office/drawing/2014/main" id="{851334DD-E7D1-4B84-89B0-F5A15082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0" name="05_SAMPLING__interest_r1c2">
            <a:extLst xmlns:a="http://schemas.openxmlformats.org/drawingml/2006/main">
              <a:ext uri="{FF2B5EF4-FFF2-40B4-BE49-F238E27FC236}">
                <a16:creationId xmlns:a16="http://schemas.microsoft.com/office/drawing/2014/main" id="{DA5A03C6-460A-49B8-BBBD-93EE8B5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1" name="05_SAMPLING__interest_r1c3">
            <a:extLst xmlns:a="http://schemas.openxmlformats.org/drawingml/2006/main">
              <a:ext uri="{FF2B5EF4-FFF2-40B4-BE49-F238E27FC236}">
                <a16:creationId xmlns:a16="http://schemas.microsoft.com/office/drawing/2014/main" id="{3A543C3E-282C-4B0A-AFE3-92814692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2" name="05_SAMPLING__interest_r1c4">
            <a:extLst xmlns:a="http://schemas.openxmlformats.org/drawingml/2006/main">
              <a:ext uri="{FF2B5EF4-FFF2-40B4-BE49-F238E27FC236}">
                <a16:creationId xmlns:a16="http://schemas.microsoft.com/office/drawing/2014/main" id="{E1E8A465-DDB3-4203-B090-B24A327F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3" name="05_SAMPLING__interest_r1c5">
            <a:extLst xmlns:a="http://schemas.openxmlformats.org/drawingml/2006/main">
              <a:ext uri="{FF2B5EF4-FFF2-40B4-BE49-F238E27FC236}">
                <a16:creationId xmlns:a16="http://schemas.microsoft.com/office/drawing/2014/main" id="{64209093-6333-4EA7-958B-5F387FE2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4" name="05_SAMPLING__interest_r1c6">
            <a:extLst xmlns:a="http://schemas.openxmlformats.org/drawingml/2006/main">
              <a:ext uri="{FF2B5EF4-FFF2-40B4-BE49-F238E27FC236}">
                <a16:creationId xmlns:a16="http://schemas.microsoft.com/office/drawing/2014/main" id="{0DE9947A-ABFF-401E-B2D9-A68DA205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9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5" name="05_SAMPLING__interest_r1c7">
            <a:extLst xmlns:a="http://schemas.openxmlformats.org/drawingml/2006/main">
              <a:ext uri="{FF2B5EF4-FFF2-40B4-BE49-F238E27FC236}">
                <a16:creationId xmlns:a16="http://schemas.microsoft.com/office/drawing/2014/main" id="{DBA73197-5F73-436A-B2B6-610922B6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6" name="05_SAMPLING__interest_r1c8">
            <a:extLst xmlns:a="http://schemas.openxmlformats.org/drawingml/2006/main">
              <a:ext uri="{FF2B5EF4-FFF2-40B4-BE49-F238E27FC236}">
                <a16:creationId xmlns:a16="http://schemas.microsoft.com/office/drawing/2014/main" id="{ECBC2506-E551-4501-9AE3-9AD68A1F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7" name="05_SAMPLING__interest_r1c9">
            <a:extLst xmlns:a="http://schemas.openxmlformats.org/drawingml/2006/main">
              <a:ext uri="{FF2B5EF4-FFF2-40B4-BE49-F238E27FC236}">
                <a16:creationId xmlns:a16="http://schemas.microsoft.com/office/drawing/2014/main" id="{CCDA99A5-BAF3-4803-A339-E9CEABEC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6484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8" name="05_SAMPLING__interest_r2c0">
            <a:extLst xmlns:a="http://schemas.openxmlformats.org/drawingml/2006/main">
              <a:ext uri="{FF2B5EF4-FFF2-40B4-BE49-F238E27FC236}">
                <a16:creationId xmlns:a16="http://schemas.microsoft.com/office/drawing/2014/main" id="{4C5053FD-C04B-45F7-BCD7-EEF490A5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9" name="05_SAMPLING__interest_r2c1">
            <a:extLst xmlns:a="http://schemas.openxmlformats.org/drawingml/2006/main">
              <a:ext uri="{FF2B5EF4-FFF2-40B4-BE49-F238E27FC236}">
                <a16:creationId xmlns:a16="http://schemas.microsoft.com/office/drawing/2014/main" id="{4ECF5970-56B1-40C2-BD36-460AEFFB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0" name="05_SAMPLING__interest_r2c2">
            <a:extLst xmlns:a="http://schemas.openxmlformats.org/drawingml/2006/main">
              <a:ext uri="{FF2B5EF4-FFF2-40B4-BE49-F238E27FC236}">
                <a16:creationId xmlns:a16="http://schemas.microsoft.com/office/drawing/2014/main" id="{5E5B31D9-BDC0-4487-B8C2-253E6C2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1" name="05_SAMPLING__interest_r2c3">
            <a:extLst xmlns:a="http://schemas.openxmlformats.org/drawingml/2006/main">
              <a:ext uri="{FF2B5EF4-FFF2-40B4-BE49-F238E27FC236}">
                <a16:creationId xmlns:a16="http://schemas.microsoft.com/office/drawing/2014/main" id="{5B1669B9-C4BD-45B0-93A8-4E7225CD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2" name="05_SAMPLING__interest_r2c4">
            <a:extLst xmlns:a="http://schemas.openxmlformats.org/drawingml/2006/main">
              <a:ext uri="{FF2B5EF4-FFF2-40B4-BE49-F238E27FC236}">
                <a16:creationId xmlns:a16="http://schemas.microsoft.com/office/drawing/2014/main" id="{F712A0BA-B529-47F5-ABAC-81B7922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3" name="05_SAMPLING__interest_r2c5">
            <a:extLst xmlns:a="http://schemas.openxmlformats.org/drawingml/2006/main">
              <a:ext uri="{FF2B5EF4-FFF2-40B4-BE49-F238E27FC236}">
                <a16:creationId xmlns:a16="http://schemas.microsoft.com/office/drawing/2014/main" id="{628F5A28-2780-4EAF-8187-0DF1E732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4" name="05_SAMPLING__interest_r2c6">
            <a:extLst xmlns:a="http://schemas.openxmlformats.org/drawingml/2006/main">
              <a:ext uri="{FF2B5EF4-FFF2-40B4-BE49-F238E27FC236}">
                <a16:creationId xmlns:a16="http://schemas.microsoft.com/office/drawing/2014/main" id="{D716C761-1A28-4CFB-8184-F5849A96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C8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5" name="05_SAMPLING__interest_r2c7">
            <a:extLst xmlns:a="http://schemas.openxmlformats.org/drawingml/2006/main">
              <a:ext uri="{FF2B5EF4-FFF2-40B4-BE49-F238E27FC236}">
                <a16:creationId xmlns:a16="http://schemas.microsoft.com/office/drawing/2014/main" id="{687C38C8-3939-4A1F-8E27-F9D0E1D2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05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6" name="05_SAMPLING__interest_r2c8">
            <a:extLst xmlns:a="http://schemas.openxmlformats.org/drawingml/2006/main">
              <a:ext uri="{FF2B5EF4-FFF2-40B4-BE49-F238E27FC236}">
                <a16:creationId xmlns:a16="http://schemas.microsoft.com/office/drawing/2014/main" id="{644F99F3-F89D-4211-99FE-340AC6B9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7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7" name="05_SAMPLING__interest_r2c9">
            <a:extLst xmlns:a="http://schemas.openxmlformats.org/drawingml/2006/main">
              <a:ext uri="{FF2B5EF4-FFF2-40B4-BE49-F238E27FC236}">
                <a16:creationId xmlns:a16="http://schemas.microsoft.com/office/drawing/2014/main" id="{0D8B88FB-2B01-4871-BB62-08F711F0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68580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8" name="05_SAMPLING__interest_r3c0">
            <a:extLst xmlns:a="http://schemas.openxmlformats.org/drawingml/2006/main">
              <a:ext uri="{FF2B5EF4-FFF2-40B4-BE49-F238E27FC236}">
                <a16:creationId xmlns:a16="http://schemas.microsoft.com/office/drawing/2014/main" id="{22318B08-A67B-4943-BB32-D71ABD6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9" name="05_SAMPLING__interest_r3c1">
            <a:extLst xmlns:a="http://schemas.openxmlformats.org/drawingml/2006/main">
              <a:ext uri="{FF2B5EF4-FFF2-40B4-BE49-F238E27FC236}">
                <a16:creationId xmlns:a16="http://schemas.microsoft.com/office/drawing/2014/main" id="{CB114F1D-71FF-4C49-A931-BCE88D9B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0" name="05_SAMPLING__interest_r3c2">
            <a:extLst xmlns:a="http://schemas.openxmlformats.org/drawingml/2006/main">
              <a:ext uri="{FF2B5EF4-FFF2-40B4-BE49-F238E27FC236}">
                <a16:creationId xmlns:a16="http://schemas.microsoft.com/office/drawing/2014/main" id="{B58D4E5B-8518-4385-B9B3-E662863C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1" name="05_SAMPLING__interest_r3c3">
            <a:extLst xmlns:a="http://schemas.openxmlformats.org/drawingml/2006/main">
              <a:ext uri="{FF2B5EF4-FFF2-40B4-BE49-F238E27FC236}">
                <a16:creationId xmlns:a16="http://schemas.microsoft.com/office/drawing/2014/main" id="{236B164D-B133-4B1A-B464-9B8BA12D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2" name="05_SAMPLING__interest_r3c4">
            <a:extLst xmlns:a="http://schemas.openxmlformats.org/drawingml/2006/main">
              <a:ext uri="{FF2B5EF4-FFF2-40B4-BE49-F238E27FC236}">
                <a16:creationId xmlns:a16="http://schemas.microsoft.com/office/drawing/2014/main" id="{BFDD7F5C-9877-4B4F-9FFA-42C5BE29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D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3" name="05_SAMPLING__interest_r3c5">
            <a:extLst xmlns:a="http://schemas.openxmlformats.org/drawingml/2006/main">
              <a:ext uri="{FF2B5EF4-FFF2-40B4-BE49-F238E27FC236}">
                <a16:creationId xmlns:a16="http://schemas.microsoft.com/office/drawing/2014/main" id="{7BB51EE4-B2CB-4FBB-BAB1-EAD1DAC3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6C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4" name="05_SAMPLING__interest_r3c6">
            <a:extLst xmlns:a="http://schemas.openxmlformats.org/drawingml/2006/main">
              <a:ext uri="{FF2B5EF4-FFF2-40B4-BE49-F238E27FC236}">
                <a16:creationId xmlns:a16="http://schemas.microsoft.com/office/drawing/2014/main" id="{555BF5E2-18E2-4E05-B4A5-F259D0F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C8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5" name="05_SAMPLING__interest_r3c7">
            <a:extLst xmlns:a="http://schemas.openxmlformats.org/drawingml/2006/main">
              <a:ext uri="{FF2B5EF4-FFF2-40B4-BE49-F238E27FC236}">
                <a16:creationId xmlns:a16="http://schemas.microsoft.com/office/drawing/2014/main" id="{72A3AEE1-0DC3-4198-A16C-333351B1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905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6" name="05_SAMPLING__interest_r3c8">
            <a:extLst xmlns:a="http://schemas.openxmlformats.org/drawingml/2006/main">
              <a:ext uri="{FF2B5EF4-FFF2-40B4-BE49-F238E27FC236}">
                <a16:creationId xmlns:a16="http://schemas.microsoft.com/office/drawing/2014/main" id="{64C69F83-5698-413E-BE71-96AFD0F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7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7" name="05_SAMPLING__interest_r3c9">
            <a:extLst xmlns:a="http://schemas.openxmlformats.org/drawingml/2006/main">
              <a:ext uri="{FF2B5EF4-FFF2-40B4-BE49-F238E27FC236}">
                <a16:creationId xmlns:a16="http://schemas.microsoft.com/office/drawing/2014/main" id="{A4CA4277-43F3-4C89-AFF2-57D24717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067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FB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8" name="05_SAMPLING__interest_r4c0">
            <a:extLst xmlns:a="http://schemas.openxmlformats.org/drawingml/2006/main">
              <a:ext uri="{FF2B5EF4-FFF2-40B4-BE49-F238E27FC236}">
                <a16:creationId xmlns:a16="http://schemas.microsoft.com/office/drawing/2014/main" id="{64228885-A7B9-45F1-B5BD-CA23A591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9" name="05_SAMPLING__interest_r4c1">
            <a:extLst xmlns:a="http://schemas.openxmlformats.org/drawingml/2006/main">
              <a:ext uri="{FF2B5EF4-FFF2-40B4-BE49-F238E27FC236}">
                <a16:creationId xmlns:a16="http://schemas.microsoft.com/office/drawing/2014/main" id="{FE1338A0-5B73-437F-9055-66D1F74D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0" name="05_SAMPLING__interest_r4c2">
            <a:extLst xmlns:a="http://schemas.openxmlformats.org/drawingml/2006/main">
              <a:ext uri="{FF2B5EF4-FFF2-40B4-BE49-F238E27FC236}">
                <a16:creationId xmlns:a16="http://schemas.microsoft.com/office/drawing/2014/main" id="{3A333592-BFAE-44DF-AE16-5CF04B4B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1" name="05_SAMPLING__interest_r4c3">
            <a:extLst xmlns:a="http://schemas.openxmlformats.org/drawingml/2006/main">
              <a:ext uri="{FF2B5EF4-FFF2-40B4-BE49-F238E27FC236}">
                <a16:creationId xmlns:a16="http://schemas.microsoft.com/office/drawing/2014/main" id="{3FF2118F-A150-4E08-B604-0E349B96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2" name="05_SAMPLING__interest_r4c4">
            <a:extLst xmlns:a="http://schemas.openxmlformats.org/drawingml/2006/main">
              <a:ext uri="{FF2B5EF4-FFF2-40B4-BE49-F238E27FC236}">
                <a16:creationId xmlns:a16="http://schemas.microsoft.com/office/drawing/2014/main" id="{D20D1C0C-07A3-4863-88F7-48770C0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3" name="05_SAMPLING__interest_r4c5">
            <a:extLst xmlns:a="http://schemas.openxmlformats.org/drawingml/2006/main">
              <a:ext uri="{FF2B5EF4-FFF2-40B4-BE49-F238E27FC236}">
                <a16:creationId xmlns:a16="http://schemas.microsoft.com/office/drawing/2014/main" id="{F9D74A61-16B7-4FF0-BF64-9CB72E10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4" name="05_SAMPLING__interest_r4c6">
            <a:extLst xmlns:a="http://schemas.openxmlformats.org/drawingml/2006/main">
              <a:ext uri="{FF2B5EF4-FFF2-40B4-BE49-F238E27FC236}">
                <a16:creationId xmlns:a16="http://schemas.microsoft.com/office/drawing/2014/main" id="{91E38292-6D4B-4BCF-B514-0DDFBDA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9C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5" name="05_SAMPLING__interest_r4c7">
            <a:extLst xmlns:a="http://schemas.openxmlformats.org/drawingml/2006/main">
              <a:ext uri="{FF2B5EF4-FFF2-40B4-BE49-F238E27FC236}">
                <a16:creationId xmlns:a16="http://schemas.microsoft.com/office/drawing/2014/main" id="{E031B237-10C9-44E7-8199-667703C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CEB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6" name="05_SAMPLING__interest_r4c8">
            <a:extLst xmlns:a="http://schemas.openxmlformats.org/drawingml/2006/main">
              <a:ext uri="{FF2B5EF4-FFF2-40B4-BE49-F238E27FC236}">
                <a16:creationId xmlns:a16="http://schemas.microsoft.com/office/drawing/2014/main" id="{26B9B475-4444-453F-80E3-F0EEA696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D5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7" name="05_SAMPLING__interest_r4c9">
            <a:extLst xmlns:a="http://schemas.openxmlformats.org/drawingml/2006/main">
              <a:ext uri="{FF2B5EF4-FFF2-40B4-BE49-F238E27FC236}">
                <a16:creationId xmlns:a16="http://schemas.microsoft.com/office/drawing/2014/main" id="{F618CBAB-E951-42E1-B768-5A2C982F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277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6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8" name="05_SAMPLING__interest_r5c0">
            <a:extLst xmlns:a="http://schemas.openxmlformats.org/drawingml/2006/main">
              <a:ext uri="{FF2B5EF4-FFF2-40B4-BE49-F238E27FC236}">
                <a16:creationId xmlns:a16="http://schemas.microsoft.com/office/drawing/2014/main" id="{8D05C03F-8616-4AEB-9CEB-378A3577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9" name="05_SAMPLING__interest_r5c1">
            <a:extLst xmlns:a="http://schemas.openxmlformats.org/drawingml/2006/main">
              <a:ext uri="{FF2B5EF4-FFF2-40B4-BE49-F238E27FC236}">
                <a16:creationId xmlns:a16="http://schemas.microsoft.com/office/drawing/2014/main" id="{9206860F-542C-429E-81C6-B491294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0" name="05_SAMPLING__interest_r5c2">
            <a:extLst xmlns:a="http://schemas.openxmlformats.org/drawingml/2006/main">
              <a:ext uri="{FF2B5EF4-FFF2-40B4-BE49-F238E27FC236}">
                <a16:creationId xmlns:a16="http://schemas.microsoft.com/office/drawing/2014/main" id="{B9E8E622-36F7-40BA-B3A8-872389D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1" name="05_SAMPLING__interest_r5c3">
            <a:extLst xmlns:a="http://schemas.openxmlformats.org/drawingml/2006/main">
              <a:ext uri="{FF2B5EF4-FFF2-40B4-BE49-F238E27FC236}">
                <a16:creationId xmlns:a16="http://schemas.microsoft.com/office/drawing/2014/main" id="{7F30294C-4027-4D6D-BC8F-8E935D9B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2" name="05_SAMPLING__interest_r5c4">
            <a:extLst xmlns:a="http://schemas.openxmlformats.org/drawingml/2006/main">
              <a:ext uri="{FF2B5EF4-FFF2-40B4-BE49-F238E27FC236}">
                <a16:creationId xmlns:a16="http://schemas.microsoft.com/office/drawing/2014/main" id="{2F409B4F-9EFD-4D55-B7E3-56A9EAC4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3" name="05_SAMPLING__interest_r5c5">
            <a:extLst xmlns:a="http://schemas.openxmlformats.org/drawingml/2006/main">
              <a:ext uri="{FF2B5EF4-FFF2-40B4-BE49-F238E27FC236}">
                <a16:creationId xmlns:a16="http://schemas.microsoft.com/office/drawing/2014/main" id="{4354940C-819C-46A0-8F9F-3FF694D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3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4" name="05_SAMPLING__interest_r5c6">
            <a:extLst xmlns:a="http://schemas.openxmlformats.org/drawingml/2006/main">
              <a:ext uri="{FF2B5EF4-FFF2-40B4-BE49-F238E27FC236}">
                <a16:creationId xmlns:a16="http://schemas.microsoft.com/office/drawing/2014/main" id="{682E46D5-B376-4324-ACC4-64D47C5D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0EB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5" name="05_SAMPLING__interest_r5c7">
            <a:extLst xmlns:a="http://schemas.openxmlformats.org/drawingml/2006/main">
              <a:ext uri="{FF2B5EF4-FFF2-40B4-BE49-F238E27FC236}">
                <a16:creationId xmlns:a16="http://schemas.microsoft.com/office/drawing/2014/main" id="{0A67F6D3-7D9B-4D56-B63B-9BDCF2BB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6" name="05_SAMPLING__interest_r5c8">
            <a:extLst xmlns:a="http://schemas.openxmlformats.org/drawingml/2006/main">
              <a:ext uri="{FF2B5EF4-FFF2-40B4-BE49-F238E27FC236}">
                <a16:creationId xmlns:a16="http://schemas.microsoft.com/office/drawing/2014/main" id="{10E376B9-6935-4EE2-8242-16F8487C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7" name="05_SAMPLING__interest_r5c9">
            <a:extLst xmlns:a="http://schemas.openxmlformats.org/drawingml/2006/main">
              <a:ext uri="{FF2B5EF4-FFF2-40B4-BE49-F238E27FC236}">
                <a16:creationId xmlns:a16="http://schemas.microsoft.com/office/drawing/2014/main" id="{35E74E05-F7D4-4F90-B145-B19C5BB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486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8" name="05_SAMPLING__interest_r6c0">
            <a:extLst xmlns:a="http://schemas.openxmlformats.org/drawingml/2006/main">
              <a:ext uri="{FF2B5EF4-FFF2-40B4-BE49-F238E27FC236}">
                <a16:creationId xmlns:a16="http://schemas.microsoft.com/office/drawing/2014/main" id="{A338D0B5-DA8C-467F-B6F2-D036229A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9" name="05_SAMPLING__interest_r6c1">
            <a:extLst xmlns:a="http://schemas.openxmlformats.org/drawingml/2006/main">
              <a:ext uri="{FF2B5EF4-FFF2-40B4-BE49-F238E27FC236}">
                <a16:creationId xmlns:a16="http://schemas.microsoft.com/office/drawing/2014/main" id="{BA997B30-9DA9-49AC-AF2C-0E805D7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89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0" name="05_SAMPLING__interest_r6c2">
            <a:extLst xmlns:a="http://schemas.openxmlformats.org/drawingml/2006/main">
              <a:ext uri="{FF2B5EF4-FFF2-40B4-BE49-F238E27FC236}">
                <a16:creationId xmlns:a16="http://schemas.microsoft.com/office/drawing/2014/main" id="{864B6B85-2C57-4FAF-9AF0-BC5B2188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584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1" name="05_SAMPLING__interest_r6c3">
            <a:extLst xmlns:a="http://schemas.openxmlformats.org/drawingml/2006/main">
              <a:ext uri="{FF2B5EF4-FFF2-40B4-BE49-F238E27FC236}">
                <a16:creationId xmlns:a16="http://schemas.microsoft.com/office/drawing/2014/main" id="{7B11F0B4-ECA7-4D7B-841E-8074AD406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680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2" name="05_SAMPLING__interest_r6c4">
            <a:extLst xmlns:a="http://schemas.openxmlformats.org/drawingml/2006/main">
              <a:ext uri="{FF2B5EF4-FFF2-40B4-BE49-F238E27FC236}">
                <a16:creationId xmlns:a16="http://schemas.microsoft.com/office/drawing/2014/main" id="{6783F981-7F6A-4675-A422-4A8144C2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775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3" name="05_SAMPLING__interest_r6c5">
            <a:extLst xmlns:a="http://schemas.openxmlformats.org/drawingml/2006/main">
              <a:ext uri="{FF2B5EF4-FFF2-40B4-BE49-F238E27FC236}">
                <a16:creationId xmlns:a16="http://schemas.microsoft.com/office/drawing/2014/main" id="{161CA10E-4926-42DC-981C-52F180B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4" name="05_SAMPLING__interest_r6c6">
            <a:extLst xmlns:a="http://schemas.openxmlformats.org/drawingml/2006/main">
              <a:ext uri="{FF2B5EF4-FFF2-40B4-BE49-F238E27FC236}">
                <a16:creationId xmlns:a16="http://schemas.microsoft.com/office/drawing/2014/main" id="{55BF4CD2-AA54-4900-8B36-14812EF5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66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5" name="05_SAMPLING__interest_r6c7">
            <a:extLst xmlns:a="http://schemas.openxmlformats.org/drawingml/2006/main">
              <a:ext uri="{FF2B5EF4-FFF2-40B4-BE49-F238E27FC236}">
                <a16:creationId xmlns:a16="http://schemas.microsoft.com/office/drawing/2014/main" id="{5146A33B-A1CA-44CB-8A4E-C76FC90F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62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6" name="05_SAMPLING__interest_r6c8">
            <a:extLst xmlns:a="http://schemas.openxmlformats.org/drawingml/2006/main">
              <a:ext uri="{FF2B5EF4-FFF2-40B4-BE49-F238E27FC236}">
                <a16:creationId xmlns:a16="http://schemas.microsoft.com/office/drawing/2014/main" id="{4E646FCE-BC9E-4502-AC9D-A6D8BE1D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1577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7" name="05_SAMPLING__interest_r6c9">
            <a:extLst xmlns:a="http://schemas.openxmlformats.org/drawingml/2006/main">
              <a:ext uri="{FF2B5EF4-FFF2-40B4-BE49-F238E27FC236}">
                <a16:creationId xmlns:a16="http://schemas.microsoft.com/office/drawing/2014/main" id="{20912219-C464-4F67-B41F-196BD85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25325" y="7696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F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8" name="05_SAMPLING__interest_frame">
            <a:extLst xmlns:a="http://schemas.openxmlformats.org/drawingml/2006/main">
              <a:ext uri="{FF2B5EF4-FFF2-40B4-BE49-F238E27FC236}">
                <a16:creationId xmlns:a16="http://schemas.microsoft.com/office/drawing/2014/main" id="{F7D4D383-C09D-482D-B1C4-C7CDA56E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39375" y="6438900"/>
            <a:ext cx="2095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679" name="05_SAMPLING__new_route_track">
            <a:extLst xmlns:a="http://schemas.openxmlformats.org/drawingml/2006/main">
              <a:ext uri="{FF2B5EF4-FFF2-40B4-BE49-F238E27FC236}">
                <a16:creationId xmlns:a16="http://schemas.microsoft.com/office/drawing/2014/main" id="{4DF6D82F-A564-4557-994E-C5AE02F2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53700" y="6962775"/>
            <a:ext cx="1257300" cy="419100"/>
          </a:xfrm>
          <a:custGeom xmlns:a="http://schemas.openxmlformats.org/drawingml/2006/main">
            <a:rect l="0" t="0" r="0" b="0"/>
            <a:pathLst>
              <a:path w="1257300" h="419100">
                <a:moveTo>
                  <a:pt x="0" y="419100"/>
                </a:moveTo>
                <a:lnTo>
                  <a:pt x="419100" y="419100"/>
                </a:lnTo>
                <a:lnTo>
                  <a:pt x="838200" y="419100"/>
                </a:lnTo>
                <a:lnTo>
                  <a:pt x="1047750" y="209550"/>
                </a:lnTo>
                <a:lnTo>
                  <a:pt x="1257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3440"/>
            </a:solidFill>
            <a:prstDash val="solid"/>
          </a:ln>
        </p:spPr>
      </p:sp>
      <p:sp>
        <p:nvSpPr>
          <p:cNvPr id="680" name="05_SAMPLING__robot_now">
            <a:extLst xmlns:a="http://schemas.openxmlformats.org/drawingml/2006/main">
              <a:ext uri="{FF2B5EF4-FFF2-40B4-BE49-F238E27FC236}">
                <a16:creationId xmlns:a16="http://schemas.microsoft.com/office/drawing/2014/main" id="{9A24BFED-13F6-4B56-9D6A-D2AE2D2F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6550" y="7324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3440"/>
            </a:solidFill>
          </a:ln>
        </p:spPr>
      </p:sp>
      <p:sp>
        <p:nvSpPr>
          <p:cNvPr id="681" name="05_SAMPLING__next_sample">
            <a:extLst xmlns:a="http://schemas.openxmlformats.org/drawingml/2006/main">
              <a:ext uri="{FF2B5EF4-FFF2-40B4-BE49-F238E27FC236}">
                <a16:creationId xmlns:a16="http://schemas.microsoft.com/office/drawing/2014/main" id="{11D44F93-D3C1-4F85-8DCE-B9E0922F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34800" y="6886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6D27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82" name="05_SAMPLING__disagreement">
            <a:extLst xmlns:a="http://schemas.openxmlformats.org/drawingml/2006/main">
              <a:ext uri="{FF2B5EF4-FFF2-40B4-BE49-F238E27FC236}">
                <a16:creationId xmlns:a16="http://schemas.microsoft.com/office/drawing/2014/main" id="{EEE3D17B-FBD4-41BC-B5FA-BACA0149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643890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软联合码本</a:t>
            </a:r>
            <a:endParaRPr sz="195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3" name="05_SAMPLING__weighted">
            <a:extLst xmlns:a="http://schemas.openxmlformats.org/drawingml/2006/main">
              <a:ext uri="{FF2B5EF4-FFF2-40B4-BE49-F238E27FC236}">
                <a16:creationId xmlns:a16="http://schemas.microsoft.com/office/drawing/2014/main" id="{DD1DB9F2-2686-4320-A217-326E8E2E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68199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误拒风险 ≤ α</a:t>
            </a:r>
            <a:endParaRPr sz="195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4" name="05_SAMPLING__unobserved">
            <a:extLst xmlns:a="http://schemas.openxmlformats.org/drawingml/2006/main">
              <a:ext uri="{FF2B5EF4-FFF2-40B4-BE49-F238E27FC236}">
                <a16:creationId xmlns:a16="http://schemas.microsoft.com/office/drawing/2014/main" id="{359AA886-4283-473B-B6F8-181A2BAE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7200900"/>
            <a:ext cx="2143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最坏反证功效 β</a:t>
            </a:r>
            <a:endParaRPr sz="1950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5" name="05_SAMPLING__planning_equation">
            <a:extLst xmlns:a="http://schemas.openxmlformats.org/drawingml/2006/main">
              <a:ext uri="{FF2B5EF4-FFF2-40B4-BE49-F238E27FC236}">
                <a16:creationId xmlns:a16="http://schemas.microsoft.com/office/drawing/2014/main" id="{E411A230-6946-4A58-8C25-E53AF785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0325" y="7991475"/>
            <a:ext cx="4429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输出：下一观测动作 / 航线 Q*</a:t>
            </a:r>
            <a:endParaRPr sz="2100" b="0">
              <a:solidFill>
                <a:srgbClr val="A86D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05_SAMPLING__exploration">
            <a:extLst xmlns:a="http://schemas.openxmlformats.org/drawingml/2006/main">
              <a:ext uri="{FF2B5EF4-FFF2-40B4-BE49-F238E27FC236}">
                <a16:creationId xmlns:a16="http://schemas.microsoft.com/office/drawing/2014/main" id="{CA667D97-7D38-4A23-B628-0F8CAE49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487275" y="7629525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可恢复候选列表</a:t>
            </a:r>
            <a:endParaRPr sz="18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1" name="08_ROUTES__predictions_to_planning_port1">
            <a:extLst xmlns:a="http://schemas.openxmlformats.org/drawingml/2006/main">
              <a:ext uri="{FF2B5EF4-FFF2-40B4-BE49-F238E27FC236}">
                <a16:creationId xmlns:a16="http://schemas.microsoft.com/office/drawing/2014/main" id="{219FCB8F-6D4D-4D7A-93B6-F47627FC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05498" y="5799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4" name="08_ROUTES__posterior_to_planning_port1">
            <a:extLst xmlns:a="http://schemas.openxmlformats.org/drawingml/2006/main">
              <a:ext uri="{FF2B5EF4-FFF2-40B4-BE49-F238E27FC236}">
                <a16:creationId xmlns:a16="http://schemas.microsoft.com/office/drawing/2014/main" id="{A8BA717E-90A7-4DF7-AE1A-A871D657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07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6" name="08_ROUTES__move_and_resample_port0">
            <a:extLst xmlns:a="http://schemas.openxmlformats.org/drawingml/2006/main">
              <a:ext uri="{FF2B5EF4-FFF2-40B4-BE49-F238E27FC236}">
                <a16:creationId xmlns:a16="http://schemas.microsoft.com/office/drawing/2014/main" id="{B0299775-5F10-44CD-BA93-9938822D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581573" y="8562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7" name="08_ROUTES__move_and_resample_port1">
            <a:extLst xmlns:a="http://schemas.openxmlformats.org/drawingml/2006/main">
              <a:ext uri="{FF2B5EF4-FFF2-40B4-BE49-F238E27FC236}">
                <a16:creationId xmlns:a16="http://schemas.microsoft.com/office/drawing/2014/main" id="{93F491A7-B1CB-4CB9-9EDE-E31E93D1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1573" y="9066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8" name="08_ROUTES__move_and_resample_port2">
            <a:extLst xmlns:a="http://schemas.openxmlformats.org/drawingml/2006/main">
              <a:ext uri="{FF2B5EF4-FFF2-40B4-BE49-F238E27FC236}">
                <a16:creationId xmlns:a16="http://schemas.microsoft.com/office/drawing/2014/main" id="{8FC8EDC5-6297-4247-A4C2-28F31C8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8" y="9066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9" name="08_ROUTES__move_and_resample_port3">
            <a:extLst xmlns:a="http://schemas.openxmlformats.org/drawingml/2006/main">
              <a:ext uri="{FF2B5EF4-FFF2-40B4-BE49-F238E27FC236}">
                <a16:creationId xmlns:a16="http://schemas.microsoft.com/office/drawing/2014/main" id="{7E7327BE-62E9-41E1-B573-D2002B8B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8" y="3094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01_REGIONS__measured_panel">
            <a:extLst xmlns:a="http://schemas.openxmlformats.org/drawingml/2006/main">
              <a:ext uri="{FF2B5EF4-FFF2-40B4-BE49-F238E27FC236}">
                <a16:creationId xmlns:a16="http://schemas.microsoft.com/office/drawing/2014/main" id="{1F9D529D-F1AE-41C1-BA7F-B33D871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1000" y="1057275"/>
            <a:ext cx="5524500" cy="4371975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</a:ln>
        </p:spPr>
      </p:sp>
      <p:sp>
        <p:nvSpPr>
          <p:cNvPr id="3" name="02_MEASURED__measured_letter">
            <a:extLst xmlns:a="http://schemas.openxmlformats.org/drawingml/2006/main">
              <a:ext uri="{FF2B5EF4-FFF2-40B4-BE49-F238E27FC236}">
                <a16:creationId xmlns:a16="http://schemas.microsoft.com/office/drawing/2014/main" id="{5C2C3B6A-B104-4EBA-A4E6-17DE7695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" y="1238250"/>
            <a:ext cx="295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a</a:t>
            </a:r>
            <a:endParaRPr sz="2175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02_MEASURED__measured_heading">
            <a:extLst xmlns:a="http://schemas.openxmlformats.org/drawingml/2006/main">
              <a:ext uri="{FF2B5EF4-FFF2-40B4-BE49-F238E27FC236}">
                <a16:creationId xmlns:a16="http://schemas.microsoft.com/office/drawing/2014/main" id="{F0EBBAC6-53A1-4184-83D7-13DFF80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1550" y="1238250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原始输入与历史账本</a:t>
            </a:r>
            <a:endParaRPr sz="21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02_MEASURED__gas_label">
            <a:extLst xmlns:a="http://schemas.openxmlformats.org/drawingml/2006/main">
              <a:ext uri="{FF2B5EF4-FFF2-40B4-BE49-F238E27FC236}">
                <a16:creationId xmlns:a16="http://schemas.microsoft.com/office/drawing/2014/main" id="{85EC202B-460C-44AC-A80E-31813E463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175260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历史气体观测</a:t>
            </a:r>
            <a:endParaRPr sz="1950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02_MEASURED__gas_axis">
            <a:extLst xmlns:a="http://schemas.openxmlformats.org/drawingml/2006/main">
              <a:ext uri="{FF2B5EF4-FFF2-40B4-BE49-F238E27FC236}">
                <a16:creationId xmlns:a16="http://schemas.microsoft.com/office/drawing/2014/main" id="{85038E77-DFF8-472A-A651-F3E3D7F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276475"/>
            <a:ext cx="1752600" cy="457200"/>
          </a:xfrm>
          <a:custGeom xmlns:a="http://schemas.openxmlformats.org/drawingml/2006/main">
            <a:rect l="0" t="0" r="0" b="0"/>
            <a:pathLst>
              <a:path w="1752600" h="457200">
                <a:moveTo>
                  <a:pt x="0" y="0"/>
                </a:moveTo>
                <a:lnTo>
                  <a:pt x="0" y="457200"/>
                </a:lnTo>
                <a:lnTo>
                  <a:pt x="175260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B6C4CC"/>
            </a:solidFill>
            <a:prstDash val="solid"/>
          </a:ln>
        </p:spPr>
      </p:sp>
      <p:sp>
        <p:nvSpPr>
          <p:cNvPr id="7" name="02_MEASURED__gas_threshold">
            <a:extLst xmlns:a="http://schemas.openxmlformats.org/drawingml/2006/main">
              <a:ext uri="{FF2B5EF4-FFF2-40B4-BE49-F238E27FC236}">
                <a16:creationId xmlns:a16="http://schemas.microsoft.com/office/drawing/2014/main" id="{AC61F51B-81AB-4677-8700-CD16A2AD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514600"/>
            <a:ext cx="1733550" cy="1905"/>
          </a:xfrm>
          <a:custGeom xmlns:a="http://schemas.openxmlformats.org/drawingml/2006/main">
            <a:rect l="0" t="0" r="0" b="0"/>
            <a:pathLst>
              <a:path w="1733550" h="190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546572"/>
            </a:solidFill>
            <a:prstDash val="dash"/>
          </a:ln>
        </p:spPr>
      </p:sp>
      <p:sp>
        <p:nvSpPr>
          <p:cNvPr id="8" name="02_MEASURED__gas_trace">
            <a:extLst xmlns:a="http://schemas.openxmlformats.org/drawingml/2006/main">
              <a:ext uri="{FF2B5EF4-FFF2-40B4-BE49-F238E27FC236}">
                <a16:creationId xmlns:a16="http://schemas.microsoft.com/office/drawing/2014/main" id="{D2D0FB51-23A3-487B-93A0-D4AA1232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4850" y="2315242"/>
            <a:ext cx="1714500" cy="358426"/>
          </a:xfrm>
          <a:custGeom xmlns:a="http://schemas.openxmlformats.org/drawingml/2006/main">
            <a:rect l="0" t="0" r="0" b="0"/>
            <a:pathLst>
              <a:path w="1714500" h="358426">
                <a:moveTo>
                  <a:pt x="0" y="353378"/>
                </a:moveTo>
                <a:lnTo>
                  <a:pt x="114300" y="343281"/>
                </a:lnTo>
                <a:lnTo>
                  <a:pt x="228600" y="318040"/>
                </a:lnTo>
                <a:lnTo>
                  <a:pt x="342900" y="65627"/>
                </a:lnTo>
                <a:lnTo>
                  <a:pt x="457200" y="0"/>
                </a:lnTo>
                <a:lnTo>
                  <a:pt x="571500" y="242316"/>
                </a:lnTo>
                <a:lnTo>
                  <a:pt x="685800" y="348329"/>
                </a:lnTo>
                <a:lnTo>
                  <a:pt x="800100" y="358426"/>
                </a:lnTo>
                <a:lnTo>
                  <a:pt x="914400" y="191833"/>
                </a:lnTo>
                <a:lnTo>
                  <a:pt x="1028700" y="30290"/>
                </a:lnTo>
                <a:lnTo>
                  <a:pt x="1143000" y="121158"/>
                </a:lnTo>
                <a:lnTo>
                  <a:pt x="1257300" y="333185"/>
                </a:lnTo>
                <a:lnTo>
                  <a:pt x="1371600" y="353378"/>
                </a:lnTo>
                <a:lnTo>
                  <a:pt x="1485900" y="323088"/>
                </a:lnTo>
                <a:lnTo>
                  <a:pt x="1600200" y="75724"/>
                </a:lnTo>
                <a:lnTo>
                  <a:pt x="1714500" y="161544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326D9A"/>
            </a:solidFill>
            <a:prstDash val="solid"/>
          </a:ln>
        </p:spPr>
      </p:sp>
      <p:sp>
        <p:nvSpPr>
          <p:cNvPr id="9" name="02_MEASURED__events_label">
            <a:extLst xmlns:a="http://schemas.openxmlformats.org/drawingml/2006/main">
              <a:ext uri="{FF2B5EF4-FFF2-40B4-BE49-F238E27FC236}">
                <a16:creationId xmlns:a16="http://schemas.microsoft.com/office/drawing/2014/main" id="{DDA95C54-437C-4BC9-BAB3-7372C1D9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7225" y="2895600"/>
            <a:ext cx="104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气体事件</a:t>
            </a:r>
            <a:endParaRPr sz="18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02_MEASURED__event0">
            <a:extLst xmlns:a="http://schemas.openxmlformats.org/drawingml/2006/main">
              <a:ext uri="{FF2B5EF4-FFF2-40B4-BE49-F238E27FC236}">
                <a16:creationId xmlns:a16="http://schemas.microsoft.com/office/drawing/2014/main" id="{E8F72F08-A26B-43E4-971F-AD040F99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49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1" name="02_MEASURED__event1">
            <a:extLst xmlns:a="http://schemas.openxmlformats.org/drawingml/2006/main">
              <a:ext uri="{FF2B5EF4-FFF2-40B4-BE49-F238E27FC236}">
                <a16:creationId xmlns:a16="http://schemas.microsoft.com/office/drawing/2014/main" id="{2388CA19-CC97-423F-AD30-142A253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002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2" name="02_MEASURED__event2">
            <a:extLst xmlns:a="http://schemas.openxmlformats.org/drawingml/2006/main">
              <a:ext uri="{FF2B5EF4-FFF2-40B4-BE49-F238E27FC236}">
                <a16:creationId xmlns:a16="http://schemas.microsoft.com/office/drawing/2014/main" id="{AEF94FA1-414B-4A76-BE91-E2482E62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54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3" name="02_MEASURED__event3">
            <a:extLst xmlns:a="http://schemas.openxmlformats.org/drawingml/2006/main">
              <a:ext uri="{FF2B5EF4-FFF2-40B4-BE49-F238E27FC236}">
                <a16:creationId xmlns:a16="http://schemas.microsoft.com/office/drawing/2014/main" id="{9B54E564-9DCC-40BC-A0E2-2B3C717B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907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D9A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4" name="02_MEASURED__event4">
            <a:extLst xmlns:a="http://schemas.openxmlformats.org/drawingml/2006/main">
              <a:ext uri="{FF2B5EF4-FFF2-40B4-BE49-F238E27FC236}">
                <a16:creationId xmlns:a16="http://schemas.microsoft.com/office/drawing/2014/main" id="{C4B6C0FE-B120-40E1-A350-4A0B1D3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859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6D9A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5" name="02_MEASURED__event5">
            <a:extLst xmlns:a="http://schemas.openxmlformats.org/drawingml/2006/main">
              <a:ext uri="{FF2B5EF4-FFF2-40B4-BE49-F238E27FC236}">
                <a16:creationId xmlns:a16="http://schemas.microsoft.com/office/drawing/2014/main" id="{27EBCC9E-6DB3-476A-BDB5-ECC2F5E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812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6" name="02_MEASURED__event6">
            <a:extLst xmlns:a="http://schemas.openxmlformats.org/drawingml/2006/main">
              <a:ext uri="{FF2B5EF4-FFF2-40B4-BE49-F238E27FC236}">
                <a16:creationId xmlns:a16="http://schemas.microsoft.com/office/drawing/2014/main" id="{5DD2F0C8-7B09-4349-975C-6B4DA178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7647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7" name="02_MEASURED__event7">
            <a:extLst xmlns:a="http://schemas.openxmlformats.org/drawingml/2006/main">
              <a:ext uri="{FF2B5EF4-FFF2-40B4-BE49-F238E27FC236}">
                <a16:creationId xmlns:a16="http://schemas.microsoft.com/office/drawing/2014/main" id="{7A82FA12-26C4-44D2-8A1C-54DDE57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71725" y="3000375"/>
            <a:ext cx="666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326D9A"/>
            </a:solidFill>
          </a:ln>
        </p:spPr>
      </p:sp>
      <p:sp>
        <p:nvSpPr>
          <p:cNvPr id="18" name="02_MEASURED__pose_label">
            <a:extLst xmlns:a="http://schemas.openxmlformats.org/drawingml/2006/main">
              <a:ext uri="{FF2B5EF4-FFF2-40B4-BE49-F238E27FC236}">
                <a16:creationId xmlns:a16="http://schemas.microsoft.com/office/drawing/2014/main" id="{8463F23A-6889-4B43-A900-63767E2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175" y="3371850"/>
            <a:ext cx="2238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无人机状态 / 动作历史</a:t>
            </a:r>
            <a:endParaRPr sz="1875" b="1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02_MEASURED__poses_track">
            <a:extLst xmlns:a="http://schemas.openxmlformats.org/drawingml/2006/main">
              <a:ext uri="{FF2B5EF4-FFF2-40B4-BE49-F238E27FC236}">
                <a16:creationId xmlns:a16="http://schemas.microsoft.com/office/drawing/2014/main" id="{51B78780-A24E-4E9E-B0C2-11D16FA8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9613" y="3757613"/>
            <a:ext cx="1600200" cy="400050"/>
          </a:xfrm>
          <a:custGeom xmlns:a="http://schemas.openxmlformats.org/drawingml/2006/main">
            <a:rect l="0" t="0" r="0" b="0"/>
            <a:pathLst>
              <a:path w="1600200" h="400050">
                <a:moveTo>
                  <a:pt x="0" y="400050"/>
                </a:moveTo>
                <a:lnTo>
                  <a:pt x="400050" y="400050"/>
                </a:lnTo>
                <a:lnTo>
                  <a:pt x="600075" y="200025"/>
                </a:lnTo>
                <a:lnTo>
                  <a:pt x="1000125" y="200025"/>
                </a:lnTo>
                <a:lnTo>
                  <a:pt x="1400175" y="0"/>
                </a:lnTo>
                <a:lnTo>
                  <a:pt x="160020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326D9A"/>
            </a:solidFill>
            <a:prstDash val="solid"/>
          </a:ln>
        </p:spPr>
      </p:sp>
      <p:sp>
        <p:nvSpPr>
          <p:cNvPr id="20" name="02_MEASURED__poses_sample0">
            <a:extLst xmlns:a="http://schemas.openxmlformats.org/drawingml/2006/main">
              <a:ext uri="{FF2B5EF4-FFF2-40B4-BE49-F238E27FC236}">
                <a16:creationId xmlns:a16="http://schemas.microsoft.com/office/drawing/2014/main" id="{EE74C7A9-2D1E-4E5D-B8F8-9D4D8ABC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9608" y="41176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1" name="02_MEASURED__poses_sample1">
            <a:extLst xmlns:a="http://schemas.openxmlformats.org/drawingml/2006/main">
              <a:ext uri="{FF2B5EF4-FFF2-40B4-BE49-F238E27FC236}">
                <a16:creationId xmlns:a16="http://schemas.microsoft.com/office/drawing/2014/main" id="{75690069-9AC4-49C1-BF17-7F2A6AB7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9658" y="411765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2" name="02_MEASURED__poses_sample2">
            <a:extLst xmlns:a="http://schemas.openxmlformats.org/drawingml/2006/main">
              <a:ext uri="{FF2B5EF4-FFF2-40B4-BE49-F238E27FC236}">
                <a16:creationId xmlns:a16="http://schemas.microsoft.com/office/drawing/2014/main" id="{E761AEB2-4CD2-442D-84AB-3DD55AA4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683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3" name="02_MEASURED__poses_sample3">
            <a:extLst xmlns:a="http://schemas.openxmlformats.org/drawingml/2006/main">
              <a:ext uri="{FF2B5EF4-FFF2-40B4-BE49-F238E27FC236}">
                <a16:creationId xmlns:a16="http://schemas.microsoft.com/office/drawing/2014/main" id="{067E348B-A75E-4A54-9C27-D957DF6F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9733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4" name="02_MEASURED__poses_sample4">
            <a:extLst xmlns:a="http://schemas.openxmlformats.org/drawingml/2006/main">
              <a:ext uri="{FF2B5EF4-FFF2-40B4-BE49-F238E27FC236}">
                <a16:creationId xmlns:a16="http://schemas.microsoft.com/office/drawing/2014/main" id="{25087A8B-7878-4633-A32E-01B4B072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69783" y="3717608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5" name="02_MEASURED__poses_sample5">
            <a:extLst xmlns:a="http://schemas.openxmlformats.org/drawingml/2006/main">
              <a:ext uri="{FF2B5EF4-FFF2-40B4-BE49-F238E27FC236}">
                <a16:creationId xmlns:a16="http://schemas.microsoft.com/office/drawing/2014/main" id="{A8B29BB2-7E74-4F78-AFF9-15AA6EF5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69808" y="3917633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26D9A"/>
            </a:solidFill>
          </a:ln>
        </p:spPr>
      </p:sp>
      <p:sp>
        <p:nvSpPr>
          <p:cNvPr id="26" name="02_MEASURED__observed_map_title">
            <a:extLst xmlns:a="http://schemas.openxmlformats.org/drawingml/2006/main">
              <a:ext uri="{FF2B5EF4-FFF2-40B4-BE49-F238E27FC236}">
                <a16:creationId xmlns:a16="http://schemas.microsoft.com/office/drawing/2014/main" id="{56275B65-6A26-408B-BCF6-74A61AF6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09900" y="1752600"/>
            <a:ext cx="2714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几何 / 障碍 / 候选源</a:t>
            </a:r>
            <a:endParaRPr sz="1875" b="1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02_MEASURED__observed_r0c0">
            <a:extLst xmlns:a="http://schemas.openxmlformats.org/drawingml/2006/main">
              <a:ext uri="{FF2B5EF4-FFF2-40B4-BE49-F238E27FC236}">
                <a16:creationId xmlns:a16="http://schemas.microsoft.com/office/drawing/2014/main" id="{E9713F41-A683-473C-ADC5-7E445003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C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8" name="02_MEASURED__observed_r0c1">
            <a:extLst xmlns:a="http://schemas.openxmlformats.org/drawingml/2006/main">
              <a:ext uri="{FF2B5EF4-FFF2-40B4-BE49-F238E27FC236}">
                <a16:creationId xmlns:a16="http://schemas.microsoft.com/office/drawing/2014/main" id="{34AF150B-B0B2-42D9-AD41-F709292B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29" name="02_MEASURED__observed_r0c2">
            <a:extLst xmlns:a="http://schemas.openxmlformats.org/drawingml/2006/main">
              <a:ext uri="{FF2B5EF4-FFF2-40B4-BE49-F238E27FC236}">
                <a16:creationId xmlns:a16="http://schemas.microsoft.com/office/drawing/2014/main" id="{A33F28D6-B7A3-4E45-8E67-FB1502C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0" name="02_MEASURED__observed_r0c3">
            <a:extLst xmlns:a="http://schemas.openxmlformats.org/drawingml/2006/main">
              <a:ext uri="{FF2B5EF4-FFF2-40B4-BE49-F238E27FC236}">
                <a16:creationId xmlns:a16="http://schemas.microsoft.com/office/drawing/2014/main" id="{F7B563E4-35D4-4CB9-9704-0D8A661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1" name="02_MEASURED__observed_r0c4">
            <a:extLst xmlns:a="http://schemas.openxmlformats.org/drawingml/2006/main">
              <a:ext uri="{FF2B5EF4-FFF2-40B4-BE49-F238E27FC236}">
                <a16:creationId xmlns:a16="http://schemas.microsoft.com/office/drawing/2014/main" id="{0B9BA7A2-6590-41AB-B7D8-EFE4AD6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2" name="02_MEASURED__observed_r0c5">
            <a:extLst xmlns:a="http://schemas.openxmlformats.org/drawingml/2006/main">
              <a:ext uri="{FF2B5EF4-FFF2-40B4-BE49-F238E27FC236}">
                <a16:creationId xmlns:a16="http://schemas.microsoft.com/office/drawing/2014/main" id="{87D58C75-E5EB-4D55-9D30-AF4BFF7E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3" name="02_MEASURED__observed_r0c6">
            <a:extLst xmlns:a="http://schemas.openxmlformats.org/drawingml/2006/main">
              <a:ext uri="{FF2B5EF4-FFF2-40B4-BE49-F238E27FC236}">
                <a16:creationId xmlns:a16="http://schemas.microsoft.com/office/drawing/2014/main" id="{86E588C0-F733-4E95-B137-F5AA26EC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4" name="02_MEASURED__observed_r0c7">
            <a:extLst xmlns:a="http://schemas.openxmlformats.org/drawingml/2006/main">
              <a:ext uri="{FF2B5EF4-FFF2-40B4-BE49-F238E27FC236}">
                <a16:creationId xmlns:a16="http://schemas.microsoft.com/office/drawing/2014/main" id="{B3D27E76-8F48-451E-BE73-E9D65238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5" name="02_MEASURED__observed_r0c8">
            <a:extLst xmlns:a="http://schemas.openxmlformats.org/drawingml/2006/main">
              <a:ext uri="{FF2B5EF4-FFF2-40B4-BE49-F238E27FC236}">
                <a16:creationId xmlns:a16="http://schemas.microsoft.com/office/drawing/2014/main" id="{580280D9-2D1D-4B72-812E-06A69C27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6" name="02_MEASURED__observed_r0c9">
            <a:extLst xmlns:a="http://schemas.openxmlformats.org/drawingml/2006/main">
              <a:ext uri="{FF2B5EF4-FFF2-40B4-BE49-F238E27FC236}">
                <a16:creationId xmlns:a16="http://schemas.microsoft.com/office/drawing/2014/main" id="{DD1AF127-F723-452E-B60A-763E2620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2193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7" name="02_MEASURED__observed_r1c0">
            <a:extLst xmlns:a="http://schemas.openxmlformats.org/drawingml/2006/main">
              <a:ext uri="{FF2B5EF4-FFF2-40B4-BE49-F238E27FC236}">
                <a16:creationId xmlns:a16="http://schemas.microsoft.com/office/drawing/2014/main" id="{F01FC25E-B39E-4E46-A78B-89A51776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8" name="02_MEASURED__observed_r1c1">
            <a:extLst xmlns:a="http://schemas.openxmlformats.org/drawingml/2006/main">
              <a:ext uri="{FF2B5EF4-FFF2-40B4-BE49-F238E27FC236}">
                <a16:creationId xmlns:a16="http://schemas.microsoft.com/office/drawing/2014/main" id="{43ADB5D5-6543-4557-BDB9-84578DB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9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39" name="02_MEASURED__observed_r1c2">
            <a:extLst xmlns:a="http://schemas.openxmlformats.org/drawingml/2006/main">
              <a:ext uri="{FF2B5EF4-FFF2-40B4-BE49-F238E27FC236}">
                <a16:creationId xmlns:a16="http://schemas.microsoft.com/office/drawing/2014/main" id="{E2EBAAC2-14D8-4746-B540-68DB5CDF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0" name="02_MEASURED__observed_r1c3">
            <a:extLst xmlns:a="http://schemas.openxmlformats.org/drawingml/2006/main">
              <a:ext uri="{FF2B5EF4-FFF2-40B4-BE49-F238E27FC236}">
                <a16:creationId xmlns:a16="http://schemas.microsoft.com/office/drawing/2014/main" id="{7B30E559-A512-49FD-8E0E-8A28DE4E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1" name="02_MEASURED__observed_r1c4">
            <a:extLst xmlns:a="http://schemas.openxmlformats.org/drawingml/2006/main">
              <a:ext uri="{FF2B5EF4-FFF2-40B4-BE49-F238E27FC236}">
                <a16:creationId xmlns:a16="http://schemas.microsoft.com/office/drawing/2014/main" id="{4749D10A-CF97-4E1E-A46E-D611A1F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2" name="02_MEASURED__observed_r1c5">
            <a:extLst xmlns:a="http://schemas.openxmlformats.org/drawingml/2006/main">
              <a:ext uri="{FF2B5EF4-FFF2-40B4-BE49-F238E27FC236}">
                <a16:creationId xmlns:a16="http://schemas.microsoft.com/office/drawing/2014/main" id="{570DACB7-A3EB-48BF-86C3-D48DE23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3" name="02_MEASURED__observed_r1c6">
            <a:extLst xmlns:a="http://schemas.openxmlformats.org/drawingml/2006/main">
              <a:ext uri="{FF2B5EF4-FFF2-40B4-BE49-F238E27FC236}">
                <a16:creationId xmlns:a16="http://schemas.microsoft.com/office/drawing/2014/main" id="{6C594DF5-F412-42A9-B5E0-38A5C77A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D3D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4" name="02_MEASURED__observed_r1c7">
            <a:extLst xmlns:a="http://schemas.openxmlformats.org/drawingml/2006/main">
              <a:ext uri="{FF2B5EF4-FFF2-40B4-BE49-F238E27FC236}">
                <a16:creationId xmlns:a16="http://schemas.microsoft.com/office/drawing/2014/main" id="{5AD00BD3-5805-456A-9347-461C2DF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5" name="02_MEASURED__observed_r1c8">
            <a:extLst xmlns:a="http://schemas.openxmlformats.org/drawingml/2006/main">
              <a:ext uri="{FF2B5EF4-FFF2-40B4-BE49-F238E27FC236}">
                <a16:creationId xmlns:a16="http://schemas.microsoft.com/office/drawing/2014/main" id="{08E45FA8-1899-436C-A5A2-82B821D9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6" name="02_MEASURED__observed_r1c9">
            <a:extLst xmlns:a="http://schemas.openxmlformats.org/drawingml/2006/main">
              <a:ext uri="{FF2B5EF4-FFF2-40B4-BE49-F238E27FC236}">
                <a16:creationId xmlns:a16="http://schemas.microsoft.com/office/drawing/2014/main" id="{9362DB11-577B-4C1F-AAE7-BF967519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4669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7" name="02_MEASURED__observed_r2c0">
            <a:extLst xmlns:a="http://schemas.openxmlformats.org/drawingml/2006/main">
              <a:ext uri="{FF2B5EF4-FFF2-40B4-BE49-F238E27FC236}">
                <a16:creationId xmlns:a16="http://schemas.microsoft.com/office/drawing/2014/main" id="{5B71C980-1F17-41C0-ADD2-4AF00DAB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8" name="02_MEASURED__observed_r2c1">
            <a:extLst xmlns:a="http://schemas.openxmlformats.org/drawingml/2006/main">
              <a:ext uri="{FF2B5EF4-FFF2-40B4-BE49-F238E27FC236}">
                <a16:creationId xmlns:a16="http://schemas.microsoft.com/office/drawing/2014/main" id="{18D2444D-AD87-456D-BB9A-AF348FB1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5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49" name="02_MEASURED__observed_r2c2">
            <a:extLst xmlns:a="http://schemas.openxmlformats.org/drawingml/2006/main">
              <a:ext uri="{FF2B5EF4-FFF2-40B4-BE49-F238E27FC236}">
                <a16:creationId xmlns:a16="http://schemas.microsoft.com/office/drawing/2014/main" id="{DA14F1BB-464A-43CE-B465-A210E9A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C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0" name="02_MEASURED__observed_r2c3">
            <a:extLst xmlns:a="http://schemas.openxmlformats.org/drawingml/2006/main">
              <a:ext uri="{FF2B5EF4-FFF2-40B4-BE49-F238E27FC236}">
                <a16:creationId xmlns:a16="http://schemas.microsoft.com/office/drawing/2014/main" id="{CBB5D9B5-ACAE-4CF9-90AA-7160E37C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DD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1" name="02_MEASURED__observed_r2c4">
            <a:extLst xmlns:a="http://schemas.openxmlformats.org/drawingml/2006/main">
              <a:ext uri="{FF2B5EF4-FFF2-40B4-BE49-F238E27FC236}">
                <a16:creationId xmlns:a16="http://schemas.microsoft.com/office/drawing/2014/main" id="{A26FE173-53EC-4083-ADE2-BCB4110C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2" name="02_MEASURED__observed_r2c5">
            <a:extLst xmlns:a="http://schemas.openxmlformats.org/drawingml/2006/main">
              <a:ext uri="{FF2B5EF4-FFF2-40B4-BE49-F238E27FC236}">
                <a16:creationId xmlns:a16="http://schemas.microsoft.com/office/drawing/2014/main" id="{97C7A08B-B4FE-455D-95F2-BA38E13F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ADC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3" name="02_MEASURED__observed_r2c6">
            <a:extLst xmlns:a="http://schemas.openxmlformats.org/drawingml/2006/main">
              <a:ext uri="{FF2B5EF4-FFF2-40B4-BE49-F238E27FC236}">
                <a16:creationId xmlns:a16="http://schemas.microsoft.com/office/drawing/2014/main" id="{A6886A2A-73E2-4068-8B0E-23CB82C6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A9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4" name="02_MEASURED__observed_r2c7">
            <a:extLst xmlns:a="http://schemas.openxmlformats.org/drawingml/2006/main">
              <a:ext uri="{FF2B5EF4-FFF2-40B4-BE49-F238E27FC236}">
                <a16:creationId xmlns:a16="http://schemas.microsoft.com/office/drawing/2014/main" id="{36B566C5-6DC9-4D23-9FE2-FBD802D1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B2C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5" name="02_MEASURED__observed_r2c8">
            <a:extLst xmlns:a="http://schemas.openxmlformats.org/drawingml/2006/main">
              <a:ext uri="{FF2B5EF4-FFF2-40B4-BE49-F238E27FC236}">
                <a16:creationId xmlns:a16="http://schemas.microsoft.com/office/drawing/2014/main" id="{584D79AE-A5C1-4FD1-B697-EFBA835A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3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6" name="02_MEASURED__observed_r2c9">
            <a:extLst xmlns:a="http://schemas.openxmlformats.org/drawingml/2006/main">
              <a:ext uri="{FF2B5EF4-FFF2-40B4-BE49-F238E27FC236}">
                <a16:creationId xmlns:a16="http://schemas.microsoft.com/office/drawing/2014/main" id="{0B77B2DE-D1B1-4E74-827A-87EF5A7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7146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7" name="02_MEASURED__observed_r3c0">
            <a:extLst xmlns:a="http://schemas.openxmlformats.org/drawingml/2006/main">
              <a:ext uri="{FF2B5EF4-FFF2-40B4-BE49-F238E27FC236}">
                <a16:creationId xmlns:a16="http://schemas.microsoft.com/office/drawing/2014/main" id="{208C0E0C-F75F-48F9-A1D9-E1E865B5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8" name="02_MEASURED__observed_r3c1">
            <a:extLst xmlns:a="http://schemas.openxmlformats.org/drawingml/2006/main">
              <a:ext uri="{FF2B5EF4-FFF2-40B4-BE49-F238E27FC236}">
                <a16:creationId xmlns:a16="http://schemas.microsoft.com/office/drawing/2014/main" id="{2AC76C22-CB58-41B2-87E7-717BC0F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59" name="02_MEASURED__observed_r3c2">
            <a:extLst xmlns:a="http://schemas.openxmlformats.org/drawingml/2006/main">
              <a:ext uri="{FF2B5EF4-FFF2-40B4-BE49-F238E27FC236}">
                <a16:creationId xmlns:a16="http://schemas.microsoft.com/office/drawing/2014/main" id="{F4D48140-7B0F-4D47-8ABC-DBCF388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D4E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0" name="02_MEASURED__observed_r3c3">
            <a:extLst xmlns:a="http://schemas.openxmlformats.org/drawingml/2006/main">
              <a:ext uri="{FF2B5EF4-FFF2-40B4-BE49-F238E27FC236}">
                <a16:creationId xmlns:a16="http://schemas.microsoft.com/office/drawing/2014/main" id="{39AA9F00-CFB1-4BBB-9E63-8053B542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BD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1" name="02_MEASURED__observed_r3c4">
            <a:extLst xmlns:a="http://schemas.openxmlformats.org/drawingml/2006/main">
              <a:ext uri="{FF2B5EF4-FFF2-40B4-BE49-F238E27FC236}">
                <a16:creationId xmlns:a16="http://schemas.microsoft.com/office/drawing/2014/main" id="{F5CF09A6-B9B9-4D60-AE1D-EF0A41DA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A1B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2" name="02_MEASURED__observed_r3c5">
            <a:extLst xmlns:a="http://schemas.openxmlformats.org/drawingml/2006/main">
              <a:ext uri="{FF2B5EF4-FFF2-40B4-BE49-F238E27FC236}">
                <a16:creationId xmlns:a16="http://schemas.microsoft.com/office/drawing/2014/main" id="{9F73E294-68CD-4D43-BCAD-7E9A8B61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BA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3" name="02_MEASURED__observed_r3c6">
            <a:extLst xmlns:a="http://schemas.openxmlformats.org/drawingml/2006/main">
              <a:ext uri="{FF2B5EF4-FFF2-40B4-BE49-F238E27FC236}">
                <a16:creationId xmlns:a16="http://schemas.microsoft.com/office/drawing/2014/main" id="{40D4A571-EE91-4AE4-A846-7B9C006A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85A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4" name="02_MEASURED__observed_r3c7">
            <a:extLst xmlns:a="http://schemas.openxmlformats.org/drawingml/2006/main">
              <a:ext uri="{FF2B5EF4-FFF2-40B4-BE49-F238E27FC236}">
                <a16:creationId xmlns:a16="http://schemas.microsoft.com/office/drawing/2014/main" id="{E962FBD2-590D-4E19-8C90-F8C54978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93B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5" name="02_MEASURED__observed_r3c8">
            <a:extLst xmlns:a="http://schemas.openxmlformats.org/drawingml/2006/main">
              <a:ext uri="{FF2B5EF4-FFF2-40B4-BE49-F238E27FC236}">
                <a16:creationId xmlns:a16="http://schemas.microsoft.com/office/drawing/2014/main" id="{AE2C0E5B-EC34-4389-B5DE-D6ABA4A2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CC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6" name="02_MEASURED__observed_r3c9">
            <a:extLst xmlns:a="http://schemas.openxmlformats.org/drawingml/2006/main">
              <a:ext uri="{FF2B5EF4-FFF2-40B4-BE49-F238E27FC236}">
                <a16:creationId xmlns:a16="http://schemas.microsoft.com/office/drawing/2014/main" id="{032E9A13-B920-4398-97EF-46EE2E8F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29622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C7D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7" name="02_MEASURED__observed_r4c0">
            <a:extLst xmlns:a="http://schemas.openxmlformats.org/drawingml/2006/main">
              <a:ext uri="{FF2B5EF4-FFF2-40B4-BE49-F238E27FC236}">
                <a16:creationId xmlns:a16="http://schemas.microsoft.com/office/drawing/2014/main" id="{D237290D-D197-481C-A99B-43811C2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9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8" name="02_MEASURED__observed_r4c1">
            <a:extLst xmlns:a="http://schemas.openxmlformats.org/drawingml/2006/main">
              <a:ext uri="{FF2B5EF4-FFF2-40B4-BE49-F238E27FC236}">
                <a16:creationId xmlns:a16="http://schemas.microsoft.com/office/drawing/2014/main" id="{07827011-4FA6-4A4C-8FC8-FBA41313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69" name="02_MEASURED__observed_r4c2">
            <a:extLst xmlns:a="http://schemas.openxmlformats.org/drawingml/2006/main">
              <a:ext uri="{FF2B5EF4-FFF2-40B4-BE49-F238E27FC236}">
                <a16:creationId xmlns:a16="http://schemas.microsoft.com/office/drawing/2014/main" id="{D4A43D05-F40B-487E-B21E-3F3BA973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6E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0" name="02_MEASURED__observed_r4c3">
            <a:extLst xmlns:a="http://schemas.openxmlformats.org/drawingml/2006/main">
              <a:ext uri="{FF2B5EF4-FFF2-40B4-BE49-F238E27FC236}">
                <a16:creationId xmlns:a16="http://schemas.microsoft.com/office/drawing/2014/main" id="{A04C95E7-D109-442A-9487-1B4F042A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2D4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1" name="02_MEASURED__observed_r4c4">
            <a:extLst xmlns:a="http://schemas.openxmlformats.org/drawingml/2006/main">
              <a:ext uri="{FF2B5EF4-FFF2-40B4-BE49-F238E27FC236}">
                <a16:creationId xmlns:a16="http://schemas.microsoft.com/office/drawing/2014/main" id="{62FC1AF0-A3E3-4D74-A65B-6642C657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A9C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2" name="02_MEASURED__observed_r4c5">
            <a:extLst xmlns:a="http://schemas.openxmlformats.org/drawingml/2006/main">
              <a:ext uri="{FF2B5EF4-FFF2-40B4-BE49-F238E27FC236}">
                <a16:creationId xmlns:a16="http://schemas.microsoft.com/office/drawing/2014/main" id="{DCE5BF97-F9E7-47FD-BAC8-52097789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95B5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3" name="02_MEASURED__observed_r4c6">
            <a:extLst xmlns:a="http://schemas.openxmlformats.org/drawingml/2006/main">
              <a:ext uri="{FF2B5EF4-FFF2-40B4-BE49-F238E27FC236}">
                <a16:creationId xmlns:a16="http://schemas.microsoft.com/office/drawing/2014/main" id="{2566EA5B-097F-4946-8D14-C9A70B0F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90B2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4" name="02_MEASURED__observed_r4c7">
            <a:extLst xmlns:a="http://schemas.openxmlformats.org/drawingml/2006/main">
              <a:ext uri="{FF2B5EF4-FFF2-40B4-BE49-F238E27FC236}">
                <a16:creationId xmlns:a16="http://schemas.microsoft.com/office/drawing/2014/main" id="{B64A5B5A-83C5-4FA4-897F-00B323D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9CB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5" name="02_MEASURED__observed_r4c8">
            <a:extLst xmlns:a="http://schemas.openxmlformats.org/drawingml/2006/main">
              <a:ext uri="{FF2B5EF4-FFF2-40B4-BE49-F238E27FC236}">
                <a16:creationId xmlns:a16="http://schemas.microsoft.com/office/drawing/2014/main" id="{C3322C11-F9DC-475E-8966-FF58994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3C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6" name="02_MEASURED__observed_r4c9">
            <a:extLst xmlns:a="http://schemas.openxmlformats.org/drawingml/2006/main">
              <a:ext uri="{FF2B5EF4-FFF2-40B4-BE49-F238E27FC236}">
                <a16:creationId xmlns:a16="http://schemas.microsoft.com/office/drawing/2014/main" id="{3C6F9873-7CD6-481E-B40D-F1B6866F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2099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CBD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7" name="02_MEASURED__observed_r5c0">
            <a:extLst xmlns:a="http://schemas.openxmlformats.org/drawingml/2006/main">
              <a:ext uri="{FF2B5EF4-FFF2-40B4-BE49-F238E27FC236}">
                <a16:creationId xmlns:a16="http://schemas.microsoft.com/office/drawing/2014/main" id="{548E39D6-EC1F-4643-AB8E-37C0D1CF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8" name="02_MEASURED__observed_r5c1">
            <a:extLst xmlns:a="http://schemas.openxmlformats.org/drawingml/2006/main">
              <a:ext uri="{FF2B5EF4-FFF2-40B4-BE49-F238E27FC236}">
                <a16:creationId xmlns:a16="http://schemas.microsoft.com/office/drawing/2014/main" id="{2AC787B9-BE46-4789-9CEB-5A53325A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79" name="02_MEASURED__observed_r5c2">
            <a:extLst xmlns:a="http://schemas.openxmlformats.org/drawingml/2006/main">
              <a:ext uri="{FF2B5EF4-FFF2-40B4-BE49-F238E27FC236}">
                <a16:creationId xmlns:a16="http://schemas.microsoft.com/office/drawing/2014/main" id="{A13BD97B-F00F-48E2-B726-8EF2B2F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9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0" name="02_MEASURED__observed_r5c3">
            <a:extLst xmlns:a="http://schemas.openxmlformats.org/drawingml/2006/main">
              <a:ext uri="{FF2B5EF4-FFF2-40B4-BE49-F238E27FC236}">
                <a16:creationId xmlns:a16="http://schemas.microsoft.com/office/drawing/2014/main" id="{2E8F1F64-C3E2-45D4-BB6F-558CE987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D6E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1" name="02_MEASURED__observed_r5c4">
            <a:extLst xmlns:a="http://schemas.openxmlformats.org/drawingml/2006/main">
              <a:ext uri="{FF2B5EF4-FFF2-40B4-BE49-F238E27FC236}">
                <a16:creationId xmlns:a16="http://schemas.microsoft.com/office/drawing/2014/main" id="{D79C5CE6-1554-4E25-8B4F-E8FA3728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2" name="02_MEASURED__observed_r5c5">
            <a:extLst xmlns:a="http://schemas.openxmlformats.org/drawingml/2006/main">
              <a:ext uri="{FF2B5EF4-FFF2-40B4-BE49-F238E27FC236}">
                <a16:creationId xmlns:a16="http://schemas.microsoft.com/office/drawing/2014/main" id="{BE4EB843-2C89-48D9-80BD-7234EF84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ED1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3" name="02_MEASURED__observed_r5c6">
            <a:extLst xmlns:a="http://schemas.openxmlformats.org/drawingml/2006/main">
              <a:ext uri="{FF2B5EF4-FFF2-40B4-BE49-F238E27FC236}">
                <a16:creationId xmlns:a16="http://schemas.microsoft.com/office/drawing/2014/main" id="{B7951B7C-25EC-4AB2-8557-AD10ADBF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BCD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4" name="02_MEASURED__observed_r5c7">
            <a:extLst xmlns:a="http://schemas.openxmlformats.org/drawingml/2006/main">
              <a:ext uri="{FF2B5EF4-FFF2-40B4-BE49-F238E27FC236}">
                <a16:creationId xmlns:a16="http://schemas.microsoft.com/office/drawing/2014/main" id="{3D17D43F-4B43-4D60-A006-6138622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5" name="02_MEASURED__observed_r5c8">
            <a:extLst xmlns:a="http://schemas.openxmlformats.org/drawingml/2006/main">
              <a:ext uri="{FF2B5EF4-FFF2-40B4-BE49-F238E27FC236}">
                <a16:creationId xmlns:a16="http://schemas.microsoft.com/office/drawing/2014/main" id="{743DAC0A-F4FF-4C66-9201-FB97933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6" name="02_MEASURED__observed_r5c9">
            <a:extLst xmlns:a="http://schemas.openxmlformats.org/drawingml/2006/main">
              <a:ext uri="{FF2B5EF4-FFF2-40B4-BE49-F238E27FC236}">
                <a16:creationId xmlns:a16="http://schemas.microsoft.com/office/drawing/2014/main" id="{18E2F4EA-2B20-43A1-A765-90963B9C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4575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7" name="02_MEASURED__observed_r6c0">
            <a:extLst xmlns:a="http://schemas.openxmlformats.org/drawingml/2006/main">
              <a:ext uri="{FF2B5EF4-FFF2-40B4-BE49-F238E27FC236}">
                <a16:creationId xmlns:a16="http://schemas.microsoft.com/office/drawing/2014/main" id="{6DA75090-4C3D-414A-A21D-04F7D31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0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8" name="02_MEASURED__observed_r6c1">
            <a:extLst xmlns:a="http://schemas.openxmlformats.org/drawingml/2006/main">
              <a:ext uri="{FF2B5EF4-FFF2-40B4-BE49-F238E27FC236}">
                <a16:creationId xmlns:a16="http://schemas.microsoft.com/office/drawing/2014/main" id="{D243FD9B-8F60-480E-91CD-42626104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AEF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89" name="02_MEASURED__observed_r6c2">
            <a:extLst xmlns:a="http://schemas.openxmlformats.org/drawingml/2006/main">
              <a:ext uri="{FF2B5EF4-FFF2-40B4-BE49-F238E27FC236}">
                <a16:creationId xmlns:a16="http://schemas.microsoft.com/office/drawing/2014/main" id="{76B97B78-8F05-4B21-A589-F3710683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242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E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0" name="02_MEASURED__observed_r6c3">
            <a:extLst xmlns:a="http://schemas.openxmlformats.org/drawingml/2006/main">
              <a:ext uri="{FF2B5EF4-FFF2-40B4-BE49-F238E27FC236}">
                <a16:creationId xmlns:a16="http://schemas.microsoft.com/office/drawing/2014/main" id="{FD008F79-199B-4065-9470-50872E9E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719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5EC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1" name="02_MEASURED__observed_r6c4">
            <a:extLst xmlns:a="http://schemas.openxmlformats.org/drawingml/2006/main">
              <a:ext uri="{FF2B5EF4-FFF2-40B4-BE49-F238E27FC236}">
                <a16:creationId xmlns:a16="http://schemas.microsoft.com/office/drawing/2014/main" id="{84DD6FA8-A30F-46ED-8299-D4D44C93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195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6C73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2" name="02_MEASURED__observed_r6c5">
            <a:extLst xmlns:a="http://schemas.openxmlformats.org/drawingml/2006/main">
              <a:ext uri="{FF2B5EF4-FFF2-40B4-BE49-F238E27FC236}">
                <a16:creationId xmlns:a16="http://schemas.microsoft.com/office/drawing/2014/main" id="{3F623D60-EC7D-4833-BE9E-897D6FC6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72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DEE7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3" name="02_MEASURED__observed_r6c6">
            <a:extLst xmlns:a="http://schemas.openxmlformats.org/drawingml/2006/main">
              <a:ext uri="{FF2B5EF4-FFF2-40B4-BE49-F238E27FC236}">
                <a16:creationId xmlns:a16="http://schemas.microsoft.com/office/drawing/2014/main" id="{193FF0B1-32C3-49A0-86C7-DB168A5B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148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DE6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4" name="02_MEASURED__observed_r6c7">
            <a:extLst xmlns:a="http://schemas.openxmlformats.org/drawingml/2006/main">
              <a:ext uri="{FF2B5EF4-FFF2-40B4-BE49-F238E27FC236}">
                <a16:creationId xmlns:a16="http://schemas.microsoft.com/office/drawing/2014/main" id="{25349F30-1203-4295-A84E-47EE076D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5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FE8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5" name="02_MEASURED__observed_r6c8">
            <a:extLst xmlns:a="http://schemas.openxmlformats.org/drawingml/2006/main">
              <a:ext uri="{FF2B5EF4-FFF2-40B4-BE49-F238E27FC236}">
                <a16:creationId xmlns:a16="http://schemas.microsoft.com/office/drawing/2014/main" id="{9D2D68CB-5D2F-46C8-9C84-AF5A51CF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1015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3EA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6" name="02_MEASURED__observed_r6c9">
            <a:extLst xmlns:a="http://schemas.openxmlformats.org/drawingml/2006/main">
              <a:ext uri="{FF2B5EF4-FFF2-40B4-BE49-F238E27FC236}">
                <a16:creationId xmlns:a16="http://schemas.microsoft.com/office/drawing/2014/main" id="{6008C92C-68FD-4FC0-9F59-FBEBFE8B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57800" y="37052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D"/>
          </a:solidFill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97" name="02_MEASURED__observed_frame">
            <a:extLst xmlns:a="http://schemas.openxmlformats.org/drawingml/2006/main">
              <a:ext uri="{FF2B5EF4-FFF2-40B4-BE49-F238E27FC236}">
                <a16:creationId xmlns:a16="http://schemas.microsoft.com/office/drawing/2014/main" id="{E03CECBB-A571-434E-A8F4-426C72D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28950" y="2219325"/>
            <a:ext cx="24765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6C4CC"/>
            </a:solidFill>
          </a:ln>
        </p:spPr>
      </p:sp>
      <p:sp>
        <p:nvSpPr>
          <p:cNvPr id="98" name="02_MEASURED__map_measurements_track">
            <a:extLst xmlns:a="http://schemas.openxmlformats.org/drawingml/2006/main">
              <a:ext uri="{FF2B5EF4-FFF2-40B4-BE49-F238E27FC236}">
                <a16:creationId xmlns:a16="http://schemas.microsoft.com/office/drawing/2014/main" id="{A061826C-65D6-4BDA-AFD5-0B892750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00425" y="2838450"/>
            <a:ext cx="1733550" cy="495300"/>
          </a:xfrm>
          <a:custGeom xmlns:a="http://schemas.openxmlformats.org/drawingml/2006/main">
            <a:rect l="0" t="0" r="0" b="0"/>
            <a:pathLst>
              <a:path w="1733550" h="495300">
                <a:moveTo>
                  <a:pt x="0" y="495300"/>
                </a:moveTo>
                <a:lnTo>
                  <a:pt x="247650" y="495300"/>
                </a:lnTo>
                <a:lnTo>
                  <a:pt x="495300" y="247650"/>
                </a:lnTo>
                <a:lnTo>
                  <a:pt x="990600" y="247650"/>
                </a:lnTo>
                <a:lnTo>
                  <a:pt x="1238250" y="0"/>
                </a:lnTo>
                <a:lnTo>
                  <a:pt x="1733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233440"/>
            </a:solidFill>
            <a:prstDash val="solid"/>
          </a:ln>
        </p:spPr>
      </p:sp>
      <p:sp>
        <p:nvSpPr>
          <p:cNvPr id="99" name="02_MEASURED__map_measurements_sample0">
            <a:extLst xmlns:a="http://schemas.openxmlformats.org/drawingml/2006/main">
              <a:ext uri="{FF2B5EF4-FFF2-40B4-BE49-F238E27FC236}">
                <a16:creationId xmlns:a16="http://schemas.microsoft.com/office/drawing/2014/main" id="{D714EC41-CAE9-46EA-9102-893C8F5D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20" y="32937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0" name="02_MEASURED__map_measurements_sample1">
            <a:extLst xmlns:a="http://schemas.openxmlformats.org/drawingml/2006/main">
              <a:ext uri="{FF2B5EF4-FFF2-40B4-BE49-F238E27FC236}">
                <a16:creationId xmlns:a16="http://schemas.microsoft.com/office/drawing/2014/main" id="{3D4B150A-DFE0-4750-8010-168E7AD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8070" y="32937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1" name="02_MEASURED__map_measurements_sample2">
            <a:extLst xmlns:a="http://schemas.openxmlformats.org/drawingml/2006/main">
              <a:ext uri="{FF2B5EF4-FFF2-40B4-BE49-F238E27FC236}">
                <a16:creationId xmlns:a16="http://schemas.microsoft.com/office/drawing/2014/main" id="{D3DFF41F-3EB3-4A26-AE2B-E5BCBC23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5720" y="304609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2" name="02_MEASURED__map_measurements_sample3">
            <a:extLst xmlns:a="http://schemas.openxmlformats.org/drawingml/2006/main">
              <a:ext uri="{FF2B5EF4-FFF2-40B4-BE49-F238E27FC236}">
                <a16:creationId xmlns:a16="http://schemas.microsoft.com/office/drawing/2014/main" id="{55E206D7-443F-454D-BEAA-49F23C8A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1020" y="304609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3" name="02_MEASURED__map_measurements_sample4">
            <a:extLst xmlns:a="http://schemas.openxmlformats.org/drawingml/2006/main">
              <a:ext uri="{FF2B5EF4-FFF2-40B4-BE49-F238E27FC236}">
                <a16:creationId xmlns:a16="http://schemas.microsoft.com/office/drawing/2014/main" id="{52BB3B3C-4C75-411E-A6DA-5A8257C0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98670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4" name="02_MEASURED__map_measurements_sample5">
            <a:extLst xmlns:a="http://schemas.openxmlformats.org/drawingml/2006/main">
              <a:ext uri="{FF2B5EF4-FFF2-40B4-BE49-F238E27FC236}">
                <a16:creationId xmlns:a16="http://schemas.microsoft.com/office/drawing/2014/main" id="{0A9863D5-3B3D-4DA9-866E-951A7F62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3970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33440"/>
            </a:solidFill>
          </a:ln>
        </p:spPr>
      </p:sp>
      <p:sp>
        <p:nvSpPr>
          <p:cNvPr id="105" name="02_MEASURED__f_observed">
            <a:extLst xmlns:a="http://schemas.openxmlformats.org/drawingml/2006/main">
              <a:ext uri="{FF2B5EF4-FFF2-40B4-BE49-F238E27FC236}">
                <a16:creationId xmlns:a16="http://schemas.microsoft.com/office/drawing/2014/main" id="{F93EDF14-EB09-4DEA-9417-752FEEF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94635" y="422021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历史局地风 U₁:ₜ</a:t>
            </a:r>
            <a:endParaRPr sz="2025" b="0">
              <a:solidFill>
                <a:srgbClr val="326D9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08_ROUTES__observations_to_map_port0">
            <a:extLst xmlns:a="http://schemas.openxmlformats.org/drawingml/2006/main">
              <a:ext uri="{FF2B5EF4-FFF2-40B4-BE49-F238E27FC236}">
                <a16:creationId xmlns:a16="http://schemas.microsoft.com/office/drawing/2014/main" id="{87CA698B-EDB5-419C-B075-5811165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99373" y="3085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08_ROUTES__observations_to_map_port1">
            <a:extLst xmlns:a="http://schemas.openxmlformats.org/drawingml/2006/main">
              <a:ext uri="{FF2B5EF4-FFF2-40B4-BE49-F238E27FC236}">
                <a16:creationId xmlns:a16="http://schemas.microsoft.com/office/drawing/2014/main" id="{294B8B06-F759-4962-89F5-930255C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56548" y="3085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28" name="08_ROUTES__observations_to_map_segment0">
            <a:extLst xmlns:a="http://schemas.openxmlformats.org/drawingml/2006/main">
              <a:ext uri="{FF2B5EF4-FFF2-40B4-BE49-F238E27FC236}">
                <a16:creationId xmlns:a16="http://schemas.microsoft.com/office/drawing/2014/main" id="{BA4971DC-26F6-4C13-8627-36ABD5558A36}"/>
              </a:ext>
            </a:extLst>
          </p:cNvPr>
          <p:cNvCxnSpPr>
            <a:stCxn xmlns:a="http://schemas.openxmlformats.org/drawingml/2006/main" id="106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 rot="0" flipH="0" flipV="0">
            <a:off x="2601278" y="3086101"/>
            <a:ext cx="2552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26D9A"/>
            </a:solidFill>
            <a:headEnd type="none"/>
            <a:tailEnd type="triangle" w="med" len="med"/>
          </a:ln>
        </p:spPr>
      </p:cxnSp>
      <p:sp>
        <p:nvSpPr>
          <p:cNvPr id="109" name="02_MEASURED__confidence_title">
            <a:extLst xmlns:a="http://schemas.openxmlformats.org/drawingml/2006/main">
              <a:ext uri="{FF2B5EF4-FFF2-40B4-BE49-F238E27FC236}">
                <a16:creationId xmlns:a16="http://schemas.microsoft.com/office/drawing/2014/main" id="{4B9C3665-13AF-411D-BAC0-46F56BE6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8650" y="4695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Hₜ = {aₖ, Uₖ, Yₖ, 唯一 ID}</a:t>
            </a:r>
            <a:endParaRPr sz="187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08_ROUTES__measured_to_comparison_port0">
            <a:extLst xmlns:a="http://schemas.openxmlformats.org/drawingml/2006/main">
              <a:ext uri="{FF2B5EF4-FFF2-40B4-BE49-F238E27FC236}">
                <a16:creationId xmlns:a16="http://schemas.microsoft.com/office/drawing/2014/main" id="{FB7CAD8D-83C7-4E3E-9E3E-1272F61D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056573" y="5428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0" name="08_ROUTES__move_and_resample_port4">
            <a:extLst xmlns:a="http://schemas.openxmlformats.org/drawingml/2006/main">
              <a:ext uri="{FF2B5EF4-FFF2-40B4-BE49-F238E27FC236}">
                <a16:creationId xmlns:a16="http://schemas.microsoft.com/office/drawing/2014/main" id="{3C8B781B-B43C-450A-AE8C-34EB2C7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0523" y="3094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5" name="09_LEGEND__feedback_label">
            <a:extLst xmlns:a="http://schemas.openxmlformats.org/drawingml/2006/main">
              <a:ext uri="{FF2B5EF4-FFF2-40B4-BE49-F238E27FC236}">
                <a16:creationId xmlns:a16="http://schemas.microsoft.com/office/drawing/2014/main" id="{A3BD4202-7BB3-4D2F-BE1B-496DDE94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65822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执行观测块，采集气体与局地风，按唯一 ID 回流历史账本</a:t>
            </a:r>
            <a:endParaRPr sz="2025" b="0">
              <a:solidFill>
                <a:srgbClr val="2334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6" name="09_LEGEND__disclosure">
            <a:extLst xmlns:a="http://schemas.openxmlformats.org/drawingml/2006/main">
              <a:ext uri="{FF2B5EF4-FFF2-40B4-BE49-F238E27FC236}">
                <a16:creationId xmlns:a16="http://schemas.microsoft.com/office/drawing/2014/main" id="{E9300AE9-5ABD-47EF-806D-53E82E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63050"/>
            <a:ext cx="1447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灰：保留任务与二维地图    蓝：M1 主创新    绿：M2 辅助创新    橙：M3 主动闭环</a:t>
            </a:r>
            <a:endParaRPr sz="1575" b="0">
              <a:solidFill>
                <a:srgbClr val="546572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12" name="08_ROUTES__measured_to_comparison_segment0">
            <a:extLst xmlns:a="http://schemas.openxmlformats.org/drawingml/2006/main">
              <a:ext uri="{FF2B5EF4-FFF2-40B4-BE49-F238E27FC236}">
                <a16:creationId xmlns:a16="http://schemas.microsoft.com/office/drawing/2014/main" id="{3DAE25BB-E898-4D68-AADB-DA23EE857C8F}"/>
              </a:ext>
            </a:extLst>
          </p:cNvPr>
          <p:cNvCxnSpPr>
            <a:stCxn xmlns:a="http://schemas.openxmlformats.org/drawingml/2006/main" id="690" idx="2"/>
            <a:endCxn xmlns:a="http://schemas.openxmlformats.org/drawingml/2006/main" id="691" idx="0"/>
          </p:cNvCxnSpPr>
          <p:nvPr/>
        </p:nvCxnSpPr>
        <p:spPr>
          <a:xfrm xmlns:a="http://schemas.openxmlformats.org/drawingml/2006/main">
            <a:off x="3057526" y="5430203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326D9A"/>
            </a:solidFill>
            <a:headEnd type="none"/>
            <a:tailEnd type="triangle" w="med" len="med"/>
          </a:ln>
        </p:spPr>
      </p:cxnSp>
      <p:cxnSp>
        <p:nvCxnSpPr>
          <p:cNvPr id="1417" name="08_ROUTES__predictions_to_comparison_segment0">
            <a:extLst xmlns:a="http://schemas.openxmlformats.org/drawingml/2006/main">
              <a:ext uri="{FF2B5EF4-FFF2-40B4-BE49-F238E27FC236}">
                <a16:creationId xmlns:a16="http://schemas.microsoft.com/office/drawing/2014/main" id="{973D7FBA-8889-4814-A15B-0C3F45DC13E8}"/>
              </a:ext>
            </a:extLst>
          </p:cNvPr>
          <p:cNvCxnSpPr>
            <a:stCxn xmlns:a="http://schemas.openxmlformats.org/drawingml/2006/main" id="693" idx="2"/>
            <a:endCxn xmlns:a="http://schemas.openxmlformats.org/drawingml/2006/main" id="694" idx="0"/>
          </p:cNvCxnSpPr>
          <p:nvPr/>
        </p:nvCxnSpPr>
        <p:spPr>
          <a:xfrm xmlns:a="http://schemas.openxmlformats.org/drawingml/2006/main">
            <a:off x="9163051" y="5430203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8" name="08_ROUTES__predictions_to_comparison_segment1">
            <a:extLst xmlns:a="http://schemas.openxmlformats.org/drawingml/2006/main">
              <a:ext uri="{FF2B5EF4-FFF2-40B4-BE49-F238E27FC236}">
                <a16:creationId xmlns:a16="http://schemas.microsoft.com/office/drawing/2014/main" id="{3C92C5F4-0962-4266-949E-AE7CAF64199D}"/>
              </a:ext>
            </a:extLst>
          </p:cNvPr>
          <p:cNvCxnSpPr>
            <a:stCxn xmlns:a="http://schemas.openxmlformats.org/drawingml/2006/main" id="694" idx="1"/>
            <a:endCxn xmlns:a="http://schemas.openxmlformats.org/drawingml/2006/main" id="695" idx="3"/>
          </p:cNvCxnSpPr>
          <p:nvPr/>
        </p:nvCxnSpPr>
        <p:spPr>
          <a:xfrm xmlns:a="http://schemas.openxmlformats.org/drawingml/2006/main" flipH="1">
            <a:off x="6201728" y="5619751"/>
            <a:ext cx="296037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none" w="med" len="med"/>
          </a:ln>
        </p:spPr>
      </p:cxnSp>
      <p:cxnSp>
        <p:nvCxnSpPr>
          <p:cNvPr id="1419" name="08_ROUTES__predictions_to_comparison_segment2">
            <a:extLst xmlns:a="http://schemas.openxmlformats.org/drawingml/2006/main">
              <a:ext uri="{FF2B5EF4-FFF2-40B4-BE49-F238E27FC236}">
                <a16:creationId xmlns:a16="http://schemas.microsoft.com/office/drawing/2014/main" id="{808F179C-CD51-45CC-8E03-163BE0863E4D}"/>
              </a:ext>
            </a:extLst>
          </p:cNvPr>
          <p:cNvCxnSpPr>
            <a:stCxn xmlns:a="http://schemas.openxmlformats.org/drawingml/2006/main" id="695" idx="2"/>
            <a:endCxn xmlns:a="http://schemas.openxmlformats.org/drawingml/2006/main" id="696" idx="0"/>
          </p:cNvCxnSpPr>
          <p:nvPr/>
        </p:nvCxnSpPr>
        <p:spPr>
          <a:xfrm xmlns:a="http://schemas.openxmlformats.org/drawingml/2006/main">
            <a:off x="6200776" y="5620703"/>
            <a:ext cx="0" cy="1790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2" name="08_ROUTES__predictions_to_planning_segment0">
            <a:extLst xmlns:a="http://schemas.openxmlformats.org/drawingml/2006/main">
              <a:ext uri="{FF2B5EF4-FFF2-40B4-BE49-F238E27FC236}">
                <a16:creationId xmlns:a16="http://schemas.microsoft.com/office/drawing/2014/main" id="{07F1D48C-21D3-4A75-94B5-8AD4A3FBD9D3}"/>
              </a:ext>
            </a:extLst>
          </p:cNvPr>
          <p:cNvCxnSpPr>
            <a:stCxn xmlns:a="http://schemas.openxmlformats.org/drawingml/2006/main" id="700" idx="2"/>
            <a:endCxn xmlns:a="http://schemas.openxmlformats.org/drawingml/2006/main" id="701" idx="0"/>
          </p:cNvCxnSpPr>
          <p:nvPr/>
        </p:nvCxnSpPr>
        <p:spPr>
          <a:xfrm xmlns:a="http://schemas.openxmlformats.org/drawingml/2006/main">
            <a:off x="13506451" y="5430203"/>
            <a:ext cx="0" cy="36957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6847D"/>
            </a:solidFill>
            <a:headEnd type="none"/>
            <a:tailEnd type="triangle" w="med" len="med"/>
          </a:ln>
        </p:spPr>
      </p:cxnSp>
      <p:cxnSp>
        <p:nvCxnSpPr>
          <p:cNvPr id="1425" name="08_ROUTES__posterior_to_planning_segment0">
            <a:extLst xmlns:a="http://schemas.openxmlformats.org/drawingml/2006/main">
              <a:ext uri="{FF2B5EF4-FFF2-40B4-BE49-F238E27FC236}">
                <a16:creationId xmlns:a16="http://schemas.microsoft.com/office/drawing/2014/main" id="{E1EAE446-B534-4FBE-A297-7A7003453693}"/>
              </a:ext>
            </a:extLst>
          </p:cNvPr>
          <p:cNvCxnSpPr>
            <a:stCxn xmlns:a="http://schemas.openxmlformats.org/drawingml/2006/main" id="703" idx="3"/>
            <a:endCxn xmlns:a="http://schemas.openxmlformats.org/drawingml/2006/main" id="704" idx="1"/>
          </p:cNvCxnSpPr>
          <p:nvPr/>
        </p:nvCxnSpPr>
        <p:spPr>
          <a:xfrm xmlns:a="http://schemas.openxmlformats.org/drawingml/2006/main">
            <a:off x="9621203" y="7200901"/>
            <a:ext cx="36957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6C648E"/>
            </a:solidFill>
            <a:headEnd type="none"/>
            <a:tailEnd type="triangle" w="med" len="med"/>
          </a:ln>
        </p:spPr>
      </p:cxnSp>
      <p:cxnSp>
        <p:nvCxnSpPr>
          <p:cNvPr id="1431" name="08_ROUTES__move_and_resample_segment0">
            <a:extLst xmlns:a="http://schemas.openxmlformats.org/drawingml/2006/main">
              <a:ext uri="{FF2B5EF4-FFF2-40B4-BE49-F238E27FC236}">
                <a16:creationId xmlns:a16="http://schemas.microsoft.com/office/drawing/2014/main" id="{38625A3F-DA4A-4A4B-B052-5CD73DE6AF55}"/>
              </a:ext>
            </a:extLst>
          </p:cNvPr>
          <p:cNvCxnSpPr>
            <a:stCxn xmlns:a="http://schemas.openxmlformats.org/drawingml/2006/main" id="706" idx="2"/>
            <a:endCxn xmlns:a="http://schemas.openxmlformats.org/drawingml/2006/main" id="707" idx="0"/>
          </p:cNvCxnSpPr>
          <p:nvPr/>
        </p:nvCxnSpPr>
        <p:spPr>
          <a:xfrm xmlns:a="http://schemas.openxmlformats.org/drawingml/2006/main">
            <a:off x="12582526" y="8563928"/>
            <a:ext cx="0" cy="50292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2" name="08_ROUTES__move_and_resample_segment1">
            <a:extLst xmlns:a="http://schemas.openxmlformats.org/drawingml/2006/main">
              <a:ext uri="{FF2B5EF4-FFF2-40B4-BE49-F238E27FC236}">
                <a16:creationId xmlns:a16="http://schemas.microsoft.com/office/drawing/2014/main" id="{164B7012-A9A7-47A7-B5D0-ECFF7BC3289F}"/>
              </a:ext>
            </a:extLst>
          </p:cNvPr>
          <p:cNvCxnSpPr>
            <a:stCxn xmlns:a="http://schemas.openxmlformats.org/drawingml/2006/main" id="707" idx="1"/>
            <a:endCxn xmlns:a="http://schemas.openxmlformats.org/drawingml/2006/main" id="708" idx="3"/>
          </p:cNvCxnSpPr>
          <p:nvPr/>
        </p:nvCxnSpPr>
        <p:spPr>
          <a:xfrm xmlns:a="http://schemas.openxmlformats.org/drawingml/2006/main" flipH="1">
            <a:off x="191453" y="9067801"/>
            <a:ext cx="1239012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3" name="08_ROUTES__move_and_resample_segment2">
            <a:extLst xmlns:a="http://schemas.openxmlformats.org/drawingml/2006/main">
              <a:ext uri="{FF2B5EF4-FFF2-40B4-BE49-F238E27FC236}">
                <a16:creationId xmlns:a16="http://schemas.microsoft.com/office/drawing/2014/main" id="{D29714A9-AD13-409D-923A-CB9C56649407}"/>
              </a:ext>
            </a:extLst>
          </p:cNvPr>
          <p:cNvCxnSpPr>
            <a:stCxn xmlns:a="http://schemas.openxmlformats.org/drawingml/2006/main" id="708" idx="0"/>
            <a:endCxn xmlns:a="http://schemas.openxmlformats.org/drawingml/2006/main" id="709" idx="2"/>
          </p:cNvCxnSpPr>
          <p:nvPr/>
        </p:nvCxnSpPr>
        <p:spPr>
          <a:xfrm xmlns:a="http://schemas.openxmlformats.org/drawingml/2006/main" flipV="1">
            <a:off x="190501" y="3096578"/>
            <a:ext cx="0" cy="597027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none" w="med" len="med"/>
          </a:ln>
        </p:spPr>
      </p:cxnSp>
      <p:cxnSp>
        <p:nvCxnSpPr>
          <p:cNvPr id="1434" name="08_ROUTES__move_and_resample_segment3">
            <a:extLst xmlns:a="http://schemas.openxmlformats.org/drawingml/2006/main">
              <a:ext uri="{FF2B5EF4-FFF2-40B4-BE49-F238E27FC236}">
                <a16:creationId xmlns:a16="http://schemas.microsoft.com/office/drawing/2014/main" id="{9AEB0D1D-59D9-4076-BDE6-3CC804326BEF}"/>
              </a:ext>
            </a:extLst>
          </p:cNvPr>
          <p:cNvCxnSpPr>
            <a:stCxn xmlns:a="http://schemas.openxmlformats.org/drawingml/2006/main" id="709" idx="3"/>
            <a:endCxn xmlns:a="http://schemas.openxmlformats.org/drawingml/2006/main" id="710" idx="1"/>
          </p:cNvCxnSpPr>
          <p:nvPr/>
        </p:nvCxnSpPr>
        <p:spPr>
          <a:xfrm xmlns:a="http://schemas.openxmlformats.org/drawingml/2006/main">
            <a:off x="191453" y="3095626"/>
            <a:ext cx="17907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33440"/>
            </a:solidFill>
            <a:headEnd type="none"/>
            <a:tailEnd type="triangle" w="med" len="med"/>
          </a:ln>
        </p:spPr>
      </p:cxnSp>
      <p:sp>
        <p:nvSpPr>
          <p:cNvPr id="1435" name="V5_SUBTITLE">
            <a:extLst xmlns:a="http://schemas.openxmlformats.org/drawingml/2006/main">
              <a:ext uri="{FF2B5EF4-FFF2-40B4-BE49-F238E27FC236}">
                <a16:creationId xmlns:a16="http://schemas.microsoft.com/office/drawing/2014/main" id="{EB9A6F78-4D64-4DDC-87CD-DE436889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71525"/>
            <a:ext cx="1219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保留二维源概率地图与主动定位任务；以联合响应、证据回放和反证规划重构内部计算</a:t>
            </a:r>
          </a:p>
        </p:txBody>
      </p:sp>
      <p:sp>
        <p:nvSpPr>
          <p:cNvPr id="1436" name="V5_LEDGER_POLICY">
            <a:extLst xmlns:a="http://schemas.openxmlformats.org/drawingml/2006/main">
              <a:ext uri="{FF2B5EF4-FFF2-40B4-BE49-F238E27FC236}">
                <a16:creationId xmlns:a16="http://schemas.microsoft.com/office/drawing/2014/main" id="{A85925D2-5331-4B42-BB2F-2E5866AC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768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原始观测只入账一次，保留完整候选源集合</a:t>
            </a:r>
          </a:p>
        </p:txBody>
      </p:sp>
      <p:sp>
        <p:nvSpPr>
          <p:cNvPr id="1437" name="V5_INPUT_PORT">
            <a:extLst xmlns:a="http://schemas.openxmlformats.org/drawingml/2006/main">
              <a:ext uri="{FF2B5EF4-FFF2-40B4-BE49-F238E27FC236}">
                <a16:creationId xmlns:a16="http://schemas.microsoft.com/office/drawing/2014/main" id="{DF969D5D-325E-4ACE-8BB0-B97F9FF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5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38" name="V5_GENERATOR_PORT">
            <a:extLst xmlns:a="http://schemas.openxmlformats.org/drawingml/2006/main">
              <a:ext uri="{FF2B5EF4-FFF2-40B4-BE49-F238E27FC236}">
                <a16:creationId xmlns:a16="http://schemas.microsoft.com/office/drawing/2014/main" id="{F1CA34FE-02E1-465F-8BCC-58E217DD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1439" name="">
            <a:extLst xmlns:a="http://schemas.openxmlformats.org/drawingml/2006/main">
              <a:ext uri="{FF2B5EF4-FFF2-40B4-BE49-F238E27FC236}">
                <a16:creationId xmlns:a16="http://schemas.microsoft.com/office/drawing/2014/main" id="{7130AD5C-000A-41DB-94D8-8B6093E7DD43}"/>
              </a:ext>
            </a:extLst>
          </p:cNvPr>
          <p:cNvCxnSpPr>
            <a:stCxn xmlns:a="http://schemas.openxmlformats.org/drawingml/2006/main" id="1437" idx="3"/>
            <a:endCxn xmlns:a="http://schemas.openxmlformats.org/drawingml/2006/main" id="1438" idx="1"/>
          </p:cNvCxnSpPr>
          <p:nvPr/>
        </p:nvCxnSpPr>
        <p:spPr>
          <a:xfrm xmlns:a="http://schemas.openxmlformats.org/drawingml/2006/main">
            <a:off x="5895975" y="286226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1440" name="V5_DIAGNOSIS_NOTE">
            <a:extLst xmlns:a="http://schemas.openxmlformats.org/drawingml/2006/main">
              <a:ext uri="{FF2B5EF4-FFF2-40B4-BE49-F238E27FC236}">
                <a16:creationId xmlns:a16="http://schemas.microsoft.com/office/drawing/2014/main" id="{57946819-40E1-474E-83D8-FC8F1F71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20050"/>
            <a:ext cx="623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诊断仅提出机制，不作为第二份观测证据</a:t>
            </a:r>
          </a:p>
        </p:txBody>
      </p:sp>
    </p:spTree>
    <p:extLst>
      <p:ext uri="{BB962C8B-B14F-4D97-AF65-F5344CB8AC3E}">
        <p14:creationId xmlns:p14="http://schemas.microsoft.com/office/powerpoint/2010/main" val="1359281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V5_DETAIL_TITLE">
            <a:extLst xmlns:a="http://schemas.openxmlformats.org/drawingml/2006/main">
              <a:ext uri="{FF2B5EF4-FFF2-40B4-BE49-F238E27FC236}">
                <a16:creationId xmlns:a16="http://schemas.microsoft.com/office/drawing/2014/main" id="{ADC0E517-0721-453C-927A-5A35A27B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7175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三模块接口与在线闭环</a:t>
            </a:r>
          </a:p>
        </p:txBody>
      </p:sp>
      <p:sp>
        <p:nvSpPr>
          <p:cNvPr id="2" name="V5_DETAIL_SUBTITLE">
            <a:extLst xmlns:a="http://schemas.openxmlformats.org/drawingml/2006/main">
              <a:ext uri="{FF2B5EF4-FFF2-40B4-BE49-F238E27FC236}">
                <a16:creationId xmlns:a16="http://schemas.microsoft.com/office/drawing/2014/main" id="{28E23312-C3C0-4934-80B5-44F642E9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统一模型输出历史联合似然与未来联合观测；原始观测是唯一证据入口</a:t>
            </a:r>
          </a:p>
        </p:txBody>
      </p:sp>
      <p:sp>
        <p:nvSpPr>
          <p:cNvPr id="3" name="detail_40">
            <a:extLst xmlns:a="http://schemas.openxmlformats.org/drawingml/2006/main">
              <a:ext uri="{FF2B5EF4-FFF2-40B4-BE49-F238E27FC236}">
                <a16:creationId xmlns:a16="http://schemas.microsoft.com/office/drawing/2014/main" id="{013E3DD8-3365-4C51-8B6E-2359E58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4" name="heading_40">
            <a:extLst xmlns:a="http://schemas.openxmlformats.org/drawingml/2006/main">
              <a:ext uri="{FF2B5EF4-FFF2-40B4-BE49-F238E27FC236}">
                <a16:creationId xmlns:a16="http://schemas.microsoft.com/office/drawing/2014/main" id="{A71EBE5B-0C6A-4BDD-AC58-6CC7FA3E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M1  源证据微分监督</a:t>
            </a:r>
          </a:p>
        </p:txBody>
      </p:sp>
      <p:sp>
        <p:nvSpPr>
          <p:cNvPr id="5" name="mother_40">
            <a:extLst xmlns:a="http://schemas.openxmlformats.org/drawingml/2006/main">
              <a:ext uri="{FF2B5EF4-FFF2-40B4-BE49-F238E27FC236}">
                <a16:creationId xmlns:a16="http://schemas.microsoft.com/office/drawing/2014/main" id="{07D227D3-855E-408D-AF7F-0DF1D67A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借鉴：随机分析 + 可微渲染</a:t>
            </a:r>
          </a:p>
        </p:txBody>
      </p:sp>
      <p:sp>
        <p:nvSpPr>
          <p:cNvPr id="6" name="detail_565">
            <a:extLst xmlns:a="http://schemas.openxmlformats.org/drawingml/2006/main">
              <a:ext uri="{FF2B5EF4-FFF2-40B4-BE49-F238E27FC236}">
                <a16:creationId xmlns:a16="http://schemas.microsoft.com/office/drawing/2014/main" id="{7E390104-23FC-4942-9027-EF50C578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EDF6F1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7" name="heading_565">
            <a:extLst xmlns:a="http://schemas.openxmlformats.org/drawingml/2006/main">
              <a:ext uri="{FF2B5EF4-FFF2-40B4-BE49-F238E27FC236}">
                <a16:creationId xmlns:a16="http://schemas.microsoft.com/office/drawing/2014/main" id="{175DC927-0827-4064-B6EF-D3024D8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M2  机制诊断与回放</a:t>
            </a:r>
          </a:p>
        </p:txBody>
      </p:sp>
      <p:sp>
        <p:nvSpPr>
          <p:cNvPr id="8" name="mother_565">
            <a:extLst xmlns:a="http://schemas.openxmlformats.org/drawingml/2006/main">
              <a:ext uri="{FF2B5EF4-FFF2-40B4-BE49-F238E27FC236}">
                <a16:creationId xmlns:a16="http://schemas.microsoft.com/office/drawing/2014/main" id="{13490CDC-C91B-4BFE-A9CD-BC80A42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借鉴：计算生物学因果差分网络</a:t>
            </a:r>
          </a:p>
        </p:txBody>
      </p:sp>
      <p:sp>
        <p:nvSpPr>
          <p:cNvPr id="9" name="detail_1090">
            <a:extLst xmlns:a="http://schemas.openxmlformats.org/drawingml/2006/main">
              <a:ext uri="{FF2B5EF4-FFF2-40B4-BE49-F238E27FC236}">
                <a16:creationId xmlns:a16="http://schemas.microsoft.com/office/drawing/2014/main" id="{F5097699-16DD-4A21-BAB4-176E4DF7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81125"/>
            <a:ext cx="4476750" cy="59436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10" name="heading_1090">
            <a:extLst xmlns:a="http://schemas.openxmlformats.org/drawingml/2006/main">
              <a:ext uri="{FF2B5EF4-FFF2-40B4-BE49-F238E27FC236}">
                <a16:creationId xmlns:a16="http://schemas.microsoft.com/office/drawing/2014/main" id="{35ABEDCB-C295-48F6-B125-CE9AB52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543050"/>
            <a:ext cx="4057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M3  容错反证与列表恢复</a:t>
            </a:r>
          </a:p>
        </p:txBody>
      </p:sp>
      <p:sp>
        <p:nvSpPr>
          <p:cNvPr id="11" name="mother_1090">
            <a:extLst xmlns:a="http://schemas.openxmlformats.org/drawingml/2006/main">
              <a:ext uri="{FF2B5EF4-FFF2-40B4-BE49-F238E27FC236}">
                <a16:creationId xmlns:a16="http://schemas.microsoft.com/office/drawing/2014/main" id="{B603B843-B1A4-405F-AEF0-B4B2CECA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19300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借鉴：主动序贯检验 + 编码理论</a:t>
            </a:r>
          </a:p>
        </p:txBody>
      </p:sp>
      <p:sp>
        <p:nvSpPr>
          <p:cNvPr id="12" name="stage_0_0">
            <a:extLst xmlns:a="http://schemas.openxmlformats.org/drawingml/2006/main">
              <a:ext uri="{FF2B5EF4-FFF2-40B4-BE49-F238E27FC236}">
                <a16:creationId xmlns:a16="http://schemas.microsoft.com/office/drawing/2014/main" id="{67997024-775C-484B-BCAC-6CAF5A41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13" name="stage_title_0_0">
            <a:extLst xmlns:a="http://schemas.openxmlformats.org/drawingml/2006/main">
              <a:ext uri="{FF2B5EF4-FFF2-40B4-BE49-F238E27FC236}">
                <a16:creationId xmlns:a16="http://schemas.microsoft.com/office/drawing/2014/main" id="{CE7E1095-C574-4E43-81ED-9772BFA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源条件物理教师</a:t>
            </a:r>
          </a:p>
        </p:txBody>
      </p:sp>
      <p:sp>
        <p:nvSpPr>
          <p:cNvPr id="14" name="stage_body_0_0">
            <a:extLst xmlns:a="http://schemas.openxmlformats.org/drawingml/2006/main">
              <a:ext uri="{FF2B5EF4-FFF2-40B4-BE49-F238E27FC236}">
                <a16:creationId xmlns:a16="http://schemas.microsoft.com/office/drawing/2014/main" id="{4B275AED-D074-44E3-BC76-3C926421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输入：几何 G、源 s、随机种子 ξ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风保持提升 + 硬分支边界补偿</a:t>
            </a:r>
          </a:p>
        </p:txBody>
      </p:sp>
      <p:sp>
        <p:nvSpPr>
          <p:cNvPr id="15" name="stage_0_1">
            <a:extLst xmlns:a="http://schemas.openxmlformats.org/drawingml/2006/main">
              <a:ext uri="{FF2B5EF4-FFF2-40B4-BE49-F238E27FC236}">
                <a16:creationId xmlns:a16="http://schemas.microsoft.com/office/drawing/2014/main" id="{06A38D3B-4893-4CAF-A0C2-F97F2D6D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16" name="stage_title_0_1">
            <a:extLst xmlns:a="http://schemas.openxmlformats.org/drawingml/2006/main">
              <a:ext uri="{FF2B5EF4-FFF2-40B4-BE49-F238E27FC236}">
                <a16:creationId xmlns:a16="http://schemas.microsoft.com/office/drawing/2014/main" id="{B7F34479-153B-4150-95BA-FDBB299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联合观测生成器 qθ</a:t>
            </a:r>
          </a:p>
        </p:txBody>
      </p:sp>
      <p:sp>
        <p:nvSpPr>
          <p:cNvPr id="17" name="stage_body_0_1">
            <a:extLst xmlns:a="http://schemas.openxmlformats.org/drawingml/2006/main">
              <a:ext uri="{FF2B5EF4-FFF2-40B4-BE49-F238E27FC236}">
                <a16:creationId xmlns:a16="http://schemas.microsoft.com/office/drawing/2014/main" id="{6F6AE2B5-52AA-41E2-8043-E2E367BD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输入：历史 Hₜ、动作块 Q、机制 e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目标：NLL + 源证据微分弱监督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20537A-AF5C-4774-9932-7343A864F333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2619375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19" name="stage_0_2">
            <a:extLst xmlns:a="http://schemas.openxmlformats.org/drawingml/2006/main">
              <a:ext uri="{FF2B5EF4-FFF2-40B4-BE49-F238E27FC236}">
                <a16:creationId xmlns:a16="http://schemas.microsoft.com/office/drawing/2014/main" id="{663EC0BA-8330-43A8-8E2F-D15D2AC7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E70A2"/>
            </a:solidFill>
            <a:prstDash val="solid"/>
          </a:ln>
        </p:spPr>
      </p:sp>
      <p:sp>
        <p:nvSpPr>
          <p:cNvPr id="20" name="stage_title_0_2">
            <a:extLst xmlns:a="http://schemas.openxmlformats.org/drawingml/2006/main">
              <a:ext uri="{FF2B5EF4-FFF2-40B4-BE49-F238E27FC236}">
                <a16:creationId xmlns:a16="http://schemas.microsoft.com/office/drawing/2014/main" id="{D12FC921-B5D1-49B7-9DBE-2851599D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E70A2"/>
                </a:solidFill>
                <a:latin typeface="Noto Sans CJK SC"/>
                <a:ea typeface="Noto Sans CJK SC"/>
                <a:cs typeface="Noto Sans CJK SC"/>
              </a:rPr>
              <a:t>两个标准输出接口</a:t>
            </a:r>
          </a:p>
        </p:txBody>
      </p:sp>
      <p:sp>
        <p:nvSpPr>
          <p:cNvPr id="21" name="stage_body_0_2">
            <a:extLst xmlns:a="http://schemas.openxmlformats.org/drawingml/2006/main">
              <a:ext uri="{FF2B5EF4-FFF2-40B4-BE49-F238E27FC236}">
                <a16:creationId xmlns:a16="http://schemas.microsoft.com/office/drawing/2014/main" id="{934E9AD9-723E-41F2-ABBA-3180A56D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历史：log qθ(Hₜ | s,e)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未来：qθ(Oₜ₊₁:ₜ₊ᴸ | Hₜ,Q,s,e)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62402-EE6F-4557-BE87-EDD6BABC6078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2619375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E70A2"/>
            </a:solidFill>
            <a:prstDash val="solid"/>
            <a:tailEnd type="arrow" w="med" len="med"/>
          </a:ln>
        </p:spPr>
      </p:cxnSp>
      <p:sp>
        <p:nvSpPr>
          <p:cNvPr id="23" name="stage_1_0">
            <a:extLst xmlns:a="http://schemas.openxmlformats.org/drawingml/2006/main">
              <a:ext uri="{FF2B5EF4-FFF2-40B4-BE49-F238E27FC236}">
                <a16:creationId xmlns:a16="http://schemas.microsoft.com/office/drawing/2014/main" id="{B323AF2B-49F8-47EC-9727-81FA5205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24" name="stage_title_1_0">
            <a:extLst xmlns:a="http://schemas.openxmlformats.org/drawingml/2006/main">
              <a:ext uri="{FF2B5EF4-FFF2-40B4-BE49-F238E27FC236}">
                <a16:creationId xmlns:a16="http://schemas.microsoft.com/office/drawing/2014/main" id="{39C78190-BE82-442C-BE85-DAB3449C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源—机制差分诊断</a:t>
            </a:r>
          </a:p>
        </p:txBody>
      </p:sp>
      <p:sp>
        <p:nvSpPr>
          <p:cNvPr id="25" name="stage_body_1_0">
            <a:extLst xmlns:a="http://schemas.openxmlformats.org/drawingml/2006/main">
              <a:ext uri="{FF2B5EF4-FFF2-40B4-BE49-F238E27FC236}">
                <a16:creationId xmlns:a16="http://schemas.microsoft.com/office/drawing/2014/main" id="{43C30C03-E55F-4770-B590-79617A2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输入：Hₜ + M1 源条件名义参考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输出：机制类型 / 起点 / 持续时间</a:t>
            </a:r>
          </a:p>
        </p:txBody>
      </p:sp>
      <p:sp>
        <p:nvSpPr>
          <p:cNvPr id="26" name="stage_1_1">
            <a:extLst xmlns:a="http://schemas.openxmlformats.org/drawingml/2006/main">
              <a:ext uri="{FF2B5EF4-FFF2-40B4-BE49-F238E27FC236}">
                <a16:creationId xmlns:a16="http://schemas.microsoft.com/office/drawing/2014/main" id="{05DFE051-566C-408C-8374-4B2808E1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27" name="stage_title_1_1">
            <a:extLst xmlns:a="http://schemas.openxmlformats.org/drawingml/2006/main">
              <a:ext uri="{FF2B5EF4-FFF2-40B4-BE49-F238E27FC236}">
                <a16:creationId xmlns:a16="http://schemas.microsoft.com/office/drawing/2014/main" id="{24E6574F-D682-4480-B751-4BB67B1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后缀回放与替换</a:t>
            </a:r>
          </a:p>
        </p:txBody>
      </p:sp>
      <p:sp>
        <p:nvSpPr>
          <p:cNvPr id="28" name="stage_body_1_1">
            <a:extLst xmlns:a="http://schemas.openxmlformats.org/drawingml/2006/main">
              <a:ext uri="{FF2B5EF4-FFF2-40B4-BE49-F238E27FC236}">
                <a16:creationId xmlns:a16="http://schemas.microsoft.com/office/drawing/2014/main" id="{94DE3579-75E7-47D2-9D92-9312289E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log L新 = log L旧 − 旧后缀 + 新后缀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重算所有受影响的后续状态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BFFBB4-C647-413A-9868-B71F7194CD45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7620000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sp>
        <p:nvSpPr>
          <p:cNvPr id="30" name="stage_1_2">
            <a:extLst xmlns:a="http://schemas.openxmlformats.org/drawingml/2006/main">
              <a:ext uri="{FF2B5EF4-FFF2-40B4-BE49-F238E27FC236}">
                <a16:creationId xmlns:a16="http://schemas.microsoft.com/office/drawing/2014/main" id="{F3E163D1-6969-4C54-ACE1-BE0CEAB2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37B62"/>
            </a:solidFill>
            <a:prstDash val="solid"/>
          </a:ln>
        </p:spPr>
      </p:sp>
      <p:sp>
        <p:nvSpPr>
          <p:cNvPr id="31" name="stage_title_1_2">
            <a:extLst xmlns:a="http://schemas.openxmlformats.org/drawingml/2006/main">
              <a:ext uri="{FF2B5EF4-FFF2-40B4-BE49-F238E27FC236}">
                <a16:creationId xmlns:a16="http://schemas.microsoft.com/office/drawing/2014/main" id="{A2E238F2-47DF-4B23-87D6-E21D8C5B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源—机制联合后验</a:t>
            </a:r>
          </a:p>
        </p:txBody>
      </p:sp>
      <p:sp>
        <p:nvSpPr>
          <p:cNvPr id="32" name="stage_body_1_2">
            <a:extLst xmlns:a="http://schemas.openxmlformats.org/drawingml/2006/main">
              <a:ext uri="{FF2B5EF4-FFF2-40B4-BE49-F238E27FC236}">
                <a16:creationId xmlns:a16="http://schemas.microsoft.com/office/drawing/2014/main" id="{8A2562E2-0F37-48CE-88D1-EB39FBA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固定先验；精确枚举或 π(e)/q(e) 校正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P(s | Hₜ) = Σₑ P(s,e | Hₜ)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68D1C6-117F-4053-8A5D-67323F1B9CF7}"/>
              </a:ext>
            </a:extLst>
          </p:cNvPr>
          <p:cNvCxnSpPr>
            <a:stCxn xmlns:a="http://schemas.openxmlformats.org/drawingml/2006/main" id="2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7620000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sp>
        <p:nvSpPr>
          <p:cNvPr id="34" name="stage_2_0">
            <a:extLst xmlns:a="http://schemas.openxmlformats.org/drawingml/2006/main">
              <a:ext uri="{FF2B5EF4-FFF2-40B4-BE49-F238E27FC236}">
                <a16:creationId xmlns:a16="http://schemas.microsoft.com/office/drawing/2014/main" id="{6EBF679A-8201-4F98-A0DB-2549D6ED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717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35" name="stage_title_2_0">
            <a:extLst xmlns:a="http://schemas.openxmlformats.org/drawingml/2006/main">
              <a:ext uri="{FF2B5EF4-FFF2-40B4-BE49-F238E27FC236}">
                <a16:creationId xmlns:a16="http://schemas.microsoft.com/office/drawing/2014/main" id="{B58BD1E4-B32B-4D98-BEAB-A0E3DC4E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6670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联合软码本与挑战列表</a:t>
            </a:r>
          </a:p>
        </p:txBody>
      </p:sp>
      <p:sp>
        <p:nvSpPr>
          <p:cNvPr id="36" name="stage_body_2_0">
            <a:extLst xmlns:a="http://schemas.openxmlformats.org/drawingml/2006/main">
              <a:ext uri="{FF2B5EF4-FFF2-40B4-BE49-F238E27FC236}">
                <a16:creationId xmlns:a16="http://schemas.microsoft.com/office/drawing/2014/main" id="{F9A9A8E4-C1FD-4237-885F-C3DD38A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0289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输入：M1 联合分布 + M2 联合后验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采样合法动作块，覆盖低后验候选</a:t>
            </a:r>
          </a:p>
        </p:txBody>
      </p:sp>
      <p:sp>
        <p:nvSpPr>
          <p:cNvPr id="37" name="stage_2_1">
            <a:extLst xmlns:a="http://schemas.openxmlformats.org/drawingml/2006/main">
              <a:ext uri="{FF2B5EF4-FFF2-40B4-BE49-F238E27FC236}">
                <a16:creationId xmlns:a16="http://schemas.microsoft.com/office/drawing/2014/main" id="{C678A2DF-D47D-47C3-A8F3-2B19DFA1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0050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38" name="stage_title_2_1">
            <a:extLst xmlns:a="http://schemas.openxmlformats.org/drawingml/2006/main">
              <a:ext uri="{FF2B5EF4-FFF2-40B4-BE49-F238E27FC236}">
                <a16:creationId xmlns:a16="http://schemas.microsoft.com/office/drawing/2014/main" id="{F2CC3C92-69D1-4DA9-A200-CFE455F5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09575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风险约束反证测试</a:t>
            </a:r>
          </a:p>
        </p:txBody>
      </p:sp>
      <p:sp>
        <p:nvSpPr>
          <p:cNvPr id="39" name="stage_body_2_1">
            <a:extLst xmlns:a="http://schemas.openxmlformats.org/drawingml/2006/main">
              <a:ext uri="{FF2B5EF4-FFF2-40B4-BE49-F238E27FC236}">
                <a16:creationId xmlns:a16="http://schemas.microsoft.com/office/drawing/2014/main" id="{6C386EE6-34BB-4C62-9694-AD31D2B9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45770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max β；对所有合法机制误拒率 ≤ α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软译码同时覆盖翻转 / 擦除 / 突发错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094557-9703-4D75-B486-A20425AA1738}"/>
              </a:ext>
            </a:extLst>
          </p:cNvPr>
          <p:cNvCxnSpPr>
            <a:stCxn xmlns:a="http://schemas.openxmlformats.org/drawingml/2006/main" id="34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12620625" y="369570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1" name="stage_2_2">
            <a:extLst xmlns:a="http://schemas.openxmlformats.org/drawingml/2006/main">
              <a:ext uri="{FF2B5EF4-FFF2-40B4-BE49-F238E27FC236}">
                <a16:creationId xmlns:a16="http://schemas.microsoft.com/office/drawing/2014/main" id="{70BE1D26-5ACA-4389-B12F-9C4BB3D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429250"/>
            <a:ext cx="4000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42" name="stage_title_2_2">
            <a:extLst xmlns:a="http://schemas.openxmlformats.org/drawingml/2006/main">
              <a:ext uri="{FF2B5EF4-FFF2-40B4-BE49-F238E27FC236}">
                <a16:creationId xmlns:a16="http://schemas.microsoft.com/office/drawing/2014/main" id="{99820F4C-D8A1-4EC7-B377-C158683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5245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执行、译码与恢复</a:t>
            </a:r>
          </a:p>
        </p:txBody>
      </p:sp>
      <p:sp>
        <p:nvSpPr>
          <p:cNvPr id="43" name="stage_body_2_2">
            <a:extLst xmlns:a="http://schemas.openxmlformats.org/drawingml/2006/main">
              <a:ext uri="{FF2B5EF4-FFF2-40B4-BE49-F238E27FC236}">
                <a16:creationId xmlns:a16="http://schemas.microsoft.com/office/drawing/2014/main" id="{0DDE57F9-ACFD-49CA-9E67-B0581F0C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886450"/>
            <a:ext cx="365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整块执行；观测回流 M2 重估机制</a:t>
            </a:r>
          </a:p>
          <a:p xmlns:a="http://schemas.openxmlformats.org/drawingml/2006/main">
            <a:pPr algn="l">
              <a:def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rPr>
              <a:t>机制版本变化则恢复旧排除候选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070594-705C-4EF0-AA51-92EA9E1B59DE}"/>
              </a:ext>
            </a:extLst>
          </p:cNvPr>
          <p:cNvCxnSpPr>
            <a:stCxn xmlns:a="http://schemas.openxmlformats.org/drawingml/2006/main" id="37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12620625" y="51244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5" name="M1_M2_LINK">
            <a:extLst xmlns:a="http://schemas.openxmlformats.org/drawingml/2006/main">
              <a:ext uri="{FF2B5EF4-FFF2-40B4-BE49-F238E27FC236}">
                <a16:creationId xmlns:a16="http://schemas.microsoft.com/office/drawing/2014/main" id="{14F111BB-4B20-40F8-8AD7-CDC2AA20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15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237B62"/>
                </a:solidFill>
                <a:latin typeface="Noto Sans CJK SC"/>
                <a:ea typeface="Noto Sans CJK SC"/>
                <a:cs typeface="Noto Sans CJK SC"/>
              </a:rPr>
              <a:t>似然</a:t>
            </a:r>
          </a:p>
        </p:txBody>
      </p:sp>
      <p:sp>
        <p:nvSpPr>
          <p:cNvPr id="46" name="M2_M3_LINK">
            <a:extLst xmlns:a="http://schemas.openxmlformats.org/drawingml/2006/main">
              <a:ext uri="{FF2B5EF4-FFF2-40B4-BE49-F238E27FC236}">
                <a16:creationId xmlns:a16="http://schemas.microsoft.com/office/drawing/2014/main" id="{153C78D6-D3F1-4BE5-BB5C-719EA9B4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715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后验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4025D35-F70C-4BE7-95EA-2850169D4833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619625" y="59912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D6E13D-2EC0-46CD-96A7-C279F90980EC}"/>
              </a:ext>
            </a:extLst>
          </p:cNvPr>
          <p:cNvCxnSpPr>
            <a:stCxn xmlns:a="http://schemas.openxmlformats.org/drawingml/2006/main" id="3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9620250" y="599122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49" name="detail_ledger">
            <a:extLst xmlns:a="http://schemas.openxmlformats.org/drawingml/2006/main">
              <a:ext uri="{FF2B5EF4-FFF2-40B4-BE49-F238E27FC236}">
                <a16:creationId xmlns:a16="http://schemas.microsoft.com/office/drawing/2014/main" id="{914E2D27-DCEB-47CF-AC6B-54A75F98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50" name="detail_ledger_text">
            <a:extLst xmlns:a="http://schemas.openxmlformats.org/drawingml/2006/main">
              <a:ext uri="{FF2B5EF4-FFF2-40B4-BE49-F238E27FC236}">
                <a16:creationId xmlns:a16="http://schemas.microsoft.com/office/drawing/2014/main" id="{52E6D4B3-1B79-475F-A1D1-9740B047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唯一观测账本 Hₜ</a:t>
            </a:r>
          </a:p>
          <a:p xmlns:a="http://schemas.openxmlformats.org/drawingml/2006/main">
            <a: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气体、局地风、动作、时间、观测 ID</a:t>
            </a:r>
          </a:p>
        </p:txBody>
      </p:sp>
      <p:sp>
        <p:nvSpPr>
          <p:cNvPr id="51" name="detail_map">
            <a:extLst xmlns:a="http://schemas.openxmlformats.org/drawingml/2006/main">
              <a:ext uri="{FF2B5EF4-FFF2-40B4-BE49-F238E27FC236}">
                <a16:creationId xmlns:a16="http://schemas.microsoft.com/office/drawing/2014/main" id="{B171B2DB-B592-4572-94D5-B825507E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4F6"/>
          </a:solidFill>
          <a:ln xmlns:a="http://schemas.openxmlformats.org/drawingml/2006/main" w="12383">
            <a:solidFill>
              <a:srgbClr val="596975"/>
            </a:solidFill>
            <a:prstDash val="solid"/>
          </a:ln>
        </p:spPr>
      </p:sp>
      <p:sp>
        <p:nvSpPr>
          <p:cNvPr id="52" name="detail_map_text">
            <a:extLst xmlns:a="http://schemas.openxmlformats.org/drawingml/2006/main">
              <a:ext uri="{FF2B5EF4-FFF2-40B4-BE49-F238E27FC236}">
                <a16:creationId xmlns:a16="http://schemas.microsoft.com/office/drawing/2014/main" id="{DF3EBE88-9975-436D-BEA8-0834DBB7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保留 PMFS 输出目标</a:t>
            </a:r>
          </a:p>
          <a:p xmlns:a="http://schemas.openxmlformats.org/drawingml/2006/main">
            <a:pPr algn="ctr">
              <a:def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二维源概率地图 + 竞争源 / 机制后验</a:t>
            </a:r>
          </a:p>
        </p:txBody>
      </p:sp>
      <p:sp>
        <p:nvSpPr>
          <p:cNvPr id="53" name="detail_action">
            <a:extLst xmlns:a="http://schemas.openxmlformats.org/drawingml/2006/main">
              <a:ext uri="{FF2B5EF4-FFF2-40B4-BE49-F238E27FC236}">
                <a16:creationId xmlns:a16="http://schemas.microsoft.com/office/drawing/2014/main" id="{7B20FDCA-C9F8-44CB-B5F0-F3D0A0F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762875"/>
            <a:ext cx="4476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36A20"/>
            </a:solidFill>
            <a:prstDash val="solid"/>
          </a:ln>
        </p:spPr>
      </p:sp>
      <p:sp>
        <p:nvSpPr>
          <p:cNvPr id="54" name="detail_action_text">
            <a:extLst xmlns:a="http://schemas.openxmlformats.org/drawingml/2006/main">
              <a:ext uri="{FF2B5EF4-FFF2-40B4-BE49-F238E27FC236}">
                <a16:creationId xmlns:a16="http://schemas.microsoft.com/office/drawing/2014/main" id="{782397A9-5DA8-4D6F-B962-DD7DE048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7867650"/>
            <a:ext cx="4057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主动定位闭环</a:t>
            </a:r>
          </a:p>
          <a:p xmlns:a="http://schemas.openxmlformats.org/drawingml/2006/main">
            <a:pPr algn="ctr">
              <a:def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36A20"/>
                </a:solidFill>
                <a:latin typeface="Noto Sans CJK SC"/>
                <a:ea typeface="Noto Sans CJK SC"/>
                <a:cs typeface="Noto Sans CJK SC"/>
              </a:rPr>
              <a:t>下一动作块 / 航线 + 新观测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D93258-8DF4-4EC5-A9A1-240202F01582}"/>
              </a:ext>
            </a:extLst>
          </p:cNvPr>
          <p:cNvCxnSpPr>
            <a:stCxn xmlns:a="http://schemas.openxmlformats.org/drawingml/2006/main" id="3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7620000" y="655320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37B62"/>
            </a:solidFill>
            <a:prstDash val="solid"/>
            <a:tailEnd type="arrow" w="med" len="med"/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0F2A32-7159-44BC-BFAC-9B023D7A22B2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2620625" y="6553200"/>
            <a:ext cx="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57" name="history_port1">
            <a:extLst xmlns:a="http://schemas.openxmlformats.org/drawingml/2006/main">
              <a:ext uri="{FF2B5EF4-FFF2-40B4-BE49-F238E27FC236}">
                <a16:creationId xmlns:a16="http://schemas.microsoft.com/office/drawing/2014/main" id="{DE96CCAC-956B-4EA6-9CC8-B615BC2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191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8" name="history_port2">
            <a:extLst xmlns:a="http://schemas.openxmlformats.org/drawingml/2006/main">
              <a:ext uri="{FF2B5EF4-FFF2-40B4-BE49-F238E27FC236}">
                <a16:creationId xmlns:a16="http://schemas.microsoft.com/office/drawing/2014/main" id="{41411D8D-6AE5-4AED-92D0-12955599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5624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BCB9AF-CED4-4438-BA63-E0E2A47FFAAA}"/>
              </a:ext>
            </a:extLst>
          </p:cNvPr>
          <p:cNvCxnSpPr>
            <a:stCxn xmlns:a="http://schemas.openxmlformats.org/drawingml/2006/main" id="49" idx="1"/>
            <a:endCxn xmlns:a="http://schemas.openxmlformats.org/drawingml/2006/main" id="57" idx="3"/>
          </p:cNvCxnSpPr>
          <p:nvPr/>
        </p:nvCxnSpPr>
        <p:spPr>
          <a:xfrm xmlns:a="http://schemas.openxmlformats.org/drawingml/2006/main" flipH="1">
            <a:off x="200025" y="8191500"/>
            <a:ext cx="180975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9D53984-C5D7-4E54-B50E-372603F223A8}"/>
              </a:ext>
            </a:extLst>
          </p:cNvPr>
          <p:cNvCxnSpPr>
            <a:stCxn xmlns:a="http://schemas.openxmlformats.org/drawingml/2006/main" id="57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V="1">
            <a:off x="195263" y="4572000"/>
            <a:ext cx="0" cy="36195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cxnSp>
        <p:nvCxn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36AFC6-4DA5-48B3-B0C1-D62FC874F6D0}"/>
              </a:ext>
            </a:extLst>
          </p:cNvPr>
          <p:cNvCxnSpPr>
            <a:stCxn xmlns:a="http://schemas.openxmlformats.org/drawingml/2006/main" id="5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200025" y="4562475"/>
            <a:ext cx="419100" cy="4763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96975"/>
            </a:solidFill>
            <a:prstDash val="solid"/>
            <a:tailEnd type="arrow" w="med" len="med"/>
          </a:ln>
        </p:spPr>
      </p:cxnSp>
      <p:sp>
        <p:nvSpPr>
          <p:cNvPr id="62" name="feedback_port1">
            <a:extLst xmlns:a="http://schemas.openxmlformats.org/drawingml/2006/main">
              <a:ext uri="{FF2B5EF4-FFF2-40B4-BE49-F238E27FC236}">
                <a16:creationId xmlns:a16="http://schemas.microsoft.com/office/drawing/2014/main" id="{323B95A3-DE61-478A-A7F4-EE792DDC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893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3" name="feedback_port2">
            <a:extLst xmlns:a="http://schemas.openxmlformats.org/drawingml/2006/main">
              <a:ext uri="{FF2B5EF4-FFF2-40B4-BE49-F238E27FC236}">
                <a16:creationId xmlns:a16="http://schemas.microsoft.com/office/drawing/2014/main" id="{BE89F263-6659-4BC1-998B-CE2379AC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89344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0" b="0">
                <a:solidFill>
                  <a:srgbClr val="23344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r>
              <a:t/>
            </a:r>
          </a:p>
        </p:txBody>
      </p:sp>
      <p:cxnSp>
        <p:nvCxn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A4756D-9956-4B25-87DE-4C39D81261EE}"/>
              </a:ext>
            </a:extLst>
          </p:cNvPr>
          <p:cNvCxnSpPr>
            <a:stCxn xmlns:a="http://schemas.openxmlformats.org/drawingml/2006/main" id="53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620625" y="862012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cxnSp>
        <p:nvCxn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C08365-A0BD-4627-A03F-1BBE3EAD51DE}"/>
              </a:ext>
            </a:extLst>
          </p:cNvPr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 flipH="1">
            <a:off x="2619375" y="8939213"/>
            <a:ext cx="1001077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cxnSp>
        <p:nvCxn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48A856-9364-40FF-8A1D-11DB6844B6DF}"/>
              </a:ext>
            </a:extLst>
          </p:cNvPr>
          <p:cNvCxnSpPr>
            <a:stCxn xmlns:a="http://schemas.openxmlformats.org/drawingml/2006/main" id="63" idx="0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H="1" flipV="1">
            <a:off x="2619375" y="8620125"/>
            <a:ext cx="4763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36A20"/>
            </a:solidFill>
            <a:prstDash val="solid"/>
            <a:tailEnd type="arrow" w="med" len="med"/>
          </a:ln>
        </p:spPr>
      </p:cxnSp>
      <p:sp>
        <p:nvSpPr>
          <p:cNvPr id="67" name="detail_loop_label">
            <a:extLst xmlns:a="http://schemas.openxmlformats.org/drawingml/2006/main">
              <a:ext uri="{FF2B5EF4-FFF2-40B4-BE49-F238E27FC236}">
                <a16:creationId xmlns:a16="http://schemas.microsoft.com/office/drawing/2014/main" id="{11BE8133-83F0-4F9A-B318-F0CCBAC0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86800"/>
            <a:ext cx="685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动作执行后的原始观测回流；反证判决不重复计入似然</a:t>
            </a:r>
          </a:p>
        </p:txBody>
      </p:sp>
      <p:sp>
        <p:nvSpPr>
          <p:cNvPr id="68" name="detail_footer">
            <a:extLst xmlns:a="http://schemas.openxmlformats.org/drawingml/2006/main">
              <a:ext uri="{FF2B5EF4-FFF2-40B4-BE49-F238E27FC236}">
                <a16:creationId xmlns:a16="http://schemas.microsoft.com/office/drawing/2014/main" id="{503B482F-E3E3-4294-BC60-00AAD3D3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72575"/>
            <a:ext cx="1447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96975"/>
                </a:solidFill>
                <a:latin typeface="Noto Sans CJK SC"/>
                <a:ea typeface="Noto Sans CJK SC"/>
                <a:cs typeface="Noto Sans CJK SC"/>
              </a:rPr>
              <a:t>替换 PMFS：前向响应 / 派生地图比较 / 高置信错误后的更新 / 下一测点价值函数</a:t>
            </a:r>
          </a:p>
        </p:txBody>
      </p:sp>
    </p:spTree>
    <p:extLst>
      <p:ext uri="{BB962C8B-B14F-4D97-AF65-F5344CB8AC3E}">
        <p14:creationId xmlns:p14="http://schemas.microsoft.com/office/powerpoint/2010/main" val="837626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2026-10-23T01:57:41.0960000Z</dcterms:created>
  <dcterms:modified xsi:type="dcterms:W3CDTF">2026-10-23T01:57:41.0960000Z</dcterms:modified>
</coreProperties>
</file>