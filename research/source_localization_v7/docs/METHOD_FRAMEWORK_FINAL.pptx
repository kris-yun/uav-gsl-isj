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Masters/slideMaster2.xml" ContentType="application/vnd.openxmlformats-officedocument.presentationml.slideMaster+xml"/>
  <Override PartName="/ppt/slideMasters/theme/theme3.xml" ContentType="application/vnd.openxmlformats-officedocument.theme+xml"/>
  <Override PartName="/ppt/slideMasters/slideMaster3.xml" ContentType="application/vnd.openxmlformats-officedocument.presentationml.slideMaster+xml"/>
  <Override PartName="/ppt/slideMasters/theme/theme4.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notesMasters/notesMaster1.xml" ContentType="application/vnd.openxmlformats-officedocument.presentationml.notesMaster+xml"/>
  <Override PartName="/ppt/notesMasters/theme/theme5.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8a990b0b5524b2e" /><Relationship Type="http://schemas.openxmlformats.org/officeDocument/2006/relationships/extended-properties" Target="/docProps/app.xml" Id="Re27eea2b43754ac5" /><Relationship Type="http://schemas.openxmlformats.org/officeDocument/2006/relationships/officeDocument" Target="/ppt/presentation.xml" Id="R19845df168e74ab8" /></Relationships>
</file>

<file path=ppt/presentation.xml><?xml version="1.0" encoding="utf-8"?>
<p:presentation xmlns:p="http://schemas.openxmlformats.org/presentationml/2006/main">
  <p:sldMasterIdLst>
    <p:sldMasterId xmlns:r="http://schemas.openxmlformats.org/officeDocument/2006/relationships" id="2147483648" r:id="R7f7fd96615714c81"/>
    <p:sldMasterId xmlns:r="http://schemas.openxmlformats.org/officeDocument/2006/relationships" id="2147483655" r:id="R5ed79f39f4ea4737"/>
    <p:sldMasterId xmlns:r="http://schemas.openxmlformats.org/officeDocument/2006/relationships" id="2147483657" r:id="R911be5b60ea64681"/>
  </p:sldMasterIdLst>
  <p:notesMasterIdLst>
    <p:notesMasterId xmlns:r="http://schemas.openxmlformats.org/officeDocument/2006/relationships" r:id="R14014bdaeb0a4af8"/>
  </p:notesMasterIdLst>
  <p:sldIdLst>
    <p:sldId xmlns:r="http://schemas.openxmlformats.org/officeDocument/2006/relationships" id="256" r:id="R0cd127ada7754b1a"/>
    <p:sldId xmlns:r="http://schemas.openxmlformats.org/officeDocument/2006/relationships" id="257" r:id="R6adc24d3d1aa4a7b"/>
    <p:sldId xmlns:r="http://schemas.openxmlformats.org/officeDocument/2006/relationships" id="258" r:id="R2694c6399e104951"/>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d0bcc3ed3274547" /><Relationship Type="http://schemas.openxmlformats.org/officeDocument/2006/relationships/slideMaster" Target="/ppt/slideMasters/slideMaster1.xml" Id="R7f7fd96615714c81" /><Relationship Type="http://schemas.openxmlformats.org/officeDocument/2006/relationships/slideMaster" Target="/ppt/slideMasters/slideMaster2.xml" Id="R5ed79f39f4ea4737" /><Relationship Type="http://schemas.openxmlformats.org/officeDocument/2006/relationships/slideMaster" Target="/ppt/slideMasters/slideMaster3.xml" Id="R911be5b60ea64681" /><Relationship Type="http://schemas.openxmlformats.org/officeDocument/2006/relationships/notesMaster" Target="/ppt/notesMasters/notesMaster1.xml" Id="R14014bdaeb0a4af8" /><Relationship Type="http://schemas.openxmlformats.org/officeDocument/2006/relationships/presProps" Target="/ppt/presProps.xml" Id="R2f191b89e4ef49ba" /><Relationship Type="http://schemas.openxmlformats.org/officeDocument/2006/relationships/tableStyles" Target="/ppt/tableStyles.xml" Id="R48c41cae5ea54fdf" /><Relationship Type="http://schemas.openxmlformats.org/officeDocument/2006/relationships/slide" Target="/ppt/slides/slide1.xml" Id="R0cd127ada7754b1a" /><Relationship Type="http://schemas.openxmlformats.org/officeDocument/2006/relationships/slide" Target="/ppt/slides/slide2.xml" Id="R6adc24d3d1aa4a7b" /><Relationship Type="http://schemas.openxmlformats.org/officeDocument/2006/relationships/slide" Target="/ppt/slides/slide3.xml" Id="R2694c6399e10495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5.xml" Id="R07ae69825ed9434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5.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c378d83560a4a13" /><Relationship Type="http://schemas.openxmlformats.org/officeDocument/2006/relationships/notesMaster" Target="/ppt/notesMasters/notesMaster1.xml" Id="R7206c62ef7fe4e71" /></Relationships>
</file>

<file path=ppt/notesSlides/_rels/notesSlide2.xml.rels>&#65279;<?xml version="1.0" encoding="utf-8"?><Relationships xmlns="http://schemas.openxmlformats.org/package/2006/relationships"><Relationship Type="http://schemas.openxmlformats.org/officeDocument/2006/relationships/slide" Target="/ppt/slides/slide2.xml" Id="R1ddf9b09061141f9" /><Relationship Type="http://schemas.openxmlformats.org/officeDocument/2006/relationships/notesMaster" Target="/ppt/notesMasters/notesMaster1.xml" Id="R80b84ba98cb84f6f" /></Relationships>
</file>

<file path=ppt/notesSlides/_rels/notesSlide3.xml.rels>&#65279;<?xml version="1.0" encoding="utf-8"?><Relationships xmlns="http://schemas.openxmlformats.org/package/2006/relationships"><Relationship Type="http://schemas.openxmlformats.org/officeDocument/2006/relationships/slide" Target="/ppt/slides/slide3.xml" Id="R0be2c6fce1d04b7a" /><Relationship Type="http://schemas.openxmlformats.org/officeDocument/2006/relationships/notesMaster" Target="/ppt/notesMasters/notesMaster1.xml" Id="Rb7403412073c46b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Original slide imported directly from source_evidence_recovery_v2/docs/source/PMFS_ORIGINAL.pptx. Original four regions and native wind, maps, paths and gas trace retained and reflowed to 1600x900. Original source: https://arxiv.org/html/2304.08879v3. Executed policy pinned at https://github.com/MAPIRlab/GasSourceLocalization/blob/4e141e162551e674f2f30ddb8859136c72139aac/gsl_server/src/gsl_server/algorithms/PMFS/MovingStatePMFS.cpp lines 27-118 and 281-297: informationValue uses varianceOfHitProb*(1-confidence); MI field at line 290 is commented. Line 96 computes distance penalty, line 98 inserts interest. Source score rebuild starts total=1 in internal/Simulations.cpp lines 231-269; no repeated old-source-posterior multiplication. StopAndMeasure averages finite-window concentrations before hit threshold. M1 changes a, b and c: raw observation encoding, the candidate forward measurement law, and source comparison. The calibrated joint law replaces the original two-dimensional particle-map compatibility interface. These PMFS source details are audit facts, not claimed novelties. All curves, grids and probability/code tables on these slides are editable schematics, not experimental results. OCB-R2 X00 has eight previously-open discovery worlds (two 3D source positions times four independent seeds), snapshots about 50 seconds apart. This supports static synchronous spatial contrast only. Dynamic filters and boundary motion require native continuous timestamps and sensor-bandwidth calibration. Local wind vectors and original House01 occupancy bytes have not been recovered; source B occupancy validity remains HOLD. Source A z=.4 and source B z=-.3 differ in height. UAV rotor and sensor dynamics are unvalidated.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M1 low-order mother operator: Brudner et al., PNAS 2026, DOI 10.1073/pnas.2608896123, https://emonet.biology.yale.edu/assets/papers/2026/2026_brudner-et-al-PNAS-fly-navigational-responses-exploit-plume.pdf. qk(L,R)=ReLU(bk+f1k*L+f2k*R), hk=qk(L,R)-qk(R,L). V7 extension chooses multiple filters by clipped robust source-pair JS coverage and forms ONE joint symbol Z=Q(E,h1,...), fitted jointly from whole independent blocks. The implemented kernel bank is prescribed using causal normalized exponential kernels with explicit delay and inhibition settings. Training selects channels and calibrates the joint probability table; it does not optimize kernel coefficients. Original animal fitted scales are not transferred. Code: m1_opponent/operator.py and calibration.py. M2 mother mechanism: https://doi.org/10.1038/s41586-026-10827-7. Relative return-direction memory restricts a causal action tube. Inputs are qualified historical boundary-entry travel directions, current robot position, and TRAIN predicted response means, gradients and joint covariances. They are not gradients inferred from M1 symbols. Code requires an explicit entry_only no-wind engineering adaptation or wind_gated mode with measured local wind. Discrimination uses TRAIN predictive gradients and 2x2 covariance, not true future fields. M3: https://arxiv.org/html/2405.06554v3 DOI 10.1109/TIT.2025.3588527; non-equal cost extension https://arxiv.org/html/2509.11632v3. Full ordered-pair KL/cost LP, a posterior-independent coverage floor, and new-suffix e-value auditing are distinct from the Bayesian source posterior. E-value guarantees require true data law within the calibrated null family and valid predictable adaptive likelihoods. All curves, grids and probability/code tables on these slides are editable schematics, not experimental results. OCB-R2 X00 has eight previously-open discovery worlds (two 3D source positions times four independent seeds), snapshots about 50 seconds apart. This supports static synchronous spatial contrast only. Dynamic filters and boundary motion require native continuous timestamps and sensor-bandwidth calibration. Local wind vectors and original House01 occupancy bytes have not been recovered; source B occupancy validity remains HOLD. Source A z=.4 and source B z=-.3 differ in height. UAV rotor and sensor dynamics are unvalidated.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M1 exact implemented mother operator: qk(L,R)=[bk+sum_tau f1k(tau)L(t-tau)+sum_tau f2k(tau)R(t-tau)]+, hk=qk(L,R)-qk(R,L). Even part E retained. The implementation uses a prescribed causal exponential kernel bank; training chooses channels and calibrates probabilities, without learning kernel coefficients. Greedy source-pair coverage maximizes sum_{i&lt;j}min{robust_JS_ij(K), separation_target}; robust JS minimizes over source-specific nuisance combinations. This is a training diagnostic, not a population certificate. One joint alphabet is fit with stated Dirichlet smoothing. PNAS source: https://emonet.biology.yale.edu/assets/papers/2026/2026_brudner-et-al-PNAS-fly-navigational-responses-exploit-plume.pdf. M2: relative return direction and uncertainty tube from https://doi.org/10.1038/s41586-026-10827-7; delta_jk approximately [mu_j(q)-mu_k(q), (d/2)u^T(grad mu_j(q)-grad mu_k(q))]. Sigma=Sigma_j+Sigma_k+lambda I is the pooled 2x2 even/odd covariance, with explicit nonnegative regularization (default zero). D=delta^T Sigma^{-1}delta. The return tube constrains the pair center; each endpoint separately passes map bounds, collision, baseline and local-gradient validity gates. It proposes feasible q,d,u and never becomes a likelihood factor. M3 exact LP is max v over y&gt;=0 with c^T y=1, D_ij^T y&gt;=v for every ordered source pair. lambda=y/sum(y); rho=(1-epsilon)lambda+epsilon nu, with nu independent of source posterior. New suffix audit uses A_sr=sum log P_t(a_t,s,r,o_t), fixed r over suffix, log E_s=log sum_{j!=s,r}w_jr exp A_jr - max_r A_sr. List {s:log E_s&lt;log(1/alpha)} is separate from posterior. Source law and valid adaptive conditionals are prerequisites. TIT source https://arxiv.org/html/2405.06554v3; cost source https://arxiv.org/html/2509.11632v3. All curves, grids and probability/code tables on these slides are editable schematics, not experimental results. OCB-R2 X00 has eight previously-open discovery worlds (two 3D source positions times four independent seeds), snapshots about 50 seconds apart. This supports static synchronous spatial contrast only. Dynamic filters and boundary motion require native continuous timestamps and sensor-bandwidth calibration. Local wind vectors and original House01 occupancy bytes have not been recovered; source B occupancy validity remains HOLD. Source A z=.4 and source B z=-.3 differ in height. UAV rotor and sensor dynamics are unvalidated.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97d874900e7468e"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13b54dcd3fac4481"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6a3a4cda7b05495a"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a691398de0cc48f9"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69504f00b1cc44f6"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80c1cdcf263846a8"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2.xml" Id="Rce811705cbdb4579"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3.xml" Id="Rfff2149d2d7f4b6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E127496-8098-416E-AB51-344C235E266F}"/>
              </a:ext>
            </a:extLst>
          </p:cNvPr>
          <p:cNvSpPr>
            <a:spLocks xmlns:a="http://schemas.openxmlformats.org/drawingml/2006/main" noGrp="1"/>
          </p:cNvSpPr>
          <p:nvPr>
            <p:ph type="title" idx="0"/>
          </p:nvPr>
        </p:nvSpPr>
        <p:spPr>
          <a:xfrm xmlns:a="http://schemas.openxmlformats.org/drawingml/2006/main">
            <a:off x="1524000" y="3238500"/>
            <a:ext cx="12192000" cy="12382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6000" b="1">
                <a:solidFill>
                  <a:schemeClr val="tx1"/>
                </a:solidFill>
                <a:latin typeface="+mj-lt"/>
                <a:ea typeface="+mj-lt"/>
                <a:cs typeface="+mj-lt"/>
              </a:defRPr>
            </a:defPPr>
            <a:lvl1pPr marL="0" indent="0" algn="ctr">
              <a:lnSpc>
                <a:spcPct val="110000"/>
              </a:lnSpc>
              <a:spcBef>
                <a:spcPts val="0"/>
              </a:spcBef>
              <a:spcAft>
                <a:spcPts val="0"/>
              </a:spcAft>
              <a:buNone/>
              <a:defRPr sz="6000" b="1">
                <a:solidFill>
                  <a:schemeClr val="tx1"/>
                </a:solidFill>
                <a:latin typeface="+mj-lt"/>
                <a:ea typeface="+mj-lt"/>
                <a:cs typeface="+mj-lt"/>
              </a:defRPr>
            </a:lvl1pPr>
            <a:lvl2pPr marL="0" indent="0" algn="ctr">
              <a:lnSpc>
                <a:spcPct val="110000"/>
              </a:lnSpc>
              <a:spcBef>
                <a:spcPts val="0"/>
              </a:spcBef>
              <a:spcAft>
                <a:spcPts val="0"/>
              </a:spcAft>
              <a:buNone/>
              <a:defRPr sz="6000" b="1">
                <a:solidFill>
                  <a:schemeClr val="tx1"/>
                </a:solidFill>
                <a:latin typeface="+mj-lt"/>
                <a:ea typeface="+mj-lt"/>
                <a:cs typeface="+mj-lt"/>
              </a:defRPr>
            </a:lvl2pPr>
            <a:lvl3pPr marL="0" indent="0" algn="ctr">
              <a:lnSpc>
                <a:spcPct val="110000"/>
              </a:lnSpc>
              <a:spcBef>
                <a:spcPts val="0"/>
              </a:spcBef>
              <a:spcAft>
                <a:spcPts val="0"/>
              </a:spcAft>
              <a:buNone/>
              <a:defRPr sz="6000" b="1">
                <a:solidFill>
                  <a:schemeClr val="tx1"/>
                </a:solidFill>
                <a:latin typeface="+mj-lt"/>
                <a:ea typeface="+mj-lt"/>
                <a:cs typeface="+mj-lt"/>
              </a:defRPr>
            </a:lvl3pPr>
            <a:lvl4pPr marL="0" indent="0" algn="ctr">
              <a:lnSpc>
                <a:spcPct val="110000"/>
              </a:lnSpc>
              <a:spcBef>
                <a:spcPts val="0"/>
              </a:spcBef>
              <a:spcAft>
                <a:spcPts val="0"/>
              </a:spcAft>
              <a:buNone/>
              <a:defRPr sz="6000" b="1">
                <a:solidFill>
                  <a:schemeClr val="tx1"/>
                </a:solidFill>
                <a:latin typeface="+mj-lt"/>
                <a:ea typeface="+mj-lt"/>
                <a:cs typeface="+mj-lt"/>
              </a:defRPr>
            </a:lvl4pPr>
            <a:lvl5pPr marL="0" indent="0" algn="ctr">
              <a:lnSpc>
                <a:spcPct val="110000"/>
              </a:lnSpc>
              <a:spcBef>
                <a:spcPts val="0"/>
              </a:spcBef>
              <a:spcAft>
                <a:spcPts val="0"/>
              </a:spcAft>
              <a:buNone/>
              <a:defRPr sz="6000" b="1">
                <a:solidFill>
                  <a:schemeClr val="tx1"/>
                </a:solidFill>
                <a:latin typeface="+mj-lt"/>
                <a:ea typeface="+mj-lt"/>
                <a:cs typeface="+mj-lt"/>
              </a:defRPr>
            </a:lvl5pPr>
            <a:lvl6pPr marL="0" indent="0" algn="ctr">
              <a:lnSpc>
                <a:spcPct val="110000"/>
              </a:lnSpc>
              <a:spcBef>
                <a:spcPts val="0"/>
              </a:spcBef>
              <a:spcAft>
                <a:spcPts val="0"/>
              </a:spcAft>
              <a:buNone/>
              <a:defRPr sz="6000" b="1">
                <a:solidFill>
                  <a:schemeClr val="tx1"/>
                </a:solidFill>
                <a:latin typeface="+mj-lt"/>
                <a:ea typeface="+mj-lt"/>
                <a:cs typeface="+mj-lt"/>
              </a:defRPr>
            </a:lvl6pPr>
            <a:lvl7pPr marL="0" indent="0" algn="ctr">
              <a:lnSpc>
                <a:spcPct val="110000"/>
              </a:lnSpc>
              <a:spcBef>
                <a:spcPts val="0"/>
              </a:spcBef>
              <a:spcAft>
                <a:spcPts val="0"/>
              </a:spcAft>
              <a:buNone/>
              <a:defRPr sz="6000" b="1">
                <a:solidFill>
                  <a:schemeClr val="tx1"/>
                </a:solidFill>
                <a:latin typeface="+mj-lt"/>
                <a:ea typeface="+mj-lt"/>
                <a:cs typeface="+mj-lt"/>
              </a:defRPr>
            </a:lvl7pPr>
            <a:lvl8pPr marL="0" indent="0" algn="ctr">
              <a:lnSpc>
                <a:spcPct val="110000"/>
              </a:lnSpc>
              <a:spcBef>
                <a:spcPts val="0"/>
              </a:spcBef>
              <a:spcAft>
                <a:spcPts val="0"/>
              </a:spcAft>
              <a:buNone/>
              <a:defRPr sz="6000" b="1">
                <a:solidFill>
                  <a:schemeClr val="tx1"/>
                </a:solidFill>
                <a:latin typeface="+mj-lt"/>
                <a:ea typeface="+mj-lt"/>
                <a:cs typeface="+mj-lt"/>
              </a:defRPr>
            </a:lvl8pPr>
            <a:lvl9pPr marL="0" indent="0" algn="ctr">
              <a:lnSpc>
                <a:spcPct val="110000"/>
              </a:lnSpc>
              <a:spcBef>
                <a:spcPts val="0"/>
              </a:spcBef>
              <a:spcAft>
                <a:spcPts val="0"/>
              </a:spcAft>
              <a:buNone/>
              <a:defRPr sz="60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F35E7764-7F00-457A-B36D-54A25741CBB8}"/>
              </a:ext>
            </a:extLst>
          </p:cNvPr>
          <p:cNvSpPr>
            <a:spLocks xmlns:a="http://schemas.openxmlformats.org/drawingml/2006/main" noGrp="1"/>
          </p:cNvSpPr>
          <p:nvPr>
            <p:ph type="subTitle" idx="1"/>
          </p:nvPr>
        </p:nvSpPr>
        <p:spPr>
          <a:xfrm xmlns:a="http://schemas.openxmlformats.org/drawingml/2006/main">
            <a:off x="2286000" y="4714875"/>
            <a:ext cx="10668000" cy="9525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625" b="0">
                <a:solidFill>
                  <a:schemeClr val="tx1"/>
                </a:solidFill>
                <a:latin typeface="+mn-lt"/>
                <a:ea typeface="+mn-lt"/>
                <a:cs typeface="+mn-lt"/>
              </a:defRPr>
            </a:defPPr>
            <a:lvl1pPr marL="0" indent="0" algn="ctr">
              <a:lnSpc>
                <a:spcPct val="110000"/>
              </a:lnSpc>
              <a:spcBef>
                <a:spcPts val="0"/>
              </a:spcBef>
              <a:spcAft>
                <a:spcPts val="0"/>
              </a:spcAft>
              <a:buNone/>
              <a:defRPr sz="2625" b="0">
                <a:solidFill>
                  <a:schemeClr val="tx1"/>
                </a:solidFill>
                <a:latin typeface="+mn-lt"/>
                <a:ea typeface="+mn-lt"/>
                <a:cs typeface="+mn-lt"/>
              </a:defRPr>
            </a:lvl1pPr>
            <a:lvl2pPr marL="0" indent="0" algn="ctr">
              <a:lnSpc>
                <a:spcPct val="110000"/>
              </a:lnSpc>
              <a:spcBef>
                <a:spcPts val="0"/>
              </a:spcBef>
              <a:spcAft>
                <a:spcPts val="0"/>
              </a:spcAft>
              <a:buNone/>
              <a:defRPr sz="2625" b="0">
                <a:solidFill>
                  <a:schemeClr val="tx1"/>
                </a:solidFill>
                <a:latin typeface="+mn-lt"/>
                <a:ea typeface="+mn-lt"/>
                <a:cs typeface="+mn-lt"/>
              </a:defRPr>
            </a:lvl2pPr>
            <a:lvl3pPr marL="0" indent="0" algn="ctr">
              <a:lnSpc>
                <a:spcPct val="110000"/>
              </a:lnSpc>
              <a:spcBef>
                <a:spcPts val="0"/>
              </a:spcBef>
              <a:spcAft>
                <a:spcPts val="0"/>
              </a:spcAft>
              <a:buNone/>
              <a:defRPr sz="2625" b="0">
                <a:solidFill>
                  <a:schemeClr val="tx1"/>
                </a:solidFill>
                <a:latin typeface="+mn-lt"/>
                <a:ea typeface="+mn-lt"/>
                <a:cs typeface="+mn-lt"/>
              </a:defRPr>
            </a:lvl3pPr>
            <a:lvl4pPr marL="0" indent="0" algn="ctr">
              <a:lnSpc>
                <a:spcPct val="110000"/>
              </a:lnSpc>
              <a:spcBef>
                <a:spcPts val="0"/>
              </a:spcBef>
              <a:spcAft>
                <a:spcPts val="0"/>
              </a:spcAft>
              <a:buNone/>
              <a:defRPr sz="2625" b="0">
                <a:solidFill>
                  <a:schemeClr val="tx1"/>
                </a:solidFill>
                <a:latin typeface="+mn-lt"/>
                <a:ea typeface="+mn-lt"/>
                <a:cs typeface="+mn-lt"/>
              </a:defRPr>
            </a:lvl4pPr>
            <a:lvl5pPr marL="0" indent="0" algn="ctr">
              <a:lnSpc>
                <a:spcPct val="110000"/>
              </a:lnSpc>
              <a:spcBef>
                <a:spcPts val="0"/>
              </a:spcBef>
              <a:spcAft>
                <a:spcPts val="0"/>
              </a:spcAft>
              <a:buNone/>
              <a:defRPr sz="2625" b="0">
                <a:solidFill>
                  <a:schemeClr val="tx1"/>
                </a:solidFill>
                <a:latin typeface="+mn-lt"/>
                <a:ea typeface="+mn-lt"/>
                <a:cs typeface="+mn-lt"/>
              </a:defRPr>
            </a:lvl5pPr>
            <a:lvl6pPr marL="0" indent="0" algn="ctr">
              <a:lnSpc>
                <a:spcPct val="110000"/>
              </a:lnSpc>
              <a:spcBef>
                <a:spcPts val="0"/>
              </a:spcBef>
              <a:spcAft>
                <a:spcPts val="0"/>
              </a:spcAft>
              <a:buNone/>
              <a:defRPr sz="2625" b="0">
                <a:solidFill>
                  <a:schemeClr val="tx1"/>
                </a:solidFill>
                <a:latin typeface="+mn-lt"/>
                <a:ea typeface="+mn-lt"/>
                <a:cs typeface="+mn-lt"/>
              </a:defRPr>
            </a:lvl6pPr>
            <a:lvl7pPr marL="0" indent="0" algn="ctr">
              <a:lnSpc>
                <a:spcPct val="110000"/>
              </a:lnSpc>
              <a:spcBef>
                <a:spcPts val="0"/>
              </a:spcBef>
              <a:spcAft>
                <a:spcPts val="0"/>
              </a:spcAft>
              <a:buNone/>
              <a:defRPr sz="2625" b="0">
                <a:solidFill>
                  <a:schemeClr val="tx1"/>
                </a:solidFill>
                <a:latin typeface="+mn-lt"/>
                <a:ea typeface="+mn-lt"/>
                <a:cs typeface="+mn-lt"/>
              </a:defRPr>
            </a:lvl7pPr>
            <a:lvl8pPr marL="0" indent="0" algn="ctr">
              <a:lnSpc>
                <a:spcPct val="110000"/>
              </a:lnSpc>
              <a:spcBef>
                <a:spcPts val="0"/>
              </a:spcBef>
              <a:spcAft>
                <a:spcPts val="0"/>
              </a:spcAft>
              <a:buNone/>
              <a:defRPr sz="2625" b="0">
                <a:solidFill>
                  <a:schemeClr val="tx1"/>
                </a:solidFill>
                <a:latin typeface="+mn-lt"/>
                <a:ea typeface="+mn-lt"/>
                <a:cs typeface="+mn-lt"/>
              </a:defRPr>
            </a:lvl8pPr>
            <a:lvl9pPr marL="0" indent="0" algn="ctr">
              <a:lnSpc>
                <a:spcPct val="110000"/>
              </a:lnSpc>
              <a:spcBef>
                <a:spcPts val="0"/>
              </a:spcBef>
              <a:spcAft>
                <a:spcPts val="0"/>
              </a:spcAft>
              <a:buNone/>
              <a:defRPr sz="2625"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05C70038-5B40-4002-B66D-17CCF0ABD6E2}"/>
              </a:ext>
            </a:extLst>
          </p:cNvPr>
          <p:cNvSpPr>
            <a:spLocks xmlns:a="http://schemas.openxmlformats.org/drawingml/2006/main" noGrp="1"/>
          </p:cNvSpPr>
          <p:nvPr>
            <p:ph type="title" idx="0"/>
          </p:nvPr>
        </p:nvSpPr>
        <p:spPr>
          <a:xfrm xmlns:a="http://schemas.openxmlformats.org/drawingml/2006/main">
            <a:off x="1524000" y="3571875"/>
            <a:ext cx="12192000" cy="1428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5250" b="1">
                <a:solidFill>
                  <a:schemeClr val="tx1"/>
                </a:solidFill>
                <a:latin typeface="+mj-lt"/>
                <a:ea typeface="+mj-lt"/>
                <a:cs typeface="+mj-lt"/>
              </a:defRPr>
            </a:defPPr>
            <a:lvl1pPr marL="0" indent="0" algn="ctr">
              <a:lnSpc>
                <a:spcPct val="110000"/>
              </a:lnSpc>
              <a:spcBef>
                <a:spcPts val="0"/>
              </a:spcBef>
              <a:spcAft>
                <a:spcPts val="0"/>
              </a:spcAft>
              <a:buNone/>
              <a:defRPr sz="5250" b="1">
                <a:solidFill>
                  <a:schemeClr val="tx1"/>
                </a:solidFill>
                <a:latin typeface="+mj-lt"/>
                <a:ea typeface="+mj-lt"/>
                <a:cs typeface="+mj-lt"/>
              </a:defRPr>
            </a:lvl1pPr>
            <a:lvl2pPr marL="0" indent="0" algn="ctr">
              <a:lnSpc>
                <a:spcPct val="110000"/>
              </a:lnSpc>
              <a:spcBef>
                <a:spcPts val="0"/>
              </a:spcBef>
              <a:spcAft>
                <a:spcPts val="0"/>
              </a:spcAft>
              <a:buNone/>
              <a:defRPr sz="5250" b="1">
                <a:solidFill>
                  <a:schemeClr val="tx1"/>
                </a:solidFill>
                <a:latin typeface="+mj-lt"/>
                <a:ea typeface="+mj-lt"/>
                <a:cs typeface="+mj-lt"/>
              </a:defRPr>
            </a:lvl2pPr>
            <a:lvl3pPr marL="0" indent="0" algn="ctr">
              <a:lnSpc>
                <a:spcPct val="110000"/>
              </a:lnSpc>
              <a:spcBef>
                <a:spcPts val="0"/>
              </a:spcBef>
              <a:spcAft>
                <a:spcPts val="0"/>
              </a:spcAft>
              <a:buNone/>
              <a:defRPr sz="5250" b="1">
                <a:solidFill>
                  <a:schemeClr val="tx1"/>
                </a:solidFill>
                <a:latin typeface="+mj-lt"/>
                <a:ea typeface="+mj-lt"/>
                <a:cs typeface="+mj-lt"/>
              </a:defRPr>
            </a:lvl3pPr>
            <a:lvl4pPr marL="0" indent="0" algn="ctr">
              <a:lnSpc>
                <a:spcPct val="110000"/>
              </a:lnSpc>
              <a:spcBef>
                <a:spcPts val="0"/>
              </a:spcBef>
              <a:spcAft>
                <a:spcPts val="0"/>
              </a:spcAft>
              <a:buNone/>
              <a:defRPr sz="5250" b="1">
                <a:solidFill>
                  <a:schemeClr val="tx1"/>
                </a:solidFill>
                <a:latin typeface="+mj-lt"/>
                <a:ea typeface="+mj-lt"/>
                <a:cs typeface="+mj-lt"/>
              </a:defRPr>
            </a:lvl4pPr>
            <a:lvl5pPr marL="0" indent="0" algn="ctr">
              <a:lnSpc>
                <a:spcPct val="110000"/>
              </a:lnSpc>
              <a:spcBef>
                <a:spcPts val="0"/>
              </a:spcBef>
              <a:spcAft>
                <a:spcPts val="0"/>
              </a:spcAft>
              <a:buNone/>
              <a:defRPr sz="5250" b="1">
                <a:solidFill>
                  <a:schemeClr val="tx1"/>
                </a:solidFill>
                <a:latin typeface="+mj-lt"/>
                <a:ea typeface="+mj-lt"/>
                <a:cs typeface="+mj-lt"/>
              </a:defRPr>
            </a:lvl5pPr>
            <a:lvl6pPr marL="0" indent="0" algn="ctr">
              <a:lnSpc>
                <a:spcPct val="110000"/>
              </a:lnSpc>
              <a:spcBef>
                <a:spcPts val="0"/>
              </a:spcBef>
              <a:spcAft>
                <a:spcPts val="0"/>
              </a:spcAft>
              <a:buNone/>
              <a:defRPr sz="5250" b="1">
                <a:solidFill>
                  <a:schemeClr val="tx1"/>
                </a:solidFill>
                <a:latin typeface="+mj-lt"/>
                <a:ea typeface="+mj-lt"/>
                <a:cs typeface="+mj-lt"/>
              </a:defRPr>
            </a:lvl6pPr>
            <a:lvl7pPr marL="0" indent="0" algn="ctr">
              <a:lnSpc>
                <a:spcPct val="110000"/>
              </a:lnSpc>
              <a:spcBef>
                <a:spcPts val="0"/>
              </a:spcBef>
              <a:spcAft>
                <a:spcPts val="0"/>
              </a:spcAft>
              <a:buNone/>
              <a:defRPr sz="5250" b="1">
                <a:solidFill>
                  <a:schemeClr val="tx1"/>
                </a:solidFill>
                <a:latin typeface="+mj-lt"/>
                <a:ea typeface="+mj-lt"/>
                <a:cs typeface="+mj-lt"/>
              </a:defRPr>
            </a:lvl7pPr>
            <a:lvl8pPr marL="0" indent="0" algn="ctr">
              <a:lnSpc>
                <a:spcPct val="110000"/>
              </a:lnSpc>
              <a:spcBef>
                <a:spcPts val="0"/>
              </a:spcBef>
              <a:spcAft>
                <a:spcPts val="0"/>
              </a:spcAft>
              <a:buNone/>
              <a:defRPr sz="5250" b="1">
                <a:solidFill>
                  <a:schemeClr val="tx1"/>
                </a:solidFill>
                <a:latin typeface="+mj-lt"/>
                <a:ea typeface="+mj-lt"/>
                <a:cs typeface="+mj-lt"/>
              </a:defRPr>
            </a:lvl8pPr>
            <a:lvl9pPr marL="0" indent="0" algn="ctr">
              <a:lnSpc>
                <a:spcPct val="110000"/>
              </a:lnSpc>
              <a:spcBef>
                <a:spcPts val="0"/>
              </a:spcBef>
              <a:spcAft>
                <a:spcPts val="0"/>
              </a:spcAft>
              <a:buNone/>
              <a:defRPr sz="525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104422A-8674-44AD-B21A-828AFE5195B1}"/>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gn="l">
              <a:lnSpc>
                <a:spcPct val="110000"/>
              </a:lnSpc>
              <a:spcBef>
                <a:spcPts val="0"/>
              </a:spcBef>
              <a:spcAft>
                <a:spcPts val="0"/>
              </a:spcAft>
              <a:buNone/>
              <a:defRPr sz="4125" b="1">
                <a:solidFill>
                  <a:schemeClr val="tx1"/>
                </a:solidFill>
                <a:latin typeface="+mj-lt"/>
                <a:ea typeface="+mj-lt"/>
                <a:cs typeface="+mj-lt"/>
              </a:defRPr>
            </a:lvl1pPr>
            <a:lvl2pPr marL="0" indent="0" algn="l">
              <a:lnSpc>
                <a:spcPct val="110000"/>
              </a:lnSpc>
              <a:spcBef>
                <a:spcPts val="0"/>
              </a:spcBef>
              <a:spcAft>
                <a:spcPts val="0"/>
              </a:spcAft>
              <a:buNone/>
              <a:defRPr sz="4125" b="1">
                <a:solidFill>
                  <a:schemeClr val="tx1"/>
                </a:solidFill>
                <a:latin typeface="+mj-lt"/>
                <a:ea typeface="+mj-lt"/>
                <a:cs typeface="+mj-lt"/>
              </a:defRPr>
            </a:lvl2pPr>
            <a:lvl3pPr marL="0" indent="0" algn="l">
              <a:lnSpc>
                <a:spcPct val="110000"/>
              </a:lnSpc>
              <a:spcBef>
                <a:spcPts val="0"/>
              </a:spcBef>
              <a:spcAft>
                <a:spcPts val="0"/>
              </a:spcAft>
              <a:buNone/>
              <a:defRPr sz="4125" b="1">
                <a:solidFill>
                  <a:schemeClr val="tx1"/>
                </a:solidFill>
                <a:latin typeface="+mj-lt"/>
                <a:ea typeface="+mj-lt"/>
                <a:cs typeface="+mj-lt"/>
              </a:defRPr>
            </a:lvl3pPr>
            <a:lvl4pPr marL="0" indent="0" algn="l">
              <a:lnSpc>
                <a:spcPct val="110000"/>
              </a:lnSpc>
              <a:spcBef>
                <a:spcPts val="0"/>
              </a:spcBef>
              <a:spcAft>
                <a:spcPts val="0"/>
              </a:spcAft>
              <a:buNone/>
              <a:defRPr sz="4125" b="1">
                <a:solidFill>
                  <a:schemeClr val="tx1"/>
                </a:solidFill>
                <a:latin typeface="+mj-lt"/>
                <a:ea typeface="+mj-lt"/>
                <a:cs typeface="+mj-lt"/>
              </a:defRPr>
            </a:lvl4pPr>
            <a:lvl5pPr marL="0" indent="0" algn="l">
              <a:lnSpc>
                <a:spcPct val="110000"/>
              </a:lnSpc>
              <a:spcBef>
                <a:spcPts val="0"/>
              </a:spcBef>
              <a:spcAft>
                <a:spcPts val="0"/>
              </a:spcAft>
              <a:buNone/>
              <a:defRPr sz="4125" b="1">
                <a:solidFill>
                  <a:schemeClr val="tx1"/>
                </a:solidFill>
                <a:latin typeface="+mj-lt"/>
                <a:ea typeface="+mj-lt"/>
                <a:cs typeface="+mj-lt"/>
              </a:defRPr>
            </a:lvl5pPr>
            <a:lvl6pPr marL="0" indent="0" algn="l">
              <a:lnSpc>
                <a:spcPct val="110000"/>
              </a:lnSpc>
              <a:spcBef>
                <a:spcPts val="0"/>
              </a:spcBef>
              <a:spcAft>
                <a:spcPts val="0"/>
              </a:spcAft>
              <a:buNone/>
              <a:defRPr sz="4125" b="1">
                <a:solidFill>
                  <a:schemeClr val="tx1"/>
                </a:solidFill>
                <a:latin typeface="+mj-lt"/>
                <a:ea typeface="+mj-lt"/>
                <a:cs typeface="+mj-lt"/>
              </a:defRPr>
            </a:lvl6pPr>
            <a:lvl7pPr marL="0" indent="0" algn="l">
              <a:lnSpc>
                <a:spcPct val="110000"/>
              </a:lnSpc>
              <a:spcBef>
                <a:spcPts val="0"/>
              </a:spcBef>
              <a:spcAft>
                <a:spcPts val="0"/>
              </a:spcAft>
              <a:buNone/>
              <a:defRPr sz="4125" b="1">
                <a:solidFill>
                  <a:schemeClr val="tx1"/>
                </a:solidFill>
                <a:latin typeface="+mj-lt"/>
                <a:ea typeface="+mj-lt"/>
                <a:cs typeface="+mj-lt"/>
              </a:defRPr>
            </a:lvl7pPr>
            <a:lvl8pPr marL="0" indent="0" algn="l">
              <a:lnSpc>
                <a:spcPct val="110000"/>
              </a:lnSpc>
              <a:spcBef>
                <a:spcPts val="0"/>
              </a:spcBef>
              <a:spcAft>
                <a:spcPts val="0"/>
              </a:spcAft>
              <a:buNone/>
              <a:defRPr sz="4125" b="1">
                <a:solidFill>
                  <a:schemeClr val="tx1"/>
                </a:solidFill>
                <a:latin typeface="+mj-lt"/>
                <a:ea typeface="+mj-lt"/>
                <a:cs typeface="+mj-lt"/>
              </a:defRPr>
            </a:lvl8pPr>
            <a:lvl9pPr marL="0" indent="0" algn="l">
              <a:lnSpc>
                <a:spcPct val="110000"/>
              </a:lnSpc>
              <a:spcBef>
                <a:spcPts val="0"/>
              </a:spcBef>
              <a:spcAft>
                <a:spcPts val="0"/>
              </a:spcAft>
              <a:buNone/>
              <a:defRPr sz="4125"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989D7D88-CDF6-463F-835F-C4EF2EBDDBE0}"/>
              </a:ext>
            </a:extLst>
          </p:cNvPr>
          <p:cNvSpPr>
            <a:spLocks xmlns:a="http://schemas.openxmlformats.org/drawingml/2006/main" noGrp="1"/>
          </p:cNvSpPr>
          <p:nvPr>
            <p:ph type="body" idx="1"/>
          </p:nvPr>
        </p:nvSpPr>
        <p:spPr>
          <a:xfrm xmlns:a="http://schemas.openxmlformats.org/drawingml/2006/main">
            <a:off x="857250" y="2381250"/>
            <a:ext cx="13525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813" b="0">
                <a:solidFill>
                  <a:schemeClr val="tx1"/>
                </a:solidFill>
                <a:latin typeface="+mn-lt"/>
                <a:ea typeface="+mn-lt"/>
                <a:cs typeface="+mn-lt"/>
              </a:defRPr>
            </a:defPPr>
            <a:lvl1pPr marL="285750" indent="-285750" algn="l">
              <a:lnSpc>
                <a:spcPct val="110000"/>
              </a:lnSpc>
              <a:spcBef>
                <a:spcPts val="0"/>
              </a:spcBef>
              <a:spcAft>
                <a:spcPts val="1500"/>
              </a:spcAft>
              <a:buChar char="•"/>
              <a:defRPr sz="2813" b="0">
                <a:solidFill>
                  <a:schemeClr val="tx1"/>
                </a:solidFill>
                <a:latin typeface="+mn-lt"/>
                <a:ea typeface="+mn-lt"/>
                <a:cs typeface="+mn-lt"/>
              </a:defRPr>
            </a:lvl1pPr>
            <a:lvl2pPr marL="666750" indent="-285750" algn="l">
              <a:lnSpc>
                <a:spcPct val="110000"/>
              </a:lnSpc>
              <a:spcBef>
                <a:spcPts val="0"/>
              </a:spcBef>
              <a:spcAft>
                <a:spcPts val="1500"/>
              </a:spcAft>
              <a:buChar char="•"/>
              <a:defRPr sz="2813" b="0">
                <a:solidFill>
                  <a:schemeClr val="tx1"/>
                </a:solidFill>
                <a:latin typeface="+mn-lt"/>
                <a:ea typeface="+mn-lt"/>
                <a:cs typeface="+mn-lt"/>
              </a:defRPr>
            </a:lvl2pPr>
            <a:lvl3pPr marL="1047750" indent="-285750" algn="l">
              <a:lnSpc>
                <a:spcPct val="110000"/>
              </a:lnSpc>
              <a:spcBef>
                <a:spcPts val="0"/>
              </a:spcBef>
              <a:spcAft>
                <a:spcPts val="1500"/>
              </a:spcAft>
              <a:buChar char="•"/>
              <a:defRPr sz="2813" b="0">
                <a:solidFill>
                  <a:schemeClr val="tx1"/>
                </a:solidFill>
                <a:latin typeface="+mn-lt"/>
                <a:ea typeface="+mn-lt"/>
                <a:cs typeface="+mn-lt"/>
              </a:defRPr>
            </a:lvl3pPr>
            <a:lvl4pPr marL="1428750" indent="-285750" algn="l">
              <a:lnSpc>
                <a:spcPct val="110000"/>
              </a:lnSpc>
              <a:spcBef>
                <a:spcPts val="0"/>
              </a:spcBef>
              <a:spcAft>
                <a:spcPts val="1500"/>
              </a:spcAft>
              <a:buChar char="•"/>
              <a:defRPr sz="2813" b="0">
                <a:solidFill>
                  <a:schemeClr val="tx1"/>
                </a:solidFill>
                <a:latin typeface="+mn-lt"/>
                <a:ea typeface="+mn-lt"/>
                <a:cs typeface="+mn-lt"/>
              </a:defRPr>
            </a:lvl4pPr>
            <a:lvl5pPr marL="1809750" indent="-285750" algn="l">
              <a:lnSpc>
                <a:spcPct val="110000"/>
              </a:lnSpc>
              <a:spcBef>
                <a:spcPts val="0"/>
              </a:spcBef>
              <a:spcAft>
                <a:spcPts val="1500"/>
              </a:spcAft>
              <a:buChar char="•"/>
              <a:defRPr sz="2813" b="0">
                <a:solidFill>
                  <a:schemeClr val="tx1"/>
                </a:solidFill>
                <a:latin typeface="+mn-lt"/>
                <a:ea typeface="+mn-lt"/>
                <a:cs typeface="+mn-lt"/>
              </a:defRPr>
            </a:lvl5pPr>
            <a:lvl6pPr marL="2190750" indent="-285750" algn="l">
              <a:lnSpc>
                <a:spcPct val="110000"/>
              </a:lnSpc>
              <a:spcBef>
                <a:spcPts val="0"/>
              </a:spcBef>
              <a:spcAft>
                <a:spcPts val="1500"/>
              </a:spcAft>
              <a:buChar char="•"/>
              <a:defRPr sz="2813" b="0">
                <a:solidFill>
                  <a:schemeClr val="tx1"/>
                </a:solidFill>
                <a:latin typeface="+mn-lt"/>
                <a:ea typeface="+mn-lt"/>
                <a:cs typeface="+mn-lt"/>
              </a:defRPr>
            </a:lvl6pPr>
            <a:lvl7pPr marL="2571750" indent="-285750" algn="l">
              <a:lnSpc>
                <a:spcPct val="110000"/>
              </a:lnSpc>
              <a:spcBef>
                <a:spcPts val="0"/>
              </a:spcBef>
              <a:spcAft>
                <a:spcPts val="1500"/>
              </a:spcAft>
              <a:buChar char="•"/>
              <a:defRPr sz="2813" b="0">
                <a:solidFill>
                  <a:schemeClr val="tx1"/>
                </a:solidFill>
                <a:latin typeface="+mn-lt"/>
                <a:ea typeface="+mn-lt"/>
                <a:cs typeface="+mn-lt"/>
              </a:defRPr>
            </a:lvl7pPr>
            <a:lvl8pPr marL="2952750" indent="-285750" algn="l">
              <a:lnSpc>
                <a:spcPct val="110000"/>
              </a:lnSpc>
              <a:spcBef>
                <a:spcPts val="0"/>
              </a:spcBef>
              <a:spcAft>
                <a:spcPts val="1500"/>
              </a:spcAft>
              <a:buChar char="•"/>
              <a:defRPr sz="2813" b="0">
                <a:solidFill>
                  <a:schemeClr val="tx1"/>
                </a:solidFill>
                <a:latin typeface="+mn-lt"/>
                <a:ea typeface="+mn-lt"/>
                <a:cs typeface="+mn-lt"/>
              </a:defRPr>
            </a:lvl8pPr>
            <a:lvl9pPr marL="3333750" indent="-285750" algn="l">
              <a:lnSpc>
                <a:spcPct val="110000"/>
              </a:lnSpc>
              <a:spcBef>
                <a:spcPts val="0"/>
              </a:spcBef>
              <a:spcAft>
                <a:spcPts val="1500"/>
              </a:spcAft>
              <a:buChar char="•"/>
              <a:defRPr sz="2813"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13AB748C-3646-4F2E-BA88-112077CAD2D9}"/>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gn="l">
              <a:lnSpc>
                <a:spcPct val="110000"/>
              </a:lnSpc>
              <a:spcBef>
                <a:spcPts val="0"/>
              </a:spcBef>
              <a:spcAft>
                <a:spcPts val="0"/>
              </a:spcAft>
              <a:buNone/>
              <a:defRPr sz="4125" b="1">
                <a:solidFill>
                  <a:schemeClr val="tx1"/>
                </a:solidFill>
                <a:latin typeface="+mj-lt"/>
                <a:ea typeface="+mj-lt"/>
                <a:cs typeface="+mj-lt"/>
              </a:defRPr>
            </a:lvl1pPr>
            <a:lvl2pPr marL="0" indent="0" algn="l">
              <a:lnSpc>
                <a:spcPct val="110000"/>
              </a:lnSpc>
              <a:spcBef>
                <a:spcPts val="0"/>
              </a:spcBef>
              <a:spcAft>
                <a:spcPts val="0"/>
              </a:spcAft>
              <a:buNone/>
              <a:defRPr sz="4125" b="1">
                <a:solidFill>
                  <a:schemeClr val="tx1"/>
                </a:solidFill>
                <a:latin typeface="+mj-lt"/>
                <a:ea typeface="+mj-lt"/>
                <a:cs typeface="+mj-lt"/>
              </a:defRPr>
            </a:lvl2pPr>
            <a:lvl3pPr marL="0" indent="0" algn="l">
              <a:lnSpc>
                <a:spcPct val="110000"/>
              </a:lnSpc>
              <a:spcBef>
                <a:spcPts val="0"/>
              </a:spcBef>
              <a:spcAft>
                <a:spcPts val="0"/>
              </a:spcAft>
              <a:buNone/>
              <a:defRPr sz="4125" b="1">
                <a:solidFill>
                  <a:schemeClr val="tx1"/>
                </a:solidFill>
                <a:latin typeface="+mj-lt"/>
                <a:ea typeface="+mj-lt"/>
                <a:cs typeface="+mj-lt"/>
              </a:defRPr>
            </a:lvl3pPr>
            <a:lvl4pPr marL="0" indent="0" algn="l">
              <a:lnSpc>
                <a:spcPct val="110000"/>
              </a:lnSpc>
              <a:spcBef>
                <a:spcPts val="0"/>
              </a:spcBef>
              <a:spcAft>
                <a:spcPts val="0"/>
              </a:spcAft>
              <a:buNone/>
              <a:defRPr sz="4125" b="1">
                <a:solidFill>
                  <a:schemeClr val="tx1"/>
                </a:solidFill>
                <a:latin typeface="+mj-lt"/>
                <a:ea typeface="+mj-lt"/>
                <a:cs typeface="+mj-lt"/>
              </a:defRPr>
            </a:lvl4pPr>
            <a:lvl5pPr marL="0" indent="0" algn="l">
              <a:lnSpc>
                <a:spcPct val="110000"/>
              </a:lnSpc>
              <a:spcBef>
                <a:spcPts val="0"/>
              </a:spcBef>
              <a:spcAft>
                <a:spcPts val="0"/>
              </a:spcAft>
              <a:buNone/>
              <a:defRPr sz="4125" b="1">
                <a:solidFill>
                  <a:schemeClr val="tx1"/>
                </a:solidFill>
                <a:latin typeface="+mj-lt"/>
                <a:ea typeface="+mj-lt"/>
                <a:cs typeface="+mj-lt"/>
              </a:defRPr>
            </a:lvl5pPr>
            <a:lvl6pPr marL="0" indent="0" algn="l">
              <a:lnSpc>
                <a:spcPct val="110000"/>
              </a:lnSpc>
              <a:spcBef>
                <a:spcPts val="0"/>
              </a:spcBef>
              <a:spcAft>
                <a:spcPts val="0"/>
              </a:spcAft>
              <a:buNone/>
              <a:defRPr sz="4125" b="1">
                <a:solidFill>
                  <a:schemeClr val="tx1"/>
                </a:solidFill>
                <a:latin typeface="+mj-lt"/>
                <a:ea typeface="+mj-lt"/>
                <a:cs typeface="+mj-lt"/>
              </a:defRPr>
            </a:lvl6pPr>
            <a:lvl7pPr marL="0" indent="0" algn="l">
              <a:lnSpc>
                <a:spcPct val="110000"/>
              </a:lnSpc>
              <a:spcBef>
                <a:spcPts val="0"/>
              </a:spcBef>
              <a:spcAft>
                <a:spcPts val="0"/>
              </a:spcAft>
              <a:buNone/>
              <a:defRPr sz="4125" b="1">
                <a:solidFill>
                  <a:schemeClr val="tx1"/>
                </a:solidFill>
                <a:latin typeface="+mj-lt"/>
                <a:ea typeface="+mj-lt"/>
                <a:cs typeface="+mj-lt"/>
              </a:defRPr>
            </a:lvl7pPr>
            <a:lvl8pPr marL="0" indent="0" algn="l">
              <a:lnSpc>
                <a:spcPct val="110000"/>
              </a:lnSpc>
              <a:spcBef>
                <a:spcPts val="0"/>
              </a:spcBef>
              <a:spcAft>
                <a:spcPts val="0"/>
              </a:spcAft>
              <a:buNone/>
              <a:defRPr sz="4125" b="1">
                <a:solidFill>
                  <a:schemeClr val="tx1"/>
                </a:solidFill>
                <a:latin typeface="+mj-lt"/>
                <a:ea typeface="+mj-lt"/>
                <a:cs typeface="+mj-lt"/>
              </a:defRPr>
            </a:lvl8pPr>
            <a:lvl9pPr marL="0" indent="0" algn="l">
              <a:lnSpc>
                <a:spcPct val="110000"/>
              </a:lnSpc>
              <a:spcBef>
                <a:spcPts val="0"/>
              </a:spcBef>
              <a:spcAft>
                <a:spcPts val="0"/>
              </a:spcAft>
              <a:buNone/>
              <a:defRPr sz="4125"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A3D9949-2A59-424F-9946-21C2A2AD704B}"/>
              </a:ext>
            </a:extLst>
          </p:cNvPr>
          <p:cNvSpPr>
            <a:spLocks xmlns:a="http://schemas.openxmlformats.org/drawingml/2006/main" noGrp="1"/>
          </p:cNvSpPr>
          <p:nvPr>
            <p:ph type="body" idx="1"/>
          </p:nvPr>
        </p:nvSpPr>
        <p:spPr>
          <a:xfrm xmlns:a="http://schemas.openxmlformats.org/drawingml/2006/main">
            <a:off x="857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625" b="0">
                <a:solidFill>
                  <a:schemeClr val="tx1"/>
                </a:solidFill>
                <a:latin typeface="+mn-lt"/>
                <a:ea typeface="+mn-lt"/>
                <a:cs typeface="+mn-lt"/>
              </a:defRPr>
            </a:defPPr>
            <a:lvl1pPr marL="285750" indent="-285750" algn="l">
              <a:lnSpc>
                <a:spcPct val="110000"/>
              </a:lnSpc>
              <a:spcBef>
                <a:spcPts val="0"/>
              </a:spcBef>
              <a:spcAft>
                <a:spcPts val="1500"/>
              </a:spcAft>
              <a:buChar char="•"/>
              <a:defRPr sz="2625" b="0">
                <a:solidFill>
                  <a:schemeClr val="tx1"/>
                </a:solidFill>
                <a:latin typeface="+mn-lt"/>
                <a:ea typeface="+mn-lt"/>
                <a:cs typeface="+mn-lt"/>
              </a:defRPr>
            </a:lvl1pPr>
            <a:lvl2pPr marL="666750" indent="-285750" algn="l">
              <a:lnSpc>
                <a:spcPct val="110000"/>
              </a:lnSpc>
              <a:spcBef>
                <a:spcPts val="0"/>
              </a:spcBef>
              <a:spcAft>
                <a:spcPts val="1500"/>
              </a:spcAft>
              <a:buChar char="•"/>
              <a:defRPr sz="2625" b="0">
                <a:solidFill>
                  <a:schemeClr val="tx1"/>
                </a:solidFill>
                <a:latin typeface="+mn-lt"/>
                <a:ea typeface="+mn-lt"/>
                <a:cs typeface="+mn-lt"/>
              </a:defRPr>
            </a:lvl2pPr>
            <a:lvl3pPr marL="1047750" indent="-285750" algn="l">
              <a:lnSpc>
                <a:spcPct val="110000"/>
              </a:lnSpc>
              <a:spcBef>
                <a:spcPts val="0"/>
              </a:spcBef>
              <a:spcAft>
                <a:spcPts val="1500"/>
              </a:spcAft>
              <a:buChar char="•"/>
              <a:defRPr sz="2625" b="0">
                <a:solidFill>
                  <a:schemeClr val="tx1"/>
                </a:solidFill>
                <a:latin typeface="+mn-lt"/>
                <a:ea typeface="+mn-lt"/>
                <a:cs typeface="+mn-lt"/>
              </a:defRPr>
            </a:lvl3pPr>
            <a:lvl4pPr marL="1428750" indent="-285750" algn="l">
              <a:lnSpc>
                <a:spcPct val="110000"/>
              </a:lnSpc>
              <a:spcBef>
                <a:spcPts val="0"/>
              </a:spcBef>
              <a:spcAft>
                <a:spcPts val="1500"/>
              </a:spcAft>
              <a:buChar char="•"/>
              <a:defRPr sz="2625" b="0">
                <a:solidFill>
                  <a:schemeClr val="tx1"/>
                </a:solidFill>
                <a:latin typeface="+mn-lt"/>
                <a:ea typeface="+mn-lt"/>
                <a:cs typeface="+mn-lt"/>
              </a:defRPr>
            </a:lvl4pPr>
            <a:lvl5pPr marL="1809750" indent="-285750" algn="l">
              <a:lnSpc>
                <a:spcPct val="110000"/>
              </a:lnSpc>
              <a:spcBef>
                <a:spcPts val="0"/>
              </a:spcBef>
              <a:spcAft>
                <a:spcPts val="1500"/>
              </a:spcAft>
              <a:buChar char="•"/>
              <a:defRPr sz="2625" b="0">
                <a:solidFill>
                  <a:schemeClr val="tx1"/>
                </a:solidFill>
                <a:latin typeface="+mn-lt"/>
                <a:ea typeface="+mn-lt"/>
                <a:cs typeface="+mn-lt"/>
              </a:defRPr>
            </a:lvl5pPr>
            <a:lvl6pPr marL="2190750" indent="-285750" algn="l">
              <a:lnSpc>
                <a:spcPct val="110000"/>
              </a:lnSpc>
              <a:spcBef>
                <a:spcPts val="0"/>
              </a:spcBef>
              <a:spcAft>
                <a:spcPts val="1500"/>
              </a:spcAft>
              <a:buChar char="•"/>
              <a:defRPr sz="2625" b="0">
                <a:solidFill>
                  <a:schemeClr val="tx1"/>
                </a:solidFill>
                <a:latin typeface="+mn-lt"/>
                <a:ea typeface="+mn-lt"/>
                <a:cs typeface="+mn-lt"/>
              </a:defRPr>
            </a:lvl6pPr>
            <a:lvl7pPr marL="2571750" indent="-285750" algn="l">
              <a:lnSpc>
                <a:spcPct val="110000"/>
              </a:lnSpc>
              <a:spcBef>
                <a:spcPts val="0"/>
              </a:spcBef>
              <a:spcAft>
                <a:spcPts val="1500"/>
              </a:spcAft>
              <a:buChar char="•"/>
              <a:defRPr sz="2625" b="0">
                <a:solidFill>
                  <a:schemeClr val="tx1"/>
                </a:solidFill>
                <a:latin typeface="+mn-lt"/>
                <a:ea typeface="+mn-lt"/>
                <a:cs typeface="+mn-lt"/>
              </a:defRPr>
            </a:lvl7pPr>
            <a:lvl8pPr marL="2952750" indent="-285750" algn="l">
              <a:lnSpc>
                <a:spcPct val="110000"/>
              </a:lnSpc>
              <a:spcBef>
                <a:spcPts val="0"/>
              </a:spcBef>
              <a:spcAft>
                <a:spcPts val="1500"/>
              </a:spcAft>
              <a:buChar char="•"/>
              <a:defRPr sz="2625" b="0">
                <a:solidFill>
                  <a:schemeClr val="tx1"/>
                </a:solidFill>
                <a:latin typeface="+mn-lt"/>
                <a:ea typeface="+mn-lt"/>
                <a:cs typeface="+mn-lt"/>
              </a:defRPr>
            </a:lvl8pPr>
            <a:lvl9pPr marL="3333750" indent="-285750" algn="l">
              <a:lnSpc>
                <a:spcPct val="110000"/>
              </a:lnSpc>
              <a:spcBef>
                <a:spcPts val="0"/>
              </a:spcBef>
              <a:spcAft>
                <a:spcPts val="1500"/>
              </a:spcAft>
              <a:buChar char="•"/>
              <a:defRPr sz="2625"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5F0954AC-04F3-41B2-81BD-CB4D4406ABFD}"/>
              </a:ext>
            </a:extLst>
          </p:cNvPr>
          <p:cNvSpPr>
            <a:spLocks xmlns:a="http://schemas.openxmlformats.org/drawingml/2006/main" noGrp="1"/>
          </p:cNvSpPr>
          <p:nvPr>
            <p:ph type="body" idx="2"/>
          </p:nvPr>
        </p:nvSpPr>
        <p:spPr>
          <a:xfrm xmlns:a="http://schemas.openxmlformats.org/drawingml/2006/main">
            <a:off x="8096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625" b="0">
                <a:solidFill>
                  <a:schemeClr val="tx1"/>
                </a:solidFill>
                <a:latin typeface="+mn-lt"/>
                <a:ea typeface="+mn-lt"/>
                <a:cs typeface="+mn-lt"/>
              </a:defRPr>
            </a:defPPr>
            <a:lvl1pPr marL="285750" indent="-285750" algn="l">
              <a:lnSpc>
                <a:spcPct val="110000"/>
              </a:lnSpc>
              <a:spcBef>
                <a:spcPts val="0"/>
              </a:spcBef>
              <a:spcAft>
                <a:spcPts val="1500"/>
              </a:spcAft>
              <a:buChar char="•"/>
              <a:defRPr sz="2625" b="0">
                <a:solidFill>
                  <a:schemeClr val="tx1"/>
                </a:solidFill>
                <a:latin typeface="+mn-lt"/>
                <a:ea typeface="+mn-lt"/>
                <a:cs typeface="+mn-lt"/>
              </a:defRPr>
            </a:lvl1pPr>
            <a:lvl2pPr marL="666750" indent="-285750" algn="l">
              <a:lnSpc>
                <a:spcPct val="110000"/>
              </a:lnSpc>
              <a:spcBef>
                <a:spcPts val="0"/>
              </a:spcBef>
              <a:spcAft>
                <a:spcPts val="1500"/>
              </a:spcAft>
              <a:buChar char="•"/>
              <a:defRPr sz="2625" b="0">
                <a:solidFill>
                  <a:schemeClr val="tx1"/>
                </a:solidFill>
                <a:latin typeface="+mn-lt"/>
                <a:ea typeface="+mn-lt"/>
                <a:cs typeface="+mn-lt"/>
              </a:defRPr>
            </a:lvl2pPr>
            <a:lvl3pPr marL="1047750" indent="-285750" algn="l">
              <a:lnSpc>
                <a:spcPct val="110000"/>
              </a:lnSpc>
              <a:spcBef>
                <a:spcPts val="0"/>
              </a:spcBef>
              <a:spcAft>
                <a:spcPts val="1500"/>
              </a:spcAft>
              <a:buChar char="•"/>
              <a:defRPr sz="2625" b="0">
                <a:solidFill>
                  <a:schemeClr val="tx1"/>
                </a:solidFill>
                <a:latin typeface="+mn-lt"/>
                <a:ea typeface="+mn-lt"/>
                <a:cs typeface="+mn-lt"/>
              </a:defRPr>
            </a:lvl3pPr>
            <a:lvl4pPr marL="1428750" indent="-285750" algn="l">
              <a:lnSpc>
                <a:spcPct val="110000"/>
              </a:lnSpc>
              <a:spcBef>
                <a:spcPts val="0"/>
              </a:spcBef>
              <a:spcAft>
                <a:spcPts val="1500"/>
              </a:spcAft>
              <a:buChar char="•"/>
              <a:defRPr sz="2625" b="0">
                <a:solidFill>
                  <a:schemeClr val="tx1"/>
                </a:solidFill>
                <a:latin typeface="+mn-lt"/>
                <a:ea typeface="+mn-lt"/>
                <a:cs typeface="+mn-lt"/>
              </a:defRPr>
            </a:lvl4pPr>
            <a:lvl5pPr marL="1809750" indent="-285750" algn="l">
              <a:lnSpc>
                <a:spcPct val="110000"/>
              </a:lnSpc>
              <a:spcBef>
                <a:spcPts val="0"/>
              </a:spcBef>
              <a:spcAft>
                <a:spcPts val="1500"/>
              </a:spcAft>
              <a:buChar char="•"/>
              <a:defRPr sz="2625" b="0">
                <a:solidFill>
                  <a:schemeClr val="tx1"/>
                </a:solidFill>
                <a:latin typeface="+mn-lt"/>
                <a:ea typeface="+mn-lt"/>
                <a:cs typeface="+mn-lt"/>
              </a:defRPr>
            </a:lvl5pPr>
            <a:lvl6pPr marL="2190750" indent="-285750" algn="l">
              <a:lnSpc>
                <a:spcPct val="110000"/>
              </a:lnSpc>
              <a:spcBef>
                <a:spcPts val="0"/>
              </a:spcBef>
              <a:spcAft>
                <a:spcPts val="1500"/>
              </a:spcAft>
              <a:buChar char="•"/>
              <a:defRPr sz="2625" b="0">
                <a:solidFill>
                  <a:schemeClr val="tx1"/>
                </a:solidFill>
                <a:latin typeface="+mn-lt"/>
                <a:ea typeface="+mn-lt"/>
                <a:cs typeface="+mn-lt"/>
              </a:defRPr>
            </a:lvl6pPr>
            <a:lvl7pPr marL="2571750" indent="-285750" algn="l">
              <a:lnSpc>
                <a:spcPct val="110000"/>
              </a:lnSpc>
              <a:spcBef>
                <a:spcPts val="0"/>
              </a:spcBef>
              <a:spcAft>
                <a:spcPts val="1500"/>
              </a:spcAft>
              <a:buChar char="•"/>
              <a:defRPr sz="2625" b="0">
                <a:solidFill>
                  <a:schemeClr val="tx1"/>
                </a:solidFill>
                <a:latin typeface="+mn-lt"/>
                <a:ea typeface="+mn-lt"/>
                <a:cs typeface="+mn-lt"/>
              </a:defRPr>
            </a:lvl7pPr>
            <a:lvl8pPr marL="2952750" indent="-285750" algn="l">
              <a:lnSpc>
                <a:spcPct val="110000"/>
              </a:lnSpc>
              <a:spcBef>
                <a:spcPts val="0"/>
              </a:spcBef>
              <a:spcAft>
                <a:spcPts val="1500"/>
              </a:spcAft>
              <a:buChar char="•"/>
              <a:defRPr sz="2625" b="0">
                <a:solidFill>
                  <a:schemeClr val="tx1"/>
                </a:solidFill>
                <a:latin typeface="+mn-lt"/>
                <a:ea typeface="+mn-lt"/>
                <a:cs typeface="+mn-lt"/>
              </a:defRPr>
            </a:lvl8pPr>
            <a:lvl9pPr marL="3333750" indent="-285750" algn="l">
              <a:lnSpc>
                <a:spcPct val="110000"/>
              </a:lnSpc>
              <a:spcBef>
                <a:spcPts val="0"/>
              </a:spcBef>
              <a:spcAft>
                <a:spcPts val="1500"/>
              </a:spcAft>
              <a:buChar char="•"/>
              <a:defRPr sz="2625"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E6F9BAB-0430-4786-A8F9-E0F054484B10}"/>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gn="l">
              <a:lnSpc>
                <a:spcPct val="110000"/>
              </a:lnSpc>
              <a:spcBef>
                <a:spcPts val="0"/>
              </a:spcBef>
              <a:spcAft>
                <a:spcPts val="0"/>
              </a:spcAft>
              <a:buNone/>
              <a:defRPr sz="4125" b="1">
                <a:solidFill>
                  <a:schemeClr val="tx1"/>
                </a:solidFill>
                <a:latin typeface="+mj-lt"/>
                <a:ea typeface="+mj-lt"/>
                <a:cs typeface="+mj-lt"/>
              </a:defRPr>
            </a:lvl1pPr>
            <a:lvl2pPr marL="0" indent="0" algn="l">
              <a:lnSpc>
                <a:spcPct val="110000"/>
              </a:lnSpc>
              <a:spcBef>
                <a:spcPts val="0"/>
              </a:spcBef>
              <a:spcAft>
                <a:spcPts val="0"/>
              </a:spcAft>
              <a:buNone/>
              <a:defRPr sz="4125" b="1">
                <a:solidFill>
                  <a:schemeClr val="tx1"/>
                </a:solidFill>
                <a:latin typeface="+mj-lt"/>
                <a:ea typeface="+mj-lt"/>
                <a:cs typeface="+mj-lt"/>
              </a:defRPr>
            </a:lvl2pPr>
            <a:lvl3pPr marL="0" indent="0" algn="l">
              <a:lnSpc>
                <a:spcPct val="110000"/>
              </a:lnSpc>
              <a:spcBef>
                <a:spcPts val="0"/>
              </a:spcBef>
              <a:spcAft>
                <a:spcPts val="0"/>
              </a:spcAft>
              <a:buNone/>
              <a:defRPr sz="4125" b="1">
                <a:solidFill>
                  <a:schemeClr val="tx1"/>
                </a:solidFill>
                <a:latin typeface="+mj-lt"/>
                <a:ea typeface="+mj-lt"/>
                <a:cs typeface="+mj-lt"/>
              </a:defRPr>
            </a:lvl3pPr>
            <a:lvl4pPr marL="0" indent="0" algn="l">
              <a:lnSpc>
                <a:spcPct val="110000"/>
              </a:lnSpc>
              <a:spcBef>
                <a:spcPts val="0"/>
              </a:spcBef>
              <a:spcAft>
                <a:spcPts val="0"/>
              </a:spcAft>
              <a:buNone/>
              <a:defRPr sz="4125" b="1">
                <a:solidFill>
                  <a:schemeClr val="tx1"/>
                </a:solidFill>
                <a:latin typeface="+mj-lt"/>
                <a:ea typeface="+mj-lt"/>
                <a:cs typeface="+mj-lt"/>
              </a:defRPr>
            </a:lvl4pPr>
            <a:lvl5pPr marL="0" indent="0" algn="l">
              <a:lnSpc>
                <a:spcPct val="110000"/>
              </a:lnSpc>
              <a:spcBef>
                <a:spcPts val="0"/>
              </a:spcBef>
              <a:spcAft>
                <a:spcPts val="0"/>
              </a:spcAft>
              <a:buNone/>
              <a:defRPr sz="4125" b="1">
                <a:solidFill>
                  <a:schemeClr val="tx1"/>
                </a:solidFill>
                <a:latin typeface="+mj-lt"/>
                <a:ea typeface="+mj-lt"/>
                <a:cs typeface="+mj-lt"/>
              </a:defRPr>
            </a:lvl5pPr>
            <a:lvl6pPr marL="0" indent="0" algn="l">
              <a:lnSpc>
                <a:spcPct val="110000"/>
              </a:lnSpc>
              <a:spcBef>
                <a:spcPts val="0"/>
              </a:spcBef>
              <a:spcAft>
                <a:spcPts val="0"/>
              </a:spcAft>
              <a:buNone/>
              <a:defRPr sz="4125" b="1">
                <a:solidFill>
                  <a:schemeClr val="tx1"/>
                </a:solidFill>
                <a:latin typeface="+mj-lt"/>
                <a:ea typeface="+mj-lt"/>
                <a:cs typeface="+mj-lt"/>
              </a:defRPr>
            </a:lvl6pPr>
            <a:lvl7pPr marL="0" indent="0" algn="l">
              <a:lnSpc>
                <a:spcPct val="110000"/>
              </a:lnSpc>
              <a:spcBef>
                <a:spcPts val="0"/>
              </a:spcBef>
              <a:spcAft>
                <a:spcPts val="0"/>
              </a:spcAft>
              <a:buNone/>
              <a:defRPr sz="4125" b="1">
                <a:solidFill>
                  <a:schemeClr val="tx1"/>
                </a:solidFill>
                <a:latin typeface="+mj-lt"/>
                <a:ea typeface="+mj-lt"/>
                <a:cs typeface="+mj-lt"/>
              </a:defRPr>
            </a:lvl7pPr>
            <a:lvl8pPr marL="0" indent="0" algn="l">
              <a:lnSpc>
                <a:spcPct val="110000"/>
              </a:lnSpc>
              <a:spcBef>
                <a:spcPts val="0"/>
              </a:spcBef>
              <a:spcAft>
                <a:spcPts val="0"/>
              </a:spcAft>
              <a:buNone/>
              <a:defRPr sz="4125" b="1">
                <a:solidFill>
                  <a:schemeClr val="tx1"/>
                </a:solidFill>
                <a:latin typeface="+mj-lt"/>
                <a:ea typeface="+mj-lt"/>
                <a:cs typeface="+mj-lt"/>
              </a:defRPr>
            </a:lvl8pPr>
            <a:lvl9pPr marL="0" indent="0" algn="l">
              <a:lnSpc>
                <a:spcPct val="110000"/>
              </a:lnSpc>
              <a:spcBef>
                <a:spcPts val="0"/>
              </a:spcBef>
              <a:spcAft>
                <a:spcPts val="0"/>
              </a:spcAft>
              <a:buNone/>
              <a:defRPr sz="4125"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36799AA-24E3-4037-BA3D-073820960F35}"/>
              </a:ext>
            </a:extLst>
          </p:cNvPr>
          <p:cNvSpPr>
            <a:spLocks xmlns:a="http://schemas.openxmlformats.org/drawingml/2006/main" noGrp="1"/>
          </p:cNvSpPr>
          <p:nvPr>
            <p:ph type="body" idx="1"/>
          </p:nvPr>
        </p:nvSpPr>
        <p:spPr>
          <a:xfrm xmlns:a="http://schemas.openxmlformats.org/drawingml/2006/main">
            <a:off x="857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813" b="0">
                <a:solidFill>
                  <a:schemeClr val="tx1"/>
                </a:solidFill>
                <a:latin typeface="+mn-lt"/>
                <a:ea typeface="+mn-lt"/>
                <a:cs typeface="+mn-lt"/>
              </a:defRPr>
            </a:defPPr>
            <a:lvl1pPr marL="285750" indent="-285750" algn="l">
              <a:lnSpc>
                <a:spcPct val="110000"/>
              </a:lnSpc>
              <a:spcBef>
                <a:spcPts val="0"/>
              </a:spcBef>
              <a:spcAft>
                <a:spcPts val="1500"/>
              </a:spcAft>
              <a:buChar char="•"/>
              <a:defRPr sz="2813" b="0">
                <a:solidFill>
                  <a:schemeClr val="tx1"/>
                </a:solidFill>
                <a:latin typeface="+mn-lt"/>
                <a:ea typeface="+mn-lt"/>
                <a:cs typeface="+mn-lt"/>
              </a:defRPr>
            </a:lvl1pPr>
            <a:lvl2pPr marL="666750" indent="-285750" algn="l">
              <a:lnSpc>
                <a:spcPct val="110000"/>
              </a:lnSpc>
              <a:spcBef>
                <a:spcPts val="0"/>
              </a:spcBef>
              <a:spcAft>
                <a:spcPts val="1500"/>
              </a:spcAft>
              <a:buChar char="•"/>
              <a:defRPr sz="2813" b="0">
                <a:solidFill>
                  <a:schemeClr val="tx1"/>
                </a:solidFill>
                <a:latin typeface="+mn-lt"/>
                <a:ea typeface="+mn-lt"/>
                <a:cs typeface="+mn-lt"/>
              </a:defRPr>
            </a:lvl2pPr>
            <a:lvl3pPr marL="1047750" indent="-285750" algn="l">
              <a:lnSpc>
                <a:spcPct val="110000"/>
              </a:lnSpc>
              <a:spcBef>
                <a:spcPts val="0"/>
              </a:spcBef>
              <a:spcAft>
                <a:spcPts val="1500"/>
              </a:spcAft>
              <a:buChar char="•"/>
              <a:defRPr sz="2813" b="0">
                <a:solidFill>
                  <a:schemeClr val="tx1"/>
                </a:solidFill>
                <a:latin typeface="+mn-lt"/>
                <a:ea typeface="+mn-lt"/>
                <a:cs typeface="+mn-lt"/>
              </a:defRPr>
            </a:lvl3pPr>
            <a:lvl4pPr marL="1428750" indent="-285750" algn="l">
              <a:lnSpc>
                <a:spcPct val="110000"/>
              </a:lnSpc>
              <a:spcBef>
                <a:spcPts val="0"/>
              </a:spcBef>
              <a:spcAft>
                <a:spcPts val="1500"/>
              </a:spcAft>
              <a:buChar char="•"/>
              <a:defRPr sz="2813" b="0">
                <a:solidFill>
                  <a:schemeClr val="tx1"/>
                </a:solidFill>
                <a:latin typeface="+mn-lt"/>
                <a:ea typeface="+mn-lt"/>
                <a:cs typeface="+mn-lt"/>
              </a:defRPr>
            </a:lvl4pPr>
            <a:lvl5pPr marL="1809750" indent="-285750" algn="l">
              <a:lnSpc>
                <a:spcPct val="110000"/>
              </a:lnSpc>
              <a:spcBef>
                <a:spcPts val="0"/>
              </a:spcBef>
              <a:spcAft>
                <a:spcPts val="1500"/>
              </a:spcAft>
              <a:buChar char="•"/>
              <a:defRPr sz="2813" b="0">
                <a:solidFill>
                  <a:schemeClr val="tx1"/>
                </a:solidFill>
                <a:latin typeface="+mn-lt"/>
                <a:ea typeface="+mn-lt"/>
                <a:cs typeface="+mn-lt"/>
              </a:defRPr>
            </a:lvl5pPr>
            <a:lvl6pPr marL="2190750" indent="-285750" algn="l">
              <a:lnSpc>
                <a:spcPct val="110000"/>
              </a:lnSpc>
              <a:spcBef>
                <a:spcPts val="0"/>
              </a:spcBef>
              <a:spcAft>
                <a:spcPts val="1500"/>
              </a:spcAft>
              <a:buChar char="•"/>
              <a:defRPr sz="2813" b="0">
                <a:solidFill>
                  <a:schemeClr val="tx1"/>
                </a:solidFill>
                <a:latin typeface="+mn-lt"/>
                <a:ea typeface="+mn-lt"/>
                <a:cs typeface="+mn-lt"/>
              </a:defRPr>
            </a:lvl6pPr>
            <a:lvl7pPr marL="2571750" indent="-285750" algn="l">
              <a:lnSpc>
                <a:spcPct val="110000"/>
              </a:lnSpc>
              <a:spcBef>
                <a:spcPts val="0"/>
              </a:spcBef>
              <a:spcAft>
                <a:spcPts val="1500"/>
              </a:spcAft>
              <a:buChar char="•"/>
              <a:defRPr sz="2813" b="0">
                <a:solidFill>
                  <a:schemeClr val="tx1"/>
                </a:solidFill>
                <a:latin typeface="+mn-lt"/>
                <a:ea typeface="+mn-lt"/>
                <a:cs typeface="+mn-lt"/>
              </a:defRPr>
            </a:lvl7pPr>
            <a:lvl8pPr marL="2952750" indent="-285750" algn="l">
              <a:lnSpc>
                <a:spcPct val="110000"/>
              </a:lnSpc>
              <a:spcBef>
                <a:spcPts val="0"/>
              </a:spcBef>
              <a:spcAft>
                <a:spcPts val="1500"/>
              </a:spcAft>
              <a:buChar char="•"/>
              <a:defRPr sz="2813" b="0">
                <a:solidFill>
                  <a:schemeClr val="tx1"/>
                </a:solidFill>
                <a:latin typeface="+mn-lt"/>
                <a:ea typeface="+mn-lt"/>
                <a:cs typeface="+mn-lt"/>
              </a:defRPr>
            </a:lvl8pPr>
            <a:lvl9pPr marL="3333750" indent="-285750" algn="l">
              <a:lnSpc>
                <a:spcPct val="110000"/>
              </a:lnSpc>
              <a:spcBef>
                <a:spcPts val="0"/>
              </a:spcBef>
              <a:spcAft>
                <a:spcPts val="1500"/>
              </a:spcAft>
              <a:buChar char="•"/>
              <a:defRPr sz="2813"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Layouts/slideLayout7.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Layouts/slideLayout8.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a6ebdb54624401f" /><Relationship Type="http://schemas.openxmlformats.org/officeDocument/2006/relationships/slideLayout" Target="/ppt/slideLayouts/slideLayout1.xml" Id="R7b3e426efda94c16" /><Relationship Type="http://schemas.openxmlformats.org/officeDocument/2006/relationships/slideLayout" Target="/ppt/slideLayouts/slideLayout2.xml" Id="Ra0261559be6745a5" /><Relationship Type="http://schemas.openxmlformats.org/officeDocument/2006/relationships/slideLayout" Target="/ppt/slideLayouts/slideLayout3.xml" Id="Rb86878344b894299" /><Relationship Type="http://schemas.openxmlformats.org/officeDocument/2006/relationships/slideLayout" Target="/ppt/slideLayouts/slideLayout4.xml" Id="Rf2efbd02a1b9430d" /><Relationship Type="http://schemas.openxmlformats.org/officeDocument/2006/relationships/slideLayout" Target="/ppt/slideLayouts/slideLayout5.xml" Id="Rf469ea04151a46b4" /><Relationship Type="http://schemas.openxmlformats.org/officeDocument/2006/relationships/slideLayout" Target="/ppt/slideLayouts/slideLayout6.xml" Id="Ra0b4e936f33341e7" /></Relationships>
</file>

<file path=ppt/slideMasters/_rels/slideMaster2.xml.rels>&#65279;<?xml version="1.0" encoding="utf-8"?><Relationships xmlns="http://schemas.openxmlformats.org/package/2006/relationships"><Relationship Type="http://schemas.openxmlformats.org/officeDocument/2006/relationships/theme" Target="/ppt/slideMasters/theme/theme3.xml" Id="R51f0ddfa5c2f4750" /><Relationship Type="http://schemas.openxmlformats.org/officeDocument/2006/relationships/slideLayout" Target="/ppt/slideLayouts/slideLayout7.xml" Id="R3c36199465cf4779" /></Relationships>
</file>

<file path=ppt/slideMasters/_rels/slideMaster3.xml.rels>&#65279;<?xml version="1.0" encoding="utf-8"?><Relationships xmlns="http://schemas.openxmlformats.org/package/2006/relationships"><Relationship Type="http://schemas.openxmlformats.org/officeDocument/2006/relationships/theme" Target="/ppt/slideMasters/theme/theme4.xml" Id="R09d7e54ba017420f" /><Relationship Type="http://schemas.openxmlformats.org/officeDocument/2006/relationships/slideLayout" Target="/ppt/slideLayouts/slideLayout8.xml" Id="Rdfdc097ce9b1431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b3e426efda94c16"/>
    <p:sldLayoutId xmlns:r="http://schemas.openxmlformats.org/officeDocument/2006/relationships" id="2147483650" r:id="Ra0261559be6745a5"/>
    <p:sldLayoutId xmlns:r="http://schemas.openxmlformats.org/officeDocument/2006/relationships" id="2147483651" r:id="Rb86878344b894299"/>
    <p:sldLayoutId xmlns:r="http://schemas.openxmlformats.org/officeDocument/2006/relationships" id="2147483652" r:id="Rf2efbd02a1b9430d"/>
    <p:sldLayoutId xmlns:r="http://schemas.openxmlformats.org/officeDocument/2006/relationships" id="2147483653" r:id="Rf469ea04151a46b4"/>
    <p:sldLayoutId xmlns:r="http://schemas.openxmlformats.org/officeDocument/2006/relationships" id="2147483654" r:id="Ra0b4e936f33341e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slideMaster2.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56" r:id="R3c36199465cf477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slideMaster3.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58" r:id="Rdfdc097ce9b1431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theme4.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7.xml" Id="R36d874db56fd47ba" /><Relationship Type="http://schemas.openxmlformats.org/officeDocument/2006/relationships/notesSlide" Target="/ppt/notesSlides/notesSlide1.xml" Id="Rf95a516b406f459f" /></Relationships>
</file>

<file path=ppt/slides/_rels/slide2.xml.rels>&#65279;<?xml version="1.0" encoding="utf-8"?><Relationships xmlns="http://schemas.openxmlformats.org/package/2006/relationships"><Relationship Type="http://schemas.openxmlformats.org/officeDocument/2006/relationships/slideLayout" Target="/ppt/slideLayouts/slideLayout8.xml" Id="R29280c06dbdf40ef" /><Relationship Type="http://schemas.openxmlformats.org/officeDocument/2006/relationships/notesSlide" Target="/ppt/notesSlides/notesSlide2.xml" Id="Rbabc1be5b7e3494c"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70fadbe3b3dc4aa1" /><Relationship Type="http://schemas.openxmlformats.org/officeDocument/2006/relationships/notesSlide" Target="/ppt/notesSlides/notesSlide3.xml" Id="R8cd1a720196e49ca"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21" name="00_TITLE__title">
            <a:extLst xmlns:a="http://schemas.openxmlformats.org/drawingml/2006/main">
              <a:ext uri="{FF2B5EF4-FFF2-40B4-BE49-F238E27FC236}">
                <a16:creationId xmlns:a16="http://schemas.microsoft.com/office/drawing/2014/main" id="{747BF946-E9E5-495B-8E60-BA3297C785DD}"/>
              </a:ext>
            </a:extLst>
          </p:cNvPr>
          <p:cNvSpPr>
            <a:spLocks xmlns:a="http://schemas.openxmlformats.org/drawingml/2006/main" noGrp="1"/>
          </p:cNvSpPr>
          <p:nvPr/>
        </p:nvSpPr>
        <p:spPr>
          <a:xfrm xmlns:a="http://schemas.openxmlformats.org/drawingml/2006/main">
            <a:off x="400050" y="209550"/>
            <a:ext cx="144399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850" b="1">
                <a:solidFill>
                  <a:srgbClr val="233440"/>
                </a:solidFill>
                <a:latin typeface="Noto Sans CJK SC"/>
                <a:ea typeface="Noto Sans CJK SC"/>
                <a:cs typeface="Noto Sans CJK SC"/>
              </a:defRPr>
            </a:defPPr>
            <a:lvl1pPr algn="l">
              <a:defRPr sz="2850" b="1">
                <a:solidFill>
                  <a:srgbClr val="233440"/>
                </a:solidFill>
                <a:latin typeface="Noto Sans CJK SC"/>
                <a:ea typeface="Noto Sans CJK SC"/>
                <a:cs typeface="Noto Sans CJK SC"/>
              </a:defRPr>
            </a:lvl1pPr>
            <a:lvl2pPr algn="l">
              <a:defRPr sz="2850" b="1">
                <a:solidFill>
                  <a:srgbClr val="233440"/>
                </a:solidFill>
                <a:latin typeface="Noto Sans CJK SC"/>
                <a:ea typeface="Noto Sans CJK SC"/>
                <a:cs typeface="Noto Sans CJK SC"/>
              </a:defRPr>
            </a:lvl2pPr>
            <a:lvl3pPr algn="l">
              <a:defRPr sz="2850" b="1">
                <a:solidFill>
                  <a:srgbClr val="233440"/>
                </a:solidFill>
                <a:latin typeface="Noto Sans CJK SC"/>
                <a:ea typeface="Noto Sans CJK SC"/>
                <a:cs typeface="Noto Sans CJK SC"/>
              </a:defRPr>
            </a:lvl3pPr>
            <a:lvl4pPr algn="l">
              <a:defRPr sz="2850" b="1">
                <a:solidFill>
                  <a:srgbClr val="233440"/>
                </a:solidFill>
                <a:latin typeface="Noto Sans CJK SC"/>
                <a:ea typeface="Noto Sans CJK SC"/>
                <a:cs typeface="Noto Sans CJK SC"/>
              </a:defRPr>
            </a:lvl4pPr>
            <a:lvl5pPr algn="l">
              <a:defRPr sz="2850" b="1">
                <a:solidFill>
                  <a:srgbClr val="233440"/>
                </a:solidFill>
                <a:latin typeface="Noto Sans CJK SC"/>
                <a:ea typeface="Noto Sans CJK SC"/>
                <a:cs typeface="Noto Sans CJK SC"/>
              </a:defRPr>
            </a:lvl5pPr>
            <a:lvl6pPr algn="l">
              <a:defRPr sz="2850" b="1">
                <a:solidFill>
                  <a:srgbClr val="233440"/>
                </a:solidFill>
                <a:latin typeface="Noto Sans CJK SC"/>
                <a:ea typeface="Noto Sans CJK SC"/>
                <a:cs typeface="Noto Sans CJK SC"/>
              </a:defRPr>
            </a:lvl6pPr>
            <a:lvl7pPr algn="l">
              <a:defRPr sz="2850" b="1">
                <a:solidFill>
                  <a:srgbClr val="233440"/>
                </a:solidFill>
                <a:latin typeface="Noto Sans CJK SC"/>
                <a:ea typeface="Noto Sans CJK SC"/>
                <a:cs typeface="Noto Sans CJK SC"/>
              </a:defRPr>
            </a:lvl7pPr>
            <a:lvl8pPr algn="l">
              <a:defRPr sz="2850" b="1">
                <a:solidFill>
                  <a:srgbClr val="233440"/>
                </a:solidFill>
                <a:latin typeface="Noto Sans CJK SC"/>
                <a:ea typeface="Noto Sans CJK SC"/>
                <a:cs typeface="Noto Sans CJK SC"/>
              </a:defRPr>
            </a:lvl8pPr>
            <a:lvl9pPr algn="l">
              <a:defRPr sz="2850" b="1">
                <a:solidFill>
                  <a:srgbClr val="233440"/>
                </a:solidFill>
                <a:latin typeface="Noto Sans CJK SC"/>
                <a:ea typeface="Noto Sans CJK SC"/>
                <a:cs typeface="Noto Sans CJK SC"/>
              </a:defRPr>
            </a:lvl9pPr>
          </a:lstStyle>
          <a:p xmlns:a="http://schemas.openxmlformats.org/drawingml/2006/main">
            <a:pPr algn="l">
              <a:buNone/>
              <a:defRPr sz="2850" b="1">
                <a:solidFill>
                  <a:srgbClr val="233440"/>
                </a:solidFill>
                <a:latin typeface="Noto Sans CJK SC"/>
                <a:ea typeface="Noto Sans CJK SC"/>
                <a:cs typeface="Noto Sans CJK SC"/>
              </a:defRPr>
            </a:pPr>
            <a:r>
              <a:rPr sz="2850" b="1">
                <a:solidFill>
                  <a:srgbClr val="233440"/>
                </a:solidFill>
                <a:latin typeface="Noto Sans CJK SC"/>
                <a:ea typeface="Noto Sans CJK SC"/>
                <a:cs typeface="Noto Sans CJK SC"/>
              </a:rPr>
              <a:t>PMFS 原链与 V7 改造位置</a:t>
            </a:r>
            <a:endParaRPr sz="3000" b="1">
              <a:solidFill>
                <a:srgbClr val="233440"/>
              </a:solidFill>
              <a:latin typeface="Arial"/>
              <a:ea typeface="Arial"/>
              <a:cs typeface="Arial"/>
            </a:endParaRPr>
          </a:p>
        </p:txBody>
      </p:sp>
      <p:sp>
        <p:nvSpPr>
          <p:cNvPr id="694" name="08_ROUTES__predictions_to_comparison_port1">
            <a:extLst xmlns:a="http://schemas.openxmlformats.org/drawingml/2006/main">
              <a:ext uri="{FF2B5EF4-FFF2-40B4-BE49-F238E27FC236}">
                <a16:creationId xmlns:a16="http://schemas.microsoft.com/office/drawing/2014/main" id="{970D9EF5-DE23-4D7D-9856-396D2E51B26C}"/>
              </a:ext>
            </a:extLst>
          </p:cNvPr>
          <p:cNvSpPr>
            <a:spLocks xmlns:a="http://schemas.openxmlformats.org/drawingml/2006/main" noGrp="1"/>
          </p:cNvSpPr>
          <p:nvPr/>
        </p:nvSpPr>
        <p:spPr>
          <a:xfrm xmlns:a="http://schemas.openxmlformats.org/drawingml/2006/main">
            <a:off x="7377303" y="4828413"/>
            <a:ext cx="1524" cy="1524"/>
          </a:xfrm>
          <a:prstGeom xmlns:a="http://schemas.openxmlformats.org/drawingml/2006/main" prst="rect">
            <a:avLst/>
          </a:prstGeom>
          <a:noFill xmlns:a="http://schemas.openxmlformats.org/drawingml/2006/main"/>
          <a:ln xmlns:a="http://schemas.openxmlformats.org/drawingml/2006/main" w="0">
            <a:noFill/>
          </a:ln>
        </p:spPr>
      </p:sp>
      <p:sp>
        <p:nvSpPr>
          <p:cNvPr id="695" name="08_ROUTES__predictions_to_comparison_port2">
            <a:extLst xmlns:a="http://schemas.openxmlformats.org/drawingml/2006/main">
              <a:ext uri="{FF2B5EF4-FFF2-40B4-BE49-F238E27FC236}">
                <a16:creationId xmlns:a16="http://schemas.microsoft.com/office/drawing/2014/main" id="{04DB403F-E0C2-47F4-91B1-D3273DB2ACE8}"/>
              </a:ext>
            </a:extLst>
          </p:cNvPr>
          <p:cNvSpPr>
            <a:spLocks xmlns:a="http://schemas.openxmlformats.org/drawingml/2006/main" noGrp="1"/>
          </p:cNvSpPr>
          <p:nvPr/>
        </p:nvSpPr>
        <p:spPr>
          <a:xfrm xmlns:a="http://schemas.openxmlformats.org/drawingml/2006/main">
            <a:off x="5007483" y="4828413"/>
            <a:ext cx="1524" cy="1524"/>
          </a:xfrm>
          <a:prstGeom xmlns:a="http://schemas.openxmlformats.org/drawingml/2006/main" prst="rect">
            <a:avLst/>
          </a:prstGeom>
          <a:noFill xmlns:a="http://schemas.openxmlformats.org/drawingml/2006/main"/>
          <a:ln xmlns:a="http://schemas.openxmlformats.org/drawingml/2006/main" w="0">
            <a:noFill/>
          </a:ln>
        </p:spPr>
      </p:sp>
      <p:sp>
        <p:nvSpPr>
          <p:cNvPr id="117" name="01_REGIONS__prediction_panel">
            <a:extLst xmlns:a="http://schemas.openxmlformats.org/drawingml/2006/main">
              <a:ext uri="{FF2B5EF4-FFF2-40B4-BE49-F238E27FC236}">
                <a16:creationId xmlns:a16="http://schemas.microsoft.com/office/drawing/2014/main" id="{0249ADB6-E3E1-43E4-B21A-888F68576C88}"/>
              </a:ext>
            </a:extLst>
          </p:cNvPr>
          <p:cNvSpPr>
            <a:spLocks xmlns:a="http://schemas.openxmlformats.org/drawingml/2006/main" noGrp="1"/>
          </p:cNvSpPr>
          <p:nvPr/>
        </p:nvSpPr>
        <p:spPr>
          <a:xfrm xmlns:a="http://schemas.openxmlformats.org/drawingml/2006/main" rot="0" flipH="0" flipV="0">
            <a:off x="5038725" y="1179195"/>
            <a:ext cx="6896100" cy="3497580"/>
          </a:xfrm>
          <a:prstGeom xmlns:a="http://schemas.openxmlformats.org/drawingml/2006/main" prst="roundRect">
            <a:avLst>
              <a:gd name="adj" fmla="val 3922"/>
            </a:avLst>
          </a:prstGeom>
          <a:solidFill xmlns:a="http://schemas.openxmlformats.org/drawingml/2006/main">
            <a:srgbClr val="EEF6F3"/>
          </a:solidFill>
          <a:ln xmlns:a="http://schemas.openxmlformats.org/drawingml/2006/main" w="0">
            <a:noFill/>
          </a:ln>
        </p:spPr>
      </p:sp>
      <p:sp>
        <p:nvSpPr>
          <p:cNvPr id="118" name="03_PREDICTIONS__prediction_letter">
            <a:extLst xmlns:a="http://schemas.openxmlformats.org/drawingml/2006/main">
              <a:ext uri="{FF2B5EF4-FFF2-40B4-BE49-F238E27FC236}">
                <a16:creationId xmlns:a16="http://schemas.microsoft.com/office/drawing/2014/main" id="{8E8B78A0-AFFA-48C2-AC1D-0F34F74BF8FF}"/>
              </a:ext>
            </a:extLst>
          </p:cNvPr>
          <p:cNvSpPr>
            <a:spLocks xmlns:a="http://schemas.openxmlformats.org/drawingml/2006/main" noGrp="1"/>
          </p:cNvSpPr>
          <p:nvPr/>
        </p:nvSpPr>
        <p:spPr>
          <a:xfrm xmlns:a="http://schemas.openxmlformats.org/drawingml/2006/main" rot="0" flipH="0" flipV="0">
            <a:off x="5206365" y="1323975"/>
            <a:ext cx="236220" cy="2819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575" b="0">
                <a:solidFill>
                  <a:srgbClr val="247F70"/>
                </a:solidFill>
                <a:latin typeface="Noto Sans CJK SC"/>
                <a:ea typeface="Noto Sans CJK SC"/>
                <a:cs typeface="Noto Sans CJK SC"/>
              </a:defRPr>
            </a:defPPr>
            <a:lvl1pPr algn="l">
              <a:defRPr sz="1575" b="0">
                <a:solidFill>
                  <a:srgbClr val="247F70"/>
                </a:solidFill>
                <a:latin typeface="Noto Sans CJK SC"/>
                <a:ea typeface="Noto Sans CJK SC"/>
                <a:cs typeface="Noto Sans CJK SC"/>
              </a:defRPr>
            </a:lvl1pPr>
            <a:lvl2pPr algn="l">
              <a:defRPr sz="1575" b="0">
                <a:solidFill>
                  <a:srgbClr val="247F70"/>
                </a:solidFill>
                <a:latin typeface="Noto Sans CJK SC"/>
                <a:ea typeface="Noto Sans CJK SC"/>
                <a:cs typeface="Noto Sans CJK SC"/>
              </a:defRPr>
            </a:lvl2pPr>
            <a:lvl3pPr algn="l">
              <a:defRPr sz="1575" b="0">
                <a:solidFill>
                  <a:srgbClr val="247F70"/>
                </a:solidFill>
                <a:latin typeface="Noto Sans CJK SC"/>
                <a:ea typeface="Noto Sans CJK SC"/>
                <a:cs typeface="Noto Sans CJK SC"/>
              </a:defRPr>
            </a:lvl3pPr>
            <a:lvl4pPr algn="l">
              <a:defRPr sz="1575" b="0">
                <a:solidFill>
                  <a:srgbClr val="247F70"/>
                </a:solidFill>
                <a:latin typeface="Noto Sans CJK SC"/>
                <a:ea typeface="Noto Sans CJK SC"/>
                <a:cs typeface="Noto Sans CJK SC"/>
              </a:defRPr>
            </a:lvl4pPr>
            <a:lvl5pPr algn="l">
              <a:defRPr sz="1575" b="0">
                <a:solidFill>
                  <a:srgbClr val="247F70"/>
                </a:solidFill>
                <a:latin typeface="Noto Sans CJK SC"/>
                <a:ea typeface="Noto Sans CJK SC"/>
                <a:cs typeface="Noto Sans CJK SC"/>
              </a:defRPr>
            </a:lvl5pPr>
            <a:lvl6pPr algn="l">
              <a:defRPr sz="1575" b="0">
                <a:solidFill>
                  <a:srgbClr val="247F70"/>
                </a:solidFill>
                <a:latin typeface="Noto Sans CJK SC"/>
                <a:ea typeface="Noto Sans CJK SC"/>
                <a:cs typeface="Noto Sans CJK SC"/>
              </a:defRPr>
            </a:lvl6pPr>
            <a:lvl7pPr algn="l">
              <a:defRPr sz="1575" b="0">
                <a:solidFill>
                  <a:srgbClr val="247F70"/>
                </a:solidFill>
                <a:latin typeface="Noto Sans CJK SC"/>
                <a:ea typeface="Noto Sans CJK SC"/>
                <a:cs typeface="Noto Sans CJK SC"/>
              </a:defRPr>
            </a:lvl7pPr>
            <a:lvl8pPr algn="l">
              <a:defRPr sz="1575" b="0">
                <a:solidFill>
                  <a:srgbClr val="247F70"/>
                </a:solidFill>
                <a:latin typeface="Noto Sans CJK SC"/>
                <a:ea typeface="Noto Sans CJK SC"/>
                <a:cs typeface="Noto Sans CJK SC"/>
              </a:defRPr>
            </a:lvl8pPr>
            <a:lvl9pPr algn="l">
              <a:defRPr sz="1575" b="0">
                <a:solidFill>
                  <a:srgbClr val="247F70"/>
                </a:solidFill>
                <a:latin typeface="Noto Sans CJK SC"/>
                <a:ea typeface="Noto Sans CJK SC"/>
                <a:cs typeface="Noto Sans CJK SC"/>
              </a:defRPr>
            </a:lvl9pPr>
          </a:lstStyle>
          <a:p xmlns:a="http://schemas.openxmlformats.org/drawingml/2006/main">
            <a:pPr algn="l">
              <a:buNone/>
              <a:defRPr sz="1575" b="0">
                <a:solidFill>
                  <a:srgbClr val="247F70"/>
                </a:solidFill>
                <a:latin typeface="Noto Sans CJK SC"/>
                <a:ea typeface="Noto Sans CJK SC"/>
                <a:cs typeface="Noto Sans CJK SC"/>
              </a:defRPr>
            </a:pPr>
            <a:r>
              <a:rPr sz="1575" b="0">
                <a:solidFill>
                  <a:srgbClr val="247F70"/>
                </a:solidFill>
                <a:latin typeface="Noto Sans CJK SC"/>
                <a:ea typeface="Noto Sans CJK SC"/>
                <a:cs typeface="Noto Sans CJK SC"/>
              </a:rPr>
              <a:t>b</a:t>
            </a:r>
            <a:endParaRPr sz="2175" b="1">
              <a:solidFill>
                <a:srgbClr val="26847D"/>
              </a:solidFill>
              <a:latin typeface="Arial"/>
              <a:ea typeface="Arial"/>
              <a:cs typeface="Arial"/>
            </a:endParaRPr>
          </a:p>
        </p:txBody>
      </p:sp>
      <p:sp>
        <p:nvSpPr>
          <p:cNvPr id="119" name="03_PREDICTIONS__prediction_heading">
            <a:extLst xmlns:a="http://schemas.openxmlformats.org/drawingml/2006/main">
              <a:ext uri="{FF2B5EF4-FFF2-40B4-BE49-F238E27FC236}">
                <a16:creationId xmlns:a16="http://schemas.microsoft.com/office/drawing/2014/main" id="{C700A574-C2B5-4417-B66F-0668794A8437}"/>
              </a:ext>
            </a:extLst>
          </p:cNvPr>
          <p:cNvSpPr>
            <a:spLocks xmlns:a="http://schemas.openxmlformats.org/drawingml/2006/main" noGrp="1"/>
          </p:cNvSpPr>
          <p:nvPr/>
        </p:nvSpPr>
        <p:spPr>
          <a:xfrm xmlns:a="http://schemas.openxmlformats.org/drawingml/2006/main" rot="0" flipH="0" flipV="0">
            <a:off x="5511165" y="1323975"/>
            <a:ext cx="6248400" cy="2819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875" b="1">
                <a:solidFill>
                  <a:srgbClr val="247F70"/>
                </a:solidFill>
                <a:latin typeface="Noto Sans CJK SC"/>
                <a:ea typeface="Noto Sans CJK SC"/>
                <a:cs typeface="Noto Sans CJK SC"/>
              </a:defRPr>
            </a:defPPr>
            <a:lvl1pPr algn="l">
              <a:defRPr sz="1875" b="1">
                <a:solidFill>
                  <a:srgbClr val="247F70"/>
                </a:solidFill>
                <a:latin typeface="Noto Sans CJK SC"/>
                <a:ea typeface="Noto Sans CJK SC"/>
                <a:cs typeface="Noto Sans CJK SC"/>
              </a:defRPr>
            </a:lvl1pPr>
            <a:lvl2pPr algn="l">
              <a:defRPr sz="1875" b="1">
                <a:solidFill>
                  <a:srgbClr val="247F70"/>
                </a:solidFill>
                <a:latin typeface="Noto Sans CJK SC"/>
                <a:ea typeface="Noto Sans CJK SC"/>
                <a:cs typeface="Noto Sans CJK SC"/>
              </a:defRPr>
            </a:lvl2pPr>
            <a:lvl3pPr algn="l">
              <a:defRPr sz="1875" b="1">
                <a:solidFill>
                  <a:srgbClr val="247F70"/>
                </a:solidFill>
                <a:latin typeface="Noto Sans CJK SC"/>
                <a:ea typeface="Noto Sans CJK SC"/>
                <a:cs typeface="Noto Sans CJK SC"/>
              </a:defRPr>
            </a:lvl3pPr>
            <a:lvl4pPr algn="l">
              <a:defRPr sz="1875" b="1">
                <a:solidFill>
                  <a:srgbClr val="247F70"/>
                </a:solidFill>
                <a:latin typeface="Noto Sans CJK SC"/>
                <a:ea typeface="Noto Sans CJK SC"/>
                <a:cs typeface="Noto Sans CJK SC"/>
              </a:defRPr>
            </a:lvl4pPr>
            <a:lvl5pPr algn="l">
              <a:defRPr sz="1875" b="1">
                <a:solidFill>
                  <a:srgbClr val="247F70"/>
                </a:solidFill>
                <a:latin typeface="Noto Sans CJK SC"/>
                <a:ea typeface="Noto Sans CJK SC"/>
                <a:cs typeface="Noto Sans CJK SC"/>
              </a:defRPr>
            </a:lvl5pPr>
            <a:lvl6pPr algn="l">
              <a:defRPr sz="1875" b="1">
                <a:solidFill>
                  <a:srgbClr val="247F70"/>
                </a:solidFill>
                <a:latin typeface="Noto Sans CJK SC"/>
                <a:ea typeface="Noto Sans CJK SC"/>
                <a:cs typeface="Noto Sans CJK SC"/>
              </a:defRPr>
            </a:lvl6pPr>
            <a:lvl7pPr algn="l">
              <a:defRPr sz="1875" b="1">
                <a:solidFill>
                  <a:srgbClr val="247F70"/>
                </a:solidFill>
                <a:latin typeface="Noto Sans CJK SC"/>
                <a:ea typeface="Noto Sans CJK SC"/>
                <a:cs typeface="Noto Sans CJK SC"/>
              </a:defRPr>
            </a:lvl7pPr>
            <a:lvl8pPr algn="l">
              <a:defRPr sz="1875" b="1">
                <a:solidFill>
                  <a:srgbClr val="247F70"/>
                </a:solidFill>
                <a:latin typeface="Noto Sans CJK SC"/>
                <a:ea typeface="Noto Sans CJK SC"/>
                <a:cs typeface="Noto Sans CJK SC"/>
              </a:defRPr>
            </a:lvl8pPr>
            <a:lvl9pPr algn="l">
              <a:defRPr sz="1875" b="1">
                <a:solidFill>
                  <a:srgbClr val="247F70"/>
                </a:solidFill>
                <a:latin typeface="Noto Sans CJK SC"/>
                <a:ea typeface="Noto Sans CJK SC"/>
                <a:cs typeface="Noto Sans CJK SC"/>
              </a:defRPr>
            </a:lvl9pPr>
          </a:lstStyle>
          <a:p xmlns:a="http://schemas.openxmlformats.org/drawingml/2006/main">
            <a:pPr algn="l">
              <a:buNone/>
              <a:defRPr sz="1875" b="1">
                <a:solidFill>
                  <a:srgbClr val="247F70"/>
                </a:solidFill>
                <a:latin typeface="Noto Sans CJK SC"/>
                <a:ea typeface="Noto Sans CJK SC"/>
                <a:cs typeface="Noto Sans CJK SC"/>
              </a:defRPr>
            </a:pPr>
            <a:r>
              <a:rPr sz="1875" b="1">
                <a:solidFill>
                  <a:srgbClr val="247F70"/>
                </a:solidFill>
                <a:latin typeface="Noto Sans CJK SC"/>
                <a:ea typeface="Noto Sans CJK SC"/>
                <a:cs typeface="Noto Sans CJK SC"/>
              </a:rPr>
              <a:t>候选源在线传播预测</a:t>
            </a:r>
            <a:endParaRPr sz="2175" b="1">
              <a:solidFill>
                <a:srgbClr val="233440"/>
              </a:solidFill>
              <a:latin typeface="Arial"/>
              <a:ea typeface="Arial"/>
              <a:cs typeface="Arial"/>
            </a:endParaRPr>
          </a:p>
        </p:txBody>
      </p:sp>
      <p:sp>
        <p:nvSpPr>
          <p:cNvPr id="120" name="03_PREDICTIONS__wind_inputs">
            <a:extLst xmlns:a="http://schemas.openxmlformats.org/drawingml/2006/main">
              <a:ext uri="{FF2B5EF4-FFF2-40B4-BE49-F238E27FC236}">
                <a16:creationId xmlns:a16="http://schemas.microsoft.com/office/drawing/2014/main" id="{8987C19E-4E8A-4234-90EC-ABDBE1B44F18}"/>
              </a:ext>
            </a:extLst>
          </p:cNvPr>
          <p:cNvSpPr>
            <a:spLocks xmlns:a="http://schemas.openxmlformats.org/drawingml/2006/main" noGrp="1"/>
          </p:cNvSpPr>
          <p:nvPr/>
        </p:nvSpPr>
        <p:spPr>
          <a:xfrm xmlns:a="http://schemas.openxmlformats.org/drawingml/2006/main" rot="0" flipH="0" flipV="0">
            <a:off x="5236845" y="1735455"/>
            <a:ext cx="2209800" cy="2514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575" b="0">
                <a:solidFill>
                  <a:srgbClr val="247F70"/>
                </a:solidFill>
                <a:latin typeface="Noto Sans CJK SC"/>
                <a:ea typeface="Noto Sans CJK SC"/>
                <a:cs typeface="Noto Sans CJK SC"/>
              </a:defRPr>
            </a:defPPr>
            <a:lvl1pPr algn="l">
              <a:defRPr sz="1575" b="0">
                <a:solidFill>
                  <a:srgbClr val="247F70"/>
                </a:solidFill>
                <a:latin typeface="Noto Sans CJK SC"/>
                <a:ea typeface="Noto Sans CJK SC"/>
                <a:cs typeface="Noto Sans CJK SC"/>
              </a:defRPr>
            </a:lvl1pPr>
            <a:lvl2pPr algn="l">
              <a:defRPr sz="1575" b="0">
                <a:solidFill>
                  <a:srgbClr val="247F70"/>
                </a:solidFill>
                <a:latin typeface="Noto Sans CJK SC"/>
                <a:ea typeface="Noto Sans CJK SC"/>
                <a:cs typeface="Noto Sans CJK SC"/>
              </a:defRPr>
            </a:lvl2pPr>
            <a:lvl3pPr algn="l">
              <a:defRPr sz="1575" b="0">
                <a:solidFill>
                  <a:srgbClr val="247F70"/>
                </a:solidFill>
                <a:latin typeface="Noto Sans CJK SC"/>
                <a:ea typeface="Noto Sans CJK SC"/>
                <a:cs typeface="Noto Sans CJK SC"/>
              </a:defRPr>
            </a:lvl3pPr>
            <a:lvl4pPr algn="l">
              <a:defRPr sz="1575" b="0">
                <a:solidFill>
                  <a:srgbClr val="247F70"/>
                </a:solidFill>
                <a:latin typeface="Noto Sans CJK SC"/>
                <a:ea typeface="Noto Sans CJK SC"/>
                <a:cs typeface="Noto Sans CJK SC"/>
              </a:defRPr>
            </a:lvl4pPr>
            <a:lvl5pPr algn="l">
              <a:defRPr sz="1575" b="0">
                <a:solidFill>
                  <a:srgbClr val="247F70"/>
                </a:solidFill>
                <a:latin typeface="Noto Sans CJK SC"/>
                <a:ea typeface="Noto Sans CJK SC"/>
                <a:cs typeface="Noto Sans CJK SC"/>
              </a:defRPr>
            </a:lvl5pPr>
            <a:lvl6pPr algn="l">
              <a:defRPr sz="1575" b="0">
                <a:solidFill>
                  <a:srgbClr val="247F70"/>
                </a:solidFill>
                <a:latin typeface="Noto Sans CJK SC"/>
                <a:ea typeface="Noto Sans CJK SC"/>
                <a:cs typeface="Noto Sans CJK SC"/>
              </a:defRPr>
            </a:lvl6pPr>
            <a:lvl7pPr algn="l">
              <a:defRPr sz="1575" b="0">
                <a:solidFill>
                  <a:srgbClr val="247F70"/>
                </a:solidFill>
                <a:latin typeface="Noto Sans CJK SC"/>
                <a:ea typeface="Noto Sans CJK SC"/>
                <a:cs typeface="Noto Sans CJK SC"/>
              </a:defRPr>
            </a:lvl7pPr>
            <a:lvl8pPr algn="l">
              <a:defRPr sz="1575" b="0">
                <a:solidFill>
                  <a:srgbClr val="247F70"/>
                </a:solidFill>
                <a:latin typeface="Noto Sans CJK SC"/>
                <a:ea typeface="Noto Sans CJK SC"/>
                <a:cs typeface="Noto Sans CJK SC"/>
              </a:defRPr>
            </a:lvl8pPr>
            <a:lvl9pPr algn="l">
              <a:defRPr sz="1575" b="0">
                <a:solidFill>
                  <a:srgbClr val="247F70"/>
                </a:solidFill>
                <a:latin typeface="Noto Sans CJK SC"/>
                <a:ea typeface="Noto Sans CJK SC"/>
                <a:cs typeface="Noto Sans CJK SC"/>
              </a:defRPr>
            </a:lvl9pPr>
          </a:lstStyle>
          <a:p xmlns:a="http://schemas.openxmlformats.org/drawingml/2006/main">
            <a:pPr algn="l">
              <a:buNone/>
              <a:defRPr sz="1575" b="0">
                <a:solidFill>
                  <a:srgbClr val="247F70"/>
                </a:solidFill>
                <a:latin typeface="Noto Sans CJK SC"/>
                <a:ea typeface="Noto Sans CJK SC"/>
                <a:cs typeface="Noto Sans CJK SC"/>
              </a:defRPr>
            </a:pPr>
            <a:r>
              <a:rPr sz="1575" b="0">
                <a:solidFill>
                  <a:srgbClr val="247F70"/>
                </a:solidFill>
                <a:latin typeface="Noto Sans CJK SC"/>
                <a:ea typeface="Noto Sans CJK SC"/>
                <a:cs typeface="Noto Sans CJK SC"/>
              </a:rPr>
              <a:t>局地风与平面图</a:t>
            </a:r>
            <a:endParaRPr sz="1875" b="1">
              <a:solidFill>
                <a:srgbClr val="233440"/>
              </a:solidFill>
              <a:latin typeface="Arial"/>
              <a:ea typeface="Arial"/>
              <a:cs typeface="Arial"/>
            </a:endParaRPr>
          </a:p>
        </p:txBody>
      </p:sp>
      <p:sp>
        <p:nvSpPr>
          <p:cNvPr id="121" name="03_PREDICTIONS__wind_r0c0">
            <a:extLst xmlns:a="http://schemas.openxmlformats.org/drawingml/2006/main">
              <a:ext uri="{FF2B5EF4-FFF2-40B4-BE49-F238E27FC236}">
                <a16:creationId xmlns:a16="http://schemas.microsoft.com/office/drawing/2014/main" id="{4D90A5A6-CA47-463F-B195-FBDD31F4D80A}"/>
              </a:ext>
            </a:extLst>
          </p:cNvPr>
          <p:cNvSpPr>
            <a:spLocks xmlns:a="http://schemas.openxmlformats.org/drawingml/2006/main" noGrp="1"/>
          </p:cNvSpPr>
          <p:nvPr/>
        </p:nvSpPr>
        <p:spPr>
          <a:xfrm xmlns:a="http://schemas.openxmlformats.org/drawingml/2006/main" rot="0" flipH="0" flipV="0">
            <a:off x="5244465" y="2108835"/>
            <a:ext cx="175260" cy="175260"/>
          </a:xfrm>
          <a:prstGeom xmlns:a="http://schemas.openxmlformats.org/drawingml/2006/main" prst="rect">
            <a:avLst/>
          </a:prstGeom>
          <a:solidFill xmlns:a="http://schemas.openxmlformats.org/drawingml/2006/main">
            <a:srgbClr val="FFFFFF"/>
          </a:solidFill>
          <a:ln xmlns:a="http://schemas.openxmlformats.org/drawingml/2006/main" w="7620">
            <a:solidFill>
              <a:srgbClr val="FFFFFF"/>
            </a:solidFill>
          </a:ln>
        </p:spPr>
      </p:sp>
      <p:sp>
        <p:nvSpPr>
          <p:cNvPr id="122" name="03_PREDICTIONS__wind_r0c1">
            <a:extLst xmlns:a="http://schemas.openxmlformats.org/drawingml/2006/main">
              <a:ext uri="{FF2B5EF4-FFF2-40B4-BE49-F238E27FC236}">
                <a16:creationId xmlns:a16="http://schemas.microsoft.com/office/drawing/2014/main" id="{0E5C72CD-6AE0-46C9-A591-618741F76D57}"/>
              </a:ext>
            </a:extLst>
          </p:cNvPr>
          <p:cNvSpPr>
            <a:spLocks xmlns:a="http://schemas.openxmlformats.org/drawingml/2006/main" noGrp="1"/>
          </p:cNvSpPr>
          <p:nvPr/>
        </p:nvSpPr>
        <p:spPr>
          <a:xfrm xmlns:a="http://schemas.openxmlformats.org/drawingml/2006/main" rot="0" flipH="0" flipV="0">
            <a:off x="5419725" y="2108835"/>
            <a:ext cx="175260" cy="175260"/>
          </a:xfrm>
          <a:prstGeom xmlns:a="http://schemas.openxmlformats.org/drawingml/2006/main" prst="rect">
            <a:avLst/>
          </a:prstGeom>
          <a:solidFill xmlns:a="http://schemas.openxmlformats.org/drawingml/2006/main">
            <a:srgbClr val="FFFFFF"/>
          </a:solidFill>
          <a:ln xmlns:a="http://schemas.openxmlformats.org/drawingml/2006/main" w="7620">
            <a:solidFill>
              <a:srgbClr val="FFFFFF"/>
            </a:solidFill>
          </a:ln>
        </p:spPr>
      </p:sp>
      <p:sp>
        <p:nvSpPr>
          <p:cNvPr id="123" name="03_PREDICTIONS__wind_r0c2">
            <a:extLst xmlns:a="http://schemas.openxmlformats.org/drawingml/2006/main">
              <a:ext uri="{FF2B5EF4-FFF2-40B4-BE49-F238E27FC236}">
                <a16:creationId xmlns:a16="http://schemas.microsoft.com/office/drawing/2014/main" id="{0578344F-AA30-439E-80B3-A1C9EE19E335}"/>
              </a:ext>
            </a:extLst>
          </p:cNvPr>
          <p:cNvSpPr>
            <a:spLocks xmlns:a="http://schemas.openxmlformats.org/drawingml/2006/main" noGrp="1"/>
          </p:cNvSpPr>
          <p:nvPr/>
        </p:nvSpPr>
        <p:spPr>
          <a:xfrm xmlns:a="http://schemas.openxmlformats.org/drawingml/2006/main" rot="0" flipH="0" flipV="0">
            <a:off x="5594985" y="2108835"/>
            <a:ext cx="175260" cy="175260"/>
          </a:xfrm>
          <a:prstGeom xmlns:a="http://schemas.openxmlformats.org/drawingml/2006/main" prst="rect">
            <a:avLst/>
          </a:prstGeom>
          <a:solidFill xmlns:a="http://schemas.openxmlformats.org/drawingml/2006/main">
            <a:srgbClr val="FFFFFF"/>
          </a:solidFill>
          <a:ln xmlns:a="http://schemas.openxmlformats.org/drawingml/2006/main" w="7620">
            <a:solidFill>
              <a:srgbClr val="FFFFFF"/>
            </a:solidFill>
          </a:ln>
        </p:spPr>
      </p:sp>
      <p:sp>
        <p:nvSpPr>
          <p:cNvPr id="124" name="03_PREDICTIONS__wind_r0c3">
            <a:extLst xmlns:a="http://schemas.openxmlformats.org/drawingml/2006/main">
              <a:ext uri="{FF2B5EF4-FFF2-40B4-BE49-F238E27FC236}">
                <a16:creationId xmlns:a16="http://schemas.microsoft.com/office/drawing/2014/main" id="{0D5AB91E-6F3A-4914-8EBF-382709B50FD4}"/>
              </a:ext>
            </a:extLst>
          </p:cNvPr>
          <p:cNvSpPr>
            <a:spLocks xmlns:a="http://schemas.openxmlformats.org/drawingml/2006/main" noGrp="1"/>
          </p:cNvSpPr>
          <p:nvPr/>
        </p:nvSpPr>
        <p:spPr>
          <a:xfrm xmlns:a="http://schemas.openxmlformats.org/drawingml/2006/main" rot="0" flipH="0" flipV="0">
            <a:off x="5770245" y="2108835"/>
            <a:ext cx="175260" cy="175260"/>
          </a:xfrm>
          <a:prstGeom xmlns:a="http://schemas.openxmlformats.org/drawingml/2006/main" prst="rect">
            <a:avLst/>
          </a:prstGeom>
          <a:solidFill xmlns:a="http://schemas.openxmlformats.org/drawingml/2006/main">
            <a:srgbClr val="FFFFFF"/>
          </a:solidFill>
          <a:ln xmlns:a="http://schemas.openxmlformats.org/drawingml/2006/main" w="7620">
            <a:solidFill>
              <a:srgbClr val="FFFFFF"/>
            </a:solidFill>
          </a:ln>
        </p:spPr>
      </p:sp>
      <p:sp>
        <p:nvSpPr>
          <p:cNvPr id="125" name="03_PREDICTIONS__wind_r0c4">
            <a:extLst xmlns:a="http://schemas.openxmlformats.org/drawingml/2006/main">
              <a:ext uri="{FF2B5EF4-FFF2-40B4-BE49-F238E27FC236}">
                <a16:creationId xmlns:a16="http://schemas.microsoft.com/office/drawing/2014/main" id="{FBCBA399-CCC7-45EC-A521-1E62B86CD9CF}"/>
              </a:ext>
            </a:extLst>
          </p:cNvPr>
          <p:cNvSpPr>
            <a:spLocks xmlns:a="http://schemas.openxmlformats.org/drawingml/2006/main" noGrp="1"/>
          </p:cNvSpPr>
          <p:nvPr/>
        </p:nvSpPr>
        <p:spPr>
          <a:xfrm xmlns:a="http://schemas.openxmlformats.org/drawingml/2006/main" rot="0" flipH="0" flipV="0">
            <a:off x="5945505" y="2108835"/>
            <a:ext cx="175260" cy="175260"/>
          </a:xfrm>
          <a:prstGeom xmlns:a="http://schemas.openxmlformats.org/drawingml/2006/main" prst="rect">
            <a:avLst/>
          </a:prstGeom>
          <a:solidFill xmlns:a="http://schemas.openxmlformats.org/drawingml/2006/main">
            <a:srgbClr val="606C73"/>
          </a:solidFill>
          <a:ln xmlns:a="http://schemas.openxmlformats.org/drawingml/2006/main" w="7620">
            <a:solidFill>
              <a:srgbClr val="FFFFFF"/>
            </a:solidFill>
          </a:ln>
        </p:spPr>
      </p:sp>
      <p:sp>
        <p:nvSpPr>
          <p:cNvPr id="126" name="03_PREDICTIONS__wind_r0c5">
            <a:extLst xmlns:a="http://schemas.openxmlformats.org/drawingml/2006/main">
              <a:ext uri="{FF2B5EF4-FFF2-40B4-BE49-F238E27FC236}">
                <a16:creationId xmlns:a16="http://schemas.microsoft.com/office/drawing/2014/main" id="{EA129FF8-77E2-4888-B4B8-D8238D028F4C}"/>
              </a:ext>
            </a:extLst>
          </p:cNvPr>
          <p:cNvSpPr>
            <a:spLocks xmlns:a="http://schemas.openxmlformats.org/drawingml/2006/main" noGrp="1"/>
          </p:cNvSpPr>
          <p:nvPr/>
        </p:nvSpPr>
        <p:spPr>
          <a:xfrm xmlns:a="http://schemas.openxmlformats.org/drawingml/2006/main" rot="0" flipH="0" flipV="0">
            <a:off x="6120765" y="2108835"/>
            <a:ext cx="175260" cy="175260"/>
          </a:xfrm>
          <a:prstGeom xmlns:a="http://schemas.openxmlformats.org/drawingml/2006/main" prst="rect">
            <a:avLst/>
          </a:prstGeom>
          <a:solidFill xmlns:a="http://schemas.openxmlformats.org/drawingml/2006/main">
            <a:srgbClr val="FFFFFF"/>
          </a:solidFill>
          <a:ln xmlns:a="http://schemas.openxmlformats.org/drawingml/2006/main" w="7620">
            <a:solidFill>
              <a:srgbClr val="FFFFFF"/>
            </a:solidFill>
          </a:ln>
        </p:spPr>
      </p:sp>
      <p:sp>
        <p:nvSpPr>
          <p:cNvPr id="127" name="03_PREDICTIONS__wind_r0c6">
            <a:extLst xmlns:a="http://schemas.openxmlformats.org/drawingml/2006/main">
              <a:ext uri="{FF2B5EF4-FFF2-40B4-BE49-F238E27FC236}">
                <a16:creationId xmlns:a16="http://schemas.microsoft.com/office/drawing/2014/main" id="{F74360BD-DFAA-4896-8E32-973A7D879AA6}"/>
              </a:ext>
            </a:extLst>
          </p:cNvPr>
          <p:cNvSpPr>
            <a:spLocks xmlns:a="http://schemas.openxmlformats.org/drawingml/2006/main" noGrp="1"/>
          </p:cNvSpPr>
          <p:nvPr/>
        </p:nvSpPr>
        <p:spPr>
          <a:xfrm xmlns:a="http://schemas.openxmlformats.org/drawingml/2006/main" rot="0" flipH="0" flipV="0">
            <a:off x="6296025" y="2108835"/>
            <a:ext cx="175260" cy="175260"/>
          </a:xfrm>
          <a:prstGeom xmlns:a="http://schemas.openxmlformats.org/drawingml/2006/main" prst="rect">
            <a:avLst/>
          </a:prstGeom>
          <a:solidFill xmlns:a="http://schemas.openxmlformats.org/drawingml/2006/main">
            <a:srgbClr val="FFFFFF"/>
          </a:solidFill>
          <a:ln xmlns:a="http://schemas.openxmlformats.org/drawingml/2006/main" w="7620">
            <a:solidFill>
              <a:srgbClr val="FFFFFF"/>
            </a:solidFill>
          </a:ln>
        </p:spPr>
      </p:sp>
      <p:sp>
        <p:nvSpPr>
          <p:cNvPr id="128" name="03_PREDICTIONS__wind_r0c7">
            <a:extLst xmlns:a="http://schemas.openxmlformats.org/drawingml/2006/main">
              <a:ext uri="{FF2B5EF4-FFF2-40B4-BE49-F238E27FC236}">
                <a16:creationId xmlns:a16="http://schemas.microsoft.com/office/drawing/2014/main" id="{356D3955-6CF1-4C1A-A761-21B5129197FD}"/>
              </a:ext>
            </a:extLst>
          </p:cNvPr>
          <p:cNvSpPr>
            <a:spLocks xmlns:a="http://schemas.openxmlformats.org/drawingml/2006/main" noGrp="1"/>
          </p:cNvSpPr>
          <p:nvPr/>
        </p:nvSpPr>
        <p:spPr>
          <a:xfrm xmlns:a="http://schemas.openxmlformats.org/drawingml/2006/main" rot="0" flipH="0" flipV="0">
            <a:off x="6471285" y="2108835"/>
            <a:ext cx="175260" cy="175260"/>
          </a:xfrm>
          <a:prstGeom xmlns:a="http://schemas.openxmlformats.org/drawingml/2006/main" prst="rect">
            <a:avLst/>
          </a:prstGeom>
          <a:solidFill xmlns:a="http://schemas.openxmlformats.org/drawingml/2006/main">
            <a:srgbClr val="FFFFFF"/>
          </a:solidFill>
          <a:ln xmlns:a="http://schemas.openxmlformats.org/drawingml/2006/main" w="7620">
            <a:solidFill>
              <a:srgbClr val="FFFFFF"/>
            </a:solidFill>
          </a:ln>
        </p:spPr>
      </p:sp>
      <p:sp>
        <p:nvSpPr>
          <p:cNvPr id="129" name="03_PREDICTIONS__wind_r0c8">
            <a:extLst xmlns:a="http://schemas.openxmlformats.org/drawingml/2006/main">
              <a:ext uri="{FF2B5EF4-FFF2-40B4-BE49-F238E27FC236}">
                <a16:creationId xmlns:a16="http://schemas.microsoft.com/office/drawing/2014/main" id="{67230394-6CAB-479C-BABB-8BA94F36ED14}"/>
              </a:ext>
            </a:extLst>
          </p:cNvPr>
          <p:cNvSpPr>
            <a:spLocks xmlns:a="http://schemas.openxmlformats.org/drawingml/2006/main" noGrp="1"/>
          </p:cNvSpPr>
          <p:nvPr/>
        </p:nvSpPr>
        <p:spPr>
          <a:xfrm xmlns:a="http://schemas.openxmlformats.org/drawingml/2006/main" rot="0" flipH="0" flipV="0">
            <a:off x="6646545" y="2108835"/>
            <a:ext cx="175260" cy="175260"/>
          </a:xfrm>
          <a:prstGeom xmlns:a="http://schemas.openxmlformats.org/drawingml/2006/main" prst="rect">
            <a:avLst/>
          </a:prstGeom>
          <a:solidFill xmlns:a="http://schemas.openxmlformats.org/drawingml/2006/main">
            <a:srgbClr val="FFFFFF"/>
          </a:solidFill>
          <a:ln xmlns:a="http://schemas.openxmlformats.org/drawingml/2006/main" w="7620">
            <a:solidFill>
              <a:srgbClr val="FFFFFF"/>
            </a:solidFill>
          </a:ln>
        </p:spPr>
      </p:sp>
      <p:sp>
        <p:nvSpPr>
          <p:cNvPr id="130" name="03_PREDICTIONS__wind_r0c9">
            <a:extLst xmlns:a="http://schemas.openxmlformats.org/drawingml/2006/main">
              <a:ext uri="{FF2B5EF4-FFF2-40B4-BE49-F238E27FC236}">
                <a16:creationId xmlns:a16="http://schemas.microsoft.com/office/drawing/2014/main" id="{7C2253C4-1B38-495D-BFEE-559D9C7BD1FF}"/>
              </a:ext>
            </a:extLst>
          </p:cNvPr>
          <p:cNvSpPr>
            <a:spLocks xmlns:a="http://schemas.openxmlformats.org/drawingml/2006/main" noGrp="1"/>
          </p:cNvSpPr>
          <p:nvPr/>
        </p:nvSpPr>
        <p:spPr>
          <a:xfrm xmlns:a="http://schemas.openxmlformats.org/drawingml/2006/main" rot="0" flipH="0" flipV="0">
            <a:off x="6821805" y="2108835"/>
            <a:ext cx="175260" cy="175260"/>
          </a:xfrm>
          <a:prstGeom xmlns:a="http://schemas.openxmlformats.org/drawingml/2006/main" prst="rect">
            <a:avLst/>
          </a:prstGeom>
          <a:solidFill xmlns:a="http://schemas.openxmlformats.org/drawingml/2006/main">
            <a:srgbClr val="FFFFFF"/>
          </a:solidFill>
          <a:ln xmlns:a="http://schemas.openxmlformats.org/drawingml/2006/main" w="7620">
            <a:solidFill>
              <a:srgbClr val="FFFFFF"/>
            </a:solidFill>
          </a:ln>
        </p:spPr>
      </p:sp>
      <p:sp>
        <p:nvSpPr>
          <p:cNvPr id="131" name="03_PREDICTIONS__wind_r1c0">
            <a:extLst xmlns:a="http://schemas.openxmlformats.org/drawingml/2006/main">
              <a:ext uri="{FF2B5EF4-FFF2-40B4-BE49-F238E27FC236}">
                <a16:creationId xmlns:a16="http://schemas.microsoft.com/office/drawing/2014/main" id="{AD7020A7-DB5C-44A3-B6BC-0F9F86D6E899}"/>
              </a:ext>
            </a:extLst>
          </p:cNvPr>
          <p:cNvSpPr>
            <a:spLocks xmlns:a="http://schemas.openxmlformats.org/drawingml/2006/main" noGrp="1"/>
          </p:cNvSpPr>
          <p:nvPr/>
        </p:nvSpPr>
        <p:spPr>
          <a:xfrm xmlns:a="http://schemas.openxmlformats.org/drawingml/2006/main" rot="0" flipH="0" flipV="0">
            <a:off x="5244465" y="2284095"/>
            <a:ext cx="175260" cy="175260"/>
          </a:xfrm>
          <a:prstGeom xmlns:a="http://schemas.openxmlformats.org/drawingml/2006/main" prst="rect">
            <a:avLst/>
          </a:prstGeom>
          <a:solidFill xmlns:a="http://schemas.openxmlformats.org/drawingml/2006/main">
            <a:srgbClr val="FFFFFF"/>
          </a:solidFill>
          <a:ln xmlns:a="http://schemas.openxmlformats.org/drawingml/2006/main" w="7620">
            <a:solidFill>
              <a:srgbClr val="FFFFFF"/>
            </a:solidFill>
          </a:ln>
        </p:spPr>
      </p:sp>
      <p:sp>
        <p:nvSpPr>
          <p:cNvPr id="132" name="03_PREDICTIONS__wind_r1c1">
            <a:extLst xmlns:a="http://schemas.openxmlformats.org/drawingml/2006/main">
              <a:ext uri="{FF2B5EF4-FFF2-40B4-BE49-F238E27FC236}">
                <a16:creationId xmlns:a16="http://schemas.microsoft.com/office/drawing/2014/main" id="{41B1D663-4F20-44FA-B656-1DAD0C3A9BCF}"/>
              </a:ext>
            </a:extLst>
          </p:cNvPr>
          <p:cNvSpPr>
            <a:spLocks xmlns:a="http://schemas.openxmlformats.org/drawingml/2006/main" noGrp="1"/>
          </p:cNvSpPr>
          <p:nvPr/>
        </p:nvSpPr>
        <p:spPr>
          <a:xfrm xmlns:a="http://schemas.openxmlformats.org/drawingml/2006/main" rot="0" flipH="0" flipV="0">
            <a:off x="5419725" y="2284095"/>
            <a:ext cx="175260" cy="175260"/>
          </a:xfrm>
          <a:prstGeom xmlns:a="http://schemas.openxmlformats.org/drawingml/2006/main" prst="rect">
            <a:avLst/>
          </a:prstGeom>
          <a:solidFill xmlns:a="http://schemas.openxmlformats.org/drawingml/2006/main">
            <a:srgbClr val="FFFFFF"/>
          </a:solidFill>
          <a:ln xmlns:a="http://schemas.openxmlformats.org/drawingml/2006/main" w="7620">
            <a:solidFill>
              <a:srgbClr val="FFFFFF"/>
            </a:solidFill>
          </a:ln>
        </p:spPr>
      </p:sp>
      <p:sp>
        <p:nvSpPr>
          <p:cNvPr id="133" name="03_PREDICTIONS__wind_r1c2">
            <a:extLst xmlns:a="http://schemas.openxmlformats.org/drawingml/2006/main">
              <a:ext uri="{FF2B5EF4-FFF2-40B4-BE49-F238E27FC236}">
                <a16:creationId xmlns:a16="http://schemas.microsoft.com/office/drawing/2014/main" id="{62CB7FAE-1F5B-4819-AE00-8DA7B94E0CE8}"/>
              </a:ext>
            </a:extLst>
          </p:cNvPr>
          <p:cNvSpPr>
            <a:spLocks xmlns:a="http://schemas.openxmlformats.org/drawingml/2006/main" noGrp="1"/>
          </p:cNvSpPr>
          <p:nvPr/>
        </p:nvSpPr>
        <p:spPr>
          <a:xfrm xmlns:a="http://schemas.openxmlformats.org/drawingml/2006/main" rot="0" flipH="0" flipV="0">
            <a:off x="5594985" y="2284095"/>
            <a:ext cx="175260" cy="175260"/>
          </a:xfrm>
          <a:prstGeom xmlns:a="http://schemas.openxmlformats.org/drawingml/2006/main" prst="rect">
            <a:avLst/>
          </a:prstGeom>
          <a:solidFill xmlns:a="http://schemas.openxmlformats.org/drawingml/2006/main">
            <a:srgbClr val="FFFFFF"/>
          </a:solidFill>
          <a:ln xmlns:a="http://schemas.openxmlformats.org/drawingml/2006/main" w="7620">
            <a:solidFill>
              <a:srgbClr val="FFFFFF"/>
            </a:solidFill>
          </a:ln>
        </p:spPr>
      </p:sp>
      <p:sp>
        <p:nvSpPr>
          <p:cNvPr id="134" name="03_PREDICTIONS__wind_r1c3">
            <a:extLst xmlns:a="http://schemas.openxmlformats.org/drawingml/2006/main">
              <a:ext uri="{FF2B5EF4-FFF2-40B4-BE49-F238E27FC236}">
                <a16:creationId xmlns:a16="http://schemas.microsoft.com/office/drawing/2014/main" id="{ABEE4035-7727-49E9-B9F9-D44DE00D301A}"/>
              </a:ext>
            </a:extLst>
          </p:cNvPr>
          <p:cNvSpPr>
            <a:spLocks xmlns:a="http://schemas.openxmlformats.org/drawingml/2006/main" noGrp="1"/>
          </p:cNvSpPr>
          <p:nvPr/>
        </p:nvSpPr>
        <p:spPr>
          <a:xfrm xmlns:a="http://schemas.openxmlformats.org/drawingml/2006/main" rot="0" flipH="0" flipV="0">
            <a:off x="5770245" y="2284095"/>
            <a:ext cx="175260" cy="175260"/>
          </a:xfrm>
          <a:prstGeom xmlns:a="http://schemas.openxmlformats.org/drawingml/2006/main" prst="rect">
            <a:avLst/>
          </a:prstGeom>
          <a:solidFill xmlns:a="http://schemas.openxmlformats.org/drawingml/2006/main">
            <a:srgbClr val="FFFFFF"/>
          </a:solidFill>
          <a:ln xmlns:a="http://schemas.openxmlformats.org/drawingml/2006/main" w="7620">
            <a:solidFill>
              <a:srgbClr val="FFFFFF"/>
            </a:solidFill>
          </a:ln>
        </p:spPr>
      </p:sp>
      <p:sp>
        <p:nvSpPr>
          <p:cNvPr id="135" name="03_PREDICTIONS__wind_r1c4">
            <a:extLst xmlns:a="http://schemas.openxmlformats.org/drawingml/2006/main">
              <a:ext uri="{FF2B5EF4-FFF2-40B4-BE49-F238E27FC236}">
                <a16:creationId xmlns:a16="http://schemas.microsoft.com/office/drawing/2014/main" id="{5805447B-B501-48EC-870E-13649DD371BE}"/>
              </a:ext>
            </a:extLst>
          </p:cNvPr>
          <p:cNvSpPr>
            <a:spLocks xmlns:a="http://schemas.openxmlformats.org/drawingml/2006/main" noGrp="1"/>
          </p:cNvSpPr>
          <p:nvPr/>
        </p:nvSpPr>
        <p:spPr>
          <a:xfrm xmlns:a="http://schemas.openxmlformats.org/drawingml/2006/main" rot="0" flipH="0" flipV="0">
            <a:off x="5945505" y="2284095"/>
            <a:ext cx="175260" cy="175260"/>
          </a:xfrm>
          <a:prstGeom xmlns:a="http://schemas.openxmlformats.org/drawingml/2006/main" prst="rect">
            <a:avLst/>
          </a:prstGeom>
          <a:solidFill xmlns:a="http://schemas.openxmlformats.org/drawingml/2006/main">
            <a:srgbClr val="606C73"/>
          </a:solidFill>
          <a:ln xmlns:a="http://schemas.openxmlformats.org/drawingml/2006/main" w="7620">
            <a:solidFill>
              <a:srgbClr val="FFFFFF"/>
            </a:solidFill>
          </a:ln>
        </p:spPr>
      </p:sp>
      <p:sp>
        <p:nvSpPr>
          <p:cNvPr id="136" name="03_PREDICTIONS__wind_r1c5">
            <a:extLst xmlns:a="http://schemas.openxmlformats.org/drawingml/2006/main">
              <a:ext uri="{FF2B5EF4-FFF2-40B4-BE49-F238E27FC236}">
                <a16:creationId xmlns:a16="http://schemas.microsoft.com/office/drawing/2014/main" id="{20ACE5DB-9604-4AF1-8DC7-AEB4EB95679A}"/>
              </a:ext>
            </a:extLst>
          </p:cNvPr>
          <p:cNvSpPr>
            <a:spLocks xmlns:a="http://schemas.openxmlformats.org/drawingml/2006/main" noGrp="1"/>
          </p:cNvSpPr>
          <p:nvPr/>
        </p:nvSpPr>
        <p:spPr>
          <a:xfrm xmlns:a="http://schemas.openxmlformats.org/drawingml/2006/main" rot="0" flipH="0" flipV="0">
            <a:off x="6120765" y="2284095"/>
            <a:ext cx="175260" cy="175260"/>
          </a:xfrm>
          <a:prstGeom xmlns:a="http://schemas.openxmlformats.org/drawingml/2006/main" prst="rect">
            <a:avLst/>
          </a:prstGeom>
          <a:solidFill xmlns:a="http://schemas.openxmlformats.org/drawingml/2006/main">
            <a:srgbClr val="FFFFFF"/>
          </a:solidFill>
          <a:ln xmlns:a="http://schemas.openxmlformats.org/drawingml/2006/main" w="7620">
            <a:solidFill>
              <a:srgbClr val="FFFFFF"/>
            </a:solidFill>
          </a:ln>
        </p:spPr>
      </p:sp>
      <p:sp>
        <p:nvSpPr>
          <p:cNvPr id="137" name="03_PREDICTIONS__wind_r1c6">
            <a:extLst xmlns:a="http://schemas.openxmlformats.org/drawingml/2006/main">
              <a:ext uri="{FF2B5EF4-FFF2-40B4-BE49-F238E27FC236}">
                <a16:creationId xmlns:a16="http://schemas.microsoft.com/office/drawing/2014/main" id="{F4D7ADCD-0062-4B52-A845-70F905128D86}"/>
              </a:ext>
            </a:extLst>
          </p:cNvPr>
          <p:cNvSpPr>
            <a:spLocks xmlns:a="http://schemas.openxmlformats.org/drawingml/2006/main" noGrp="1"/>
          </p:cNvSpPr>
          <p:nvPr/>
        </p:nvSpPr>
        <p:spPr>
          <a:xfrm xmlns:a="http://schemas.openxmlformats.org/drawingml/2006/main" rot="0" flipH="0" flipV="0">
            <a:off x="6296025" y="2284095"/>
            <a:ext cx="175260" cy="175260"/>
          </a:xfrm>
          <a:prstGeom xmlns:a="http://schemas.openxmlformats.org/drawingml/2006/main" prst="rect">
            <a:avLst/>
          </a:prstGeom>
          <a:solidFill xmlns:a="http://schemas.openxmlformats.org/drawingml/2006/main">
            <a:srgbClr val="FFFFFF"/>
          </a:solidFill>
          <a:ln xmlns:a="http://schemas.openxmlformats.org/drawingml/2006/main" w="7620">
            <a:solidFill>
              <a:srgbClr val="FFFFFF"/>
            </a:solidFill>
          </a:ln>
        </p:spPr>
      </p:sp>
      <p:sp>
        <p:nvSpPr>
          <p:cNvPr id="138" name="03_PREDICTIONS__wind_r1c7">
            <a:extLst xmlns:a="http://schemas.openxmlformats.org/drawingml/2006/main">
              <a:ext uri="{FF2B5EF4-FFF2-40B4-BE49-F238E27FC236}">
                <a16:creationId xmlns:a16="http://schemas.microsoft.com/office/drawing/2014/main" id="{5B61F59B-150A-4323-A703-6F39376B0051}"/>
              </a:ext>
            </a:extLst>
          </p:cNvPr>
          <p:cNvSpPr>
            <a:spLocks xmlns:a="http://schemas.openxmlformats.org/drawingml/2006/main" noGrp="1"/>
          </p:cNvSpPr>
          <p:nvPr/>
        </p:nvSpPr>
        <p:spPr>
          <a:xfrm xmlns:a="http://schemas.openxmlformats.org/drawingml/2006/main" rot="0" flipH="0" flipV="0">
            <a:off x="6471285" y="2284095"/>
            <a:ext cx="175260" cy="175260"/>
          </a:xfrm>
          <a:prstGeom xmlns:a="http://schemas.openxmlformats.org/drawingml/2006/main" prst="rect">
            <a:avLst/>
          </a:prstGeom>
          <a:solidFill xmlns:a="http://schemas.openxmlformats.org/drawingml/2006/main">
            <a:srgbClr val="FFFFFF"/>
          </a:solidFill>
          <a:ln xmlns:a="http://schemas.openxmlformats.org/drawingml/2006/main" w="7620">
            <a:solidFill>
              <a:srgbClr val="FFFFFF"/>
            </a:solidFill>
          </a:ln>
        </p:spPr>
      </p:sp>
      <p:sp>
        <p:nvSpPr>
          <p:cNvPr id="139" name="03_PREDICTIONS__wind_r1c8">
            <a:extLst xmlns:a="http://schemas.openxmlformats.org/drawingml/2006/main">
              <a:ext uri="{FF2B5EF4-FFF2-40B4-BE49-F238E27FC236}">
                <a16:creationId xmlns:a16="http://schemas.microsoft.com/office/drawing/2014/main" id="{D2F95AF6-6C69-42AD-87C7-829E73DD0C4D}"/>
              </a:ext>
            </a:extLst>
          </p:cNvPr>
          <p:cNvSpPr>
            <a:spLocks xmlns:a="http://schemas.openxmlformats.org/drawingml/2006/main" noGrp="1"/>
          </p:cNvSpPr>
          <p:nvPr/>
        </p:nvSpPr>
        <p:spPr>
          <a:xfrm xmlns:a="http://schemas.openxmlformats.org/drawingml/2006/main" rot="0" flipH="0" flipV="0">
            <a:off x="6646545" y="2284095"/>
            <a:ext cx="175260" cy="175260"/>
          </a:xfrm>
          <a:prstGeom xmlns:a="http://schemas.openxmlformats.org/drawingml/2006/main" prst="rect">
            <a:avLst/>
          </a:prstGeom>
          <a:solidFill xmlns:a="http://schemas.openxmlformats.org/drawingml/2006/main">
            <a:srgbClr val="FFFFFF"/>
          </a:solidFill>
          <a:ln xmlns:a="http://schemas.openxmlformats.org/drawingml/2006/main" w="7620">
            <a:solidFill>
              <a:srgbClr val="FFFFFF"/>
            </a:solidFill>
          </a:ln>
        </p:spPr>
      </p:sp>
      <p:sp>
        <p:nvSpPr>
          <p:cNvPr id="140" name="03_PREDICTIONS__wind_r1c9">
            <a:extLst xmlns:a="http://schemas.openxmlformats.org/drawingml/2006/main">
              <a:ext uri="{FF2B5EF4-FFF2-40B4-BE49-F238E27FC236}">
                <a16:creationId xmlns:a16="http://schemas.microsoft.com/office/drawing/2014/main" id="{35335F90-4031-47D0-9410-F09F00F7FDCE}"/>
              </a:ext>
            </a:extLst>
          </p:cNvPr>
          <p:cNvSpPr>
            <a:spLocks xmlns:a="http://schemas.openxmlformats.org/drawingml/2006/main" noGrp="1"/>
          </p:cNvSpPr>
          <p:nvPr/>
        </p:nvSpPr>
        <p:spPr>
          <a:xfrm xmlns:a="http://schemas.openxmlformats.org/drawingml/2006/main" rot="0" flipH="0" flipV="0">
            <a:off x="6821805" y="2284095"/>
            <a:ext cx="175260" cy="175260"/>
          </a:xfrm>
          <a:prstGeom xmlns:a="http://schemas.openxmlformats.org/drawingml/2006/main" prst="rect">
            <a:avLst/>
          </a:prstGeom>
          <a:solidFill xmlns:a="http://schemas.openxmlformats.org/drawingml/2006/main">
            <a:srgbClr val="FFFFFF"/>
          </a:solidFill>
          <a:ln xmlns:a="http://schemas.openxmlformats.org/drawingml/2006/main" w="7620">
            <a:solidFill>
              <a:srgbClr val="FFFFFF"/>
            </a:solidFill>
          </a:ln>
        </p:spPr>
      </p:sp>
      <p:sp>
        <p:nvSpPr>
          <p:cNvPr id="141" name="03_PREDICTIONS__wind_r2c0">
            <a:extLst xmlns:a="http://schemas.openxmlformats.org/drawingml/2006/main">
              <a:ext uri="{FF2B5EF4-FFF2-40B4-BE49-F238E27FC236}">
                <a16:creationId xmlns:a16="http://schemas.microsoft.com/office/drawing/2014/main" id="{4F17BDB8-65CB-41F4-B3DB-4216B93646B3}"/>
              </a:ext>
            </a:extLst>
          </p:cNvPr>
          <p:cNvSpPr>
            <a:spLocks xmlns:a="http://schemas.openxmlformats.org/drawingml/2006/main" noGrp="1"/>
          </p:cNvSpPr>
          <p:nvPr/>
        </p:nvSpPr>
        <p:spPr>
          <a:xfrm xmlns:a="http://schemas.openxmlformats.org/drawingml/2006/main" rot="0" flipH="0" flipV="0">
            <a:off x="5244465" y="2459355"/>
            <a:ext cx="175260" cy="175260"/>
          </a:xfrm>
          <a:prstGeom xmlns:a="http://schemas.openxmlformats.org/drawingml/2006/main" prst="rect">
            <a:avLst/>
          </a:prstGeom>
          <a:solidFill xmlns:a="http://schemas.openxmlformats.org/drawingml/2006/main">
            <a:srgbClr val="FFFFFF"/>
          </a:solidFill>
          <a:ln xmlns:a="http://schemas.openxmlformats.org/drawingml/2006/main" w="7620">
            <a:solidFill>
              <a:srgbClr val="FFFFFF"/>
            </a:solidFill>
          </a:ln>
        </p:spPr>
      </p:sp>
      <p:sp>
        <p:nvSpPr>
          <p:cNvPr id="142" name="03_PREDICTIONS__wind_r2c1">
            <a:extLst xmlns:a="http://schemas.openxmlformats.org/drawingml/2006/main">
              <a:ext uri="{FF2B5EF4-FFF2-40B4-BE49-F238E27FC236}">
                <a16:creationId xmlns:a16="http://schemas.microsoft.com/office/drawing/2014/main" id="{BE45090C-7982-4D23-8630-1CD47B8D7D6B}"/>
              </a:ext>
            </a:extLst>
          </p:cNvPr>
          <p:cNvSpPr>
            <a:spLocks xmlns:a="http://schemas.openxmlformats.org/drawingml/2006/main" noGrp="1"/>
          </p:cNvSpPr>
          <p:nvPr/>
        </p:nvSpPr>
        <p:spPr>
          <a:xfrm xmlns:a="http://schemas.openxmlformats.org/drawingml/2006/main" rot="0" flipH="0" flipV="0">
            <a:off x="5419725" y="2459355"/>
            <a:ext cx="175260" cy="175260"/>
          </a:xfrm>
          <a:prstGeom xmlns:a="http://schemas.openxmlformats.org/drawingml/2006/main" prst="rect">
            <a:avLst/>
          </a:prstGeom>
          <a:solidFill xmlns:a="http://schemas.openxmlformats.org/drawingml/2006/main">
            <a:srgbClr val="FFFFFF"/>
          </a:solidFill>
          <a:ln xmlns:a="http://schemas.openxmlformats.org/drawingml/2006/main" w="7620">
            <a:solidFill>
              <a:srgbClr val="FFFFFF"/>
            </a:solidFill>
          </a:ln>
        </p:spPr>
      </p:sp>
      <p:sp>
        <p:nvSpPr>
          <p:cNvPr id="143" name="03_PREDICTIONS__wind_r2c2">
            <a:extLst xmlns:a="http://schemas.openxmlformats.org/drawingml/2006/main">
              <a:ext uri="{FF2B5EF4-FFF2-40B4-BE49-F238E27FC236}">
                <a16:creationId xmlns:a16="http://schemas.microsoft.com/office/drawing/2014/main" id="{7328C30C-1901-44B3-8AFB-D1308EA54384}"/>
              </a:ext>
            </a:extLst>
          </p:cNvPr>
          <p:cNvSpPr>
            <a:spLocks xmlns:a="http://schemas.openxmlformats.org/drawingml/2006/main" noGrp="1"/>
          </p:cNvSpPr>
          <p:nvPr/>
        </p:nvSpPr>
        <p:spPr>
          <a:xfrm xmlns:a="http://schemas.openxmlformats.org/drawingml/2006/main" rot="0" flipH="0" flipV="0">
            <a:off x="5594985" y="2459355"/>
            <a:ext cx="175260" cy="175260"/>
          </a:xfrm>
          <a:prstGeom xmlns:a="http://schemas.openxmlformats.org/drawingml/2006/main" prst="rect">
            <a:avLst/>
          </a:prstGeom>
          <a:solidFill xmlns:a="http://schemas.openxmlformats.org/drawingml/2006/main">
            <a:srgbClr val="FFFFFF"/>
          </a:solidFill>
          <a:ln xmlns:a="http://schemas.openxmlformats.org/drawingml/2006/main" w="7620">
            <a:solidFill>
              <a:srgbClr val="FFFFFF"/>
            </a:solidFill>
          </a:ln>
        </p:spPr>
      </p:sp>
      <p:sp>
        <p:nvSpPr>
          <p:cNvPr id="144" name="03_PREDICTIONS__wind_r2c3">
            <a:extLst xmlns:a="http://schemas.openxmlformats.org/drawingml/2006/main">
              <a:ext uri="{FF2B5EF4-FFF2-40B4-BE49-F238E27FC236}">
                <a16:creationId xmlns:a16="http://schemas.microsoft.com/office/drawing/2014/main" id="{C4DCB29F-F412-405B-A4F1-5A31C717FF01}"/>
              </a:ext>
            </a:extLst>
          </p:cNvPr>
          <p:cNvSpPr>
            <a:spLocks xmlns:a="http://schemas.openxmlformats.org/drawingml/2006/main" noGrp="1"/>
          </p:cNvSpPr>
          <p:nvPr/>
        </p:nvSpPr>
        <p:spPr>
          <a:xfrm xmlns:a="http://schemas.openxmlformats.org/drawingml/2006/main" rot="0" flipH="0" flipV="0">
            <a:off x="5770245" y="2459355"/>
            <a:ext cx="175260" cy="175260"/>
          </a:xfrm>
          <a:prstGeom xmlns:a="http://schemas.openxmlformats.org/drawingml/2006/main" prst="rect">
            <a:avLst/>
          </a:prstGeom>
          <a:solidFill xmlns:a="http://schemas.openxmlformats.org/drawingml/2006/main">
            <a:srgbClr val="FFFFFF"/>
          </a:solidFill>
          <a:ln xmlns:a="http://schemas.openxmlformats.org/drawingml/2006/main" w="7620">
            <a:solidFill>
              <a:srgbClr val="FFFFFF"/>
            </a:solidFill>
          </a:ln>
        </p:spPr>
      </p:sp>
      <p:sp>
        <p:nvSpPr>
          <p:cNvPr id="145" name="03_PREDICTIONS__wind_r2c4">
            <a:extLst xmlns:a="http://schemas.openxmlformats.org/drawingml/2006/main">
              <a:ext uri="{FF2B5EF4-FFF2-40B4-BE49-F238E27FC236}">
                <a16:creationId xmlns:a16="http://schemas.microsoft.com/office/drawing/2014/main" id="{98ACCA7E-EA39-4AA9-9BDE-1EF6637FC1C8}"/>
              </a:ext>
            </a:extLst>
          </p:cNvPr>
          <p:cNvSpPr>
            <a:spLocks xmlns:a="http://schemas.openxmlformats.org/drawingml/2006/main" noGrp="1"/>
          </p:cNvSpPr>
          <p:nvPr/>
        </p:nvSpPr>
        <p:spPr>
          <a:xfrm xmlns:a="http://schemas.openxmlformats.org/drawingml/2006/main" rot="0" flipH="0" flipV="0">
            <a:off x="5945505" y="2459355"/>
            <a:ext cx="175260" cy="175260"/>
          </a:xfrm>
          <a:prstGeom xmlns:a="http://schemas.openxmlformats.org/drawingml/2006/main" prst="rect">
            <a:avLst/>
          </a:prstGeom>
          <a:solidFill xmlns:a="http://schemas.openxmlformats.org/drawingml/2006/main">
            <a:srgbClr val="606C73"/>
          </a:solidFill>
          <a:ln xmlns:a="http://schemas.openxmlformats.org/drawingml/2006/main" w="7620">
            <a:solidFill>
              <a:srgbClr val="FFFFFF"/>
            </a:solidFill>
          </a:ln>
        </p:spPr>
      </p:sp>
      <p:sp>
        <p:nvSpPr>
          <p:cNvPr id="146" name="03_PREDICTIONS__wind_r2c5">
            <a:extLst xmlns:a="http://schemas.openxmlformats.org/drawingml/2006/main">
              <a:ext uri="{FF2B5EF4-FFF2-40B4-BE49-F238E27FC236}">
                <a16:creationId xmlns:a16="http://schemas.microsoft.com/office/drawing/2014/main" id="{EB0BE5F4-A3BD-4B59-9E5D-8DC95F3B3A59}"/>
              </a:ext>
            </a:extLst>
          </p:cNvPr>
          <p:cNvSpPr>
            <a:spLocks xmlns:a="http://schemas.openxmlformats.org/drawingml/2006/main" noGrp="1"/>
          </p:cNvSpPr>
          <p:nvPr/>
        </p:nvSpPr>
        <p:spPr>
          <a:xfrm xmlns:a="http://schemas.openxmlformats.org/drawingml/2006/main" rot="0" flipH="0" flipV="0">
            <a:off x="6120765" y="2459355"/>
            <a:ext cx="175260" cy="175260"/>
          </a:xfrm>
          <a:prstGeom xmlns:a="http://schemas.openxmlformats.org/drawingml/2006/main" prst="rect">
            <a:avLst/>
          </a:prstGeom>
          <a:solidFill xmlns:a="http://schemas.openxmlformats.org/drawingml/2006/main">
            <a:srgbClr val="FFFFFF"/>
          </a:solidFill>
          <a:ln xmlns:a="http://schemas.openxmlformats.org/drawingml/2006/main" w="7620">
            <a:solidFill>
              <a:srgbClr val="FFFFFF"/>
            </a:solidFill>
          </a:ln>
        </p:spPr>
      </p:sp>
      <p:sp>
        <p:nvSpPr>
          <p:cNvPr id="147" name="03_PREDICTIONS__wind_r2c6">
            <a:extLst xmlns:a="http://schemas.openxmlformats.org/drawingml/2006/main">
              <a:ext uri="{FF2B5EF4-FFF2-40B4-BE49-F238E27FC236}">
                <a16:creationId xmlns:a16="http://schemas.microsoft.com/office/drawing/2014/main" id="{DFC5F357-6813-4C08-9063-1408869D7325}"/>
              </a:ext>
            </a:extLst>
          </p:cNvPr>
          <p:cNvSpPr>
            <a:spLocks xmlns:a="http://schemas.openxmlformats.org/drawingml/2006/main" noGrp="1"/>
          </p:cNvSpPr>
          <p:nvPr/>
        </p:nvSpPr>
        <p:spPr>
          <a:xfrm xmlns:a="http://schemas.openxmlformats.org/drawingml/2006/main" rot="0" flipH="0" flipV="0">
            <a:off x="6296025" y="2459355"/>
            <a:ext cx="175260" cy="175260"/>
          </a:xfrm>
          <a:prstGeom xmlns:a="http://schemas.openxmlformats.org/drawingml/2006/main" prst="rect">
            <a:avLst/>
          </a:prstGeom>
          <a:solidFill xmlns:a="http://schemas.openxmlformats.org/drawingml/2006/main">
            <a:srgbClr val="FFFFFF"/>
          </a:solidFill>
          <a:ln xmlns:a="http://schemas.openxmlformats.org/drawingml/2006/main" w="7620">
            <a:solidFill>
              <a:srgbClr val="FFFFFF"/>
            </a:solidFill>
          </a:ln>
        </p:spPr>
      </p:sp>
      <p:sp>
        <p:nvSpPr>
          <p:cNvPr id="148" name="03_PREDICTIONS__wind_r2c7">
            <a:extLst xmlns:a="http://schemas.openxmlformats.org/drawingml/2006/main">
              <a:ext uri="{FF2B5EF4-FFF2-40B4-BE49-F238E27FC236}">
                <a16:creationId xmlns:a16="http://schemas.microsoft.com/office/drawing/2014/main" id="{90A79F1B-3140-4452-97A5-92EB410BB603}"/>
              </a:ext>
            </a:extLst>
          </p:cNvPr>
          <p:cNvSpPr>
            <a:spLocks xmlns:a="http://schemas.openxmlformats.org/drawingml/2006/main" noGrp="1"/>
          </p:cNvSpPr>
          <p:nvPr/>
        </p:nvSpPr>
        <p:spPr>
          <a:xfrm xmlns:a="http://schemas.openxmlformats.org/drawingml/2006/main" rot="0" flipH="0" flipV="0">
            <a:off x="6471285" y="2459355"/>
            <a:ext cx="175260" cy="175260"/>
          </a:xfrm>
          <a:prstGeom xmlns:a="http://schemas.openxmlformats.org/drawingml/2006/main" prst="rect">
            <a:avLst/>
          </a:prstGeom>
          <a:solidFill xmlns:a="http://schemas.openxmlformats.org/drawingml/2006/main">
            <a:srgbClr val="FFFFFF"/>
          </a:solidFill>
          <a:ln xmlns:a="http://schemas.openxmlformats.org/drawingml/2006/main" w="7620">
            <a:solidFill>
              <a:srgbClr val="FFFFFF"/>
            </a:solidFill>
          </a:ln>
        </p:spPr>
      </p:sp>
      <p:sp>
        <p:nvSpPr>
          <p:cNvPr id="149" name="03_PREDICTIONS__wind_r2c8">
            <a:extLst xmlns:a="http://schemas.openxmlformats.org/drawingml/2006/main">
              <a:ext uri="{FF2B5EF4-FFF2-40B4-BE49-F238E27FC236}">
                <a16:creationId xmlns:a16="http://schemas.microsoft.com/office/drawing/2014/main" id="{F56F7B90-A8B7-48FF-9BFD-8CEBB09F054D}"/>
              </a:ext>
            </a:extLst>
          </p:cNvPr>
          <p:cNvSpPr>
            <a:spLocks xmlns:a="http://schemas.openxmlformats.org/drawingml/2006/main" noGrp="1"/>
          </p:cNvSpPr>
          <p:nvPr/>
        </p:nvSpPr>
        <p:spPr>
          <a:xfrm xmlns:a="http://schemas.openxmlformats.org/drawingml/2006/main" rot="0" flipH="0" flipV="0">
            <a:off x="6646545" y="2459355"/>
            <a:ext cx="175260" cy="175260"/>
          </a:xfrm>
          <a:prstGeom xmlns:a="http://schemas.openxmlformats.org/drawingml/2006/main" prst="rect">
            <a:avLst/>
          </a:prstGeom>
          <a:solidFill xmlns:a="http://schemas.openxmlformats.org/drawingml/2006/main">
            <a:srgbClr val="FFFFFF"/>
          </a:solidFill>
          <a:ln xmlns:a="http://schemas.openxmlformats.org/drawingml/2006/main" w="7620">
            <a:solidFill>
              <a:srgbClr val="FFFFFF"/>
            </a:solidFill>
          </a:ln>
        </p:spPr>
      </p:sp>
      <p:sp>
        <p:nvSpPr>
          <p:cNvPr id="150" name="03_PREDICTIONS__wind_r2c9">
            <a:extLst xmlns:a="http://schemas.openxmlformats.org/drawingml/2006/main">
              <a:ext uri="{FF2B5EF4-FFF2-40B4-BE49-F238E27FC236}">
                <a16:creationId xmlns:a16="http://schemas.microsoft.com/office/drawing/2014/main" id="{3CAF2BF8-850F-4AD2-B4B7-75D509C10785}"/>
              </a:ext>
            </a:extLst>
          </p:cNvPr>
          <p:cNvSpPr>
            <a:spLocks xmlns:a="http://schemas.openxmlformats.org/drawingml/2006/main" noGrp="1"/>
          </p:cNvSpPr>
          <p:nvPr/>
        </p:nvSpPr>
        <p:spPr>
          <a:xfrm xmlns:a="http://schemas.openxmlformats.org/drawingml/2006/main" rot="0" flipH="0" flipV="0">
            <a:off x="6821805" y="2459355"/>
            <a:ext cx="175260" cy="175260"/>
          </a:xfrm>
          <a:prstGeom xmlns:a="http://schemas.openxmlformats.org/drawingml/2006/main" prst="rect">
            <a:avLst/>
          </a:prstGeom>
          <a:solidFill xmlns:a="http://schemas.openxmlformats.org/drawingml/2006/main">
            <a:srgbClr val="FFFFFF"/>
          </a:solidFill>
          <a:ln xmlns:a="http://schemas.openxmlformats.org/drawingml/2006/main" w="7620">
            <a:solidFill>
              <a:srgbClr val="FFFFFF"/>
            </a:solidFill>
          </a:ln>
        </p:spPr>
      </p:sp>
      <p:sp>
        <p:nvSpPr>
          <p:cNvPr id="151" name="03_PREDICTIONS__wind_r3c0">
            <a:extLst xmlns:a="http://schemas.openxmlformats.org/drawingml/2006/main">
              <a:ext uri="{FF2B5EF4-FFF2-40B4-BE49-F238E27FC236}">
                <a16:creationId xmlns:a16="http://schemas.microsoft.com/office/drawing/2014/main" id="{D90403E1-EF15-48FF-9399-3B6EA96E8678}"/>
              </a:ext>
            </a:extLst>
          </p:cNvPr>
          <p:cNvSpPr>
            <a:spLocks xmlns:a="http://schemas.openxmlformats.org/drawingml/2006/main" noGrp="1"/>
          </p:cNvSpPr>
          <p:nvPr/>
        </p:nvSpPr>
        <p:spPr>
          <a:xfrm xmlns:a="http://schemas.openxmlformats.org/drawingml/2006/main" rot="0" flipH="0" flipV="0">
            <a:off x="5244465" y="2634615"/>
            <a:ext cx="175260" cy="175260"/>
          </a:xfrm>
          <a:prstGeom xmlns:a="http://schemas.openxmlformats.org/drawingml/2006/main" prst="rect">
            <a:avLst/>
          </a:prstGeom>
          <a:solidFill xmlns:a="http://schemas.openxmlformats.org/drawingml/2006/main">
            <a:srgbClr val="FFFFFF"/>
          </a:solidFill>
          <a:ln xmlns:a="http://schemas.openxmlformats.org/drawingml/2006/main" w="7620">
            <a:solidFill>
              <a:srgbClr val="FFFFFF"/>
            </a:solidFill>
          </a:ln>
        </p:spPr>
      </p:sp>
      <p:sp>
        <p:nvSpPr>
          <p:cNvPr id="152" name="03_PREDICTIONS__wind_r3c1">
            <a:extLst xmlns:a="http://schemas.openxmlformats.org/drawingml/2006/main">
              <a:ext uri="{FF2B5EF4-FFF2-40B4-BE49-F238E27FC236}">
                <a16:creationId xmlns:a16="http://schemas.microsoft.com/office/drawing/2014/main" id="{6CCA680B-6C38-4F28-AF2B-8EBD571BDB6B}"/>
              </a:ext>
            </a:extLst>
          </p:cNvPr>
          <p:cNvSpPr>
            <a:spLocks xmlns:a="http://schemas.openxmlformats.org/drawingml/2006/main" noGrp="1"/>
          </p:cNvSpPr>
          <p:nvPr/>
        </p:nvSpPr>
        <p:spPr>
          <a:xfrm xmlns:a="http://schemas.openxmlformats.org/drawingml/2006/main" rot="0" flipH="0" flipV="0">
            <a:off x="5419725" y="2634615"/>
            <a:ext cx="175260" cy="175260"/>
          </a:xfrm>
          <a:prstGeom xmlns:a="http://schemas.openxmlformats.org/drawingml/2006/main" prst="rect">
            <a:avLst/>
          </a:prstGeom>
          <a:solidFill xmlns:a="http://schemas.openxmlformats.org/drawingml/2006/main">
            <a:srgbClr val="FFFFFF"/>
          </a:solidFill>
          <a:ln xmlns:a="http://schemas.openxmlformats.org/drawingml/2006/main" w="7620">
            <a:solidFill>
              <a:srgbClr val="FFFFFF"/>
            </a:solidFill>
          </a:ln>
        </p:spPr>
      </p:sp>
      <p:sp>
        <p:nvSpPr>
          <p:cNvPr id="153" name="03_PREDICTIONS__wind_r3c2">
            <a:extLst xmlns:a="http://schemas.openxmlformats.org/drawingml/2006/main">
              <a:ext uri="{FF2B5EF4-FFF2-40B4-BE49-F238E27FC236}">
                <a16:creationId xmlns:a16="http://schemas.microsoft.com/office/drawing/2014/main" id="{800C050A-AD5A-47F8-812F-9C777FEDE031}"/>
              </a:ext>
            </a:extLst>
          </p:cNvPr>
          <p:cNvSpPr>
            <a:spLocks xmlns:a="http://schemas.openxmlformats.org/drawingml/2006/main" noGrp="1"/>
          </p:cNvSpPr>
          <p:nvPr/>
        </p:nvSpPr>
        <p:spPr>
          <a:xfrm xmlns:a="http://schemas.openxmlformats.org/drawingml/2006/main" rot="0" flipH="0" flipV="0">
            <a:off x="5594985" y="2634615"/>
            <a:ext cx="175260" cy="175260"/>
          </a:xfrm>
          <a:prstGeom xmlns:a="http://schemas.openxmlformats.org/drawingml/2006/main" prst="rect">
            <a:avLst/>
          </a:prstGeom>
          <a:solidFill xmlns:a="http://schemas.openxmlformats.org/drawingml/2006/main">
            <a:srgbClr val="FFFFFF"/>
          </a:solidFill>
          <a:ln xmlns:a="http://schemas.openxmlformats.org/drawingml/2006/main" w="7620">
            <a:solidFill>
              <a:srgbClr val="FFFFFF"/>
            </a:solidFill>
          </a:ln>
        </p:spPr>
      </p:sp>
      <p:sp>
        <p:nvSpPr>
          <p:cNvPr id="154" name="03_PREDICTIONS__wind_r3c3">
            <a:extLst xmlns:a="http://schemas.openxmlformats.org/drawingml/2006/main">
              <a:ext uri="{FF2B5EF4-FFF2-40B4-BE49-F238E27FC236}">
                <a16:creationId xmlns:a16="http://schemas.microsoft.com/office/drawing/2014/main" id="{2A267999-8641-4DAB-A760-A31E524DAD9C}"/>
              </a:ext>
            </a:extLst>
          </p:cNvPr>
          <p:cNvSpPr>
            <a:spLocks xmlns:a="http://schemas.openxmlformats.org/drawingml/2006/main" noGrp="1"/>
          </p:cNvSpPr>
          <p:nvPr/>
        </p:nvSpPr>
        <p:spPr>
          <a:xfrm xmlns:a="http://schemas.openxmlformats.org/drawingml/2006/main" rot="0" flipH="0" flipV="0">
            <a:off x="5770245" y="2634615"/>
            <a:ext cx="175260" cy="175260"/>
          </a:xfrm>
          <a:prstGeom xmlns:a="http://schemas.openxmlformats.org/drawingml/2006/main" prst="rect">
            <a:avLst/>
          </a:prstGeom>
          <a:solidFill xmlns:a="http://schemas.openxmlformats.org/drawingml/2006/main">
            <a:srgbClr val="FFFFFF"/>
          </a:solidFill>
          <a:ln xmlns:a="http://schemas.openxmlformats.org/drawingml/2006/main" w="7620">
            <a:solidFill>
              <a:srgbClr val="FFFFFF"/>
            </a:solidFill>
          </a:ln>
        </p:spPr>
      </p:sp>
      <p:sp>
        <p:nvSpPr>
          <p:cNvPr id="155" name="03_PREDICTIONS__wind_r3c4">
            <a:extLst xmlns:a="http://schemas.openxmlformats.org/drawingml/2006/main">
              <a:ext uri="{FF2B5EF4-FFF2-40B4-BE49-F238E27FC236}">
                <a16:creationId xmlns:a16="http://schemas.microsoft.com/office/drawing/2014/main" id="{9C9168FD-2996-4009-8D9C-E5B84BE7A81E}"/>
              </a:ext>
            </a:extLst>
          </p:cNvPr>
          <p:cNvSpPr>
            <a:spLocks xmlns:a="http://schemas.openxmlformats.org/drawingml/2006/main" noGrp="1"/>
          </p:cNvSpPr>
          <p:nvPr/>
        </p:nvSpPr>
        <p:spPr>
          <a:xfrm xmlns:a="http://schemas.openxmlformats.org/drawingml/2006/main" rot="0" flipH="0" flipV="0">
            <a:off x="5945505" y="2634615"/>
            <a:ext cx="175260" cy="175260"/>
          </a:xfrm>
          <a:prstGeom xmlns:a="http://schemas.openxmlformats.org/drawingml/2006/main" prst="rect">
            <a:avLst/>
          </a:prstGeom>
          <a:solidFill xmlns:a="http://schemas.openxmlformats.org/drawingml/2006/main">
            <a:srgbClr val="FFFFFF"/>
          </a:solidFill>
          <a:ln xmlns:a="http://schemas.openxmlformats.org/drawingml/2006/main" w="7620">
            <a:solidFill>
              <a:srgbClr val="FFFFFF"/>
            </a:solidFill>
          </a:ln>
        </p:spPr>
      </p:sp>
      <p:sp>
        <p:nvSpPr>
          <p:cNvPr id="156" name="03_PREDICTIONS__wind_r3c5">
            <a:extLst xmlns:a="http://schemas.openxmlformats.org/drawingml/2006/main">
              <a:ext uri="{FF2B5EF4-FFF2-40B4-BE49-F238E27FC236}">
                <a16:creationId xmlns:a16="http://schemas.microsoft.com/office/drawing/2014/main" id="{316695A0-588C-4BA2-BAAF-CCF0EF8A1997}"/>
              </a:ext>
            </a:extLst>
          </p:cNvPr>
          <p:cNvSpPr>
            <a:spLocks xmlns:a="http://schemas.openxmlformats.org/drawingml/2006/main" noGrp="1"/>
          </p:cNvSpPr>
          <p:nvPr/>
        </p:nvSpPr>
        <p:spPr>
          <a:xfrm xmlns:a="http://schemas.openxmlformats.org/drawingml/2006/main" rot="0" flipH="0" flipV="0">
            <a:off x="6120765" y="2634615"/>
            <a:ext cx="175260" cy="175260"/>
          </a:xfrm>
          <a:prstGeom xmlns:a="http://schemas.openxmlformats.org/drawingml/2006/main" prst="rect">
            <a:avLst/>
          </a:prstGeom>
          <a:solidFill xmlns:a="http://schemas.openxmlformats.org/drawingml/2006/main">
            <a:srgbClr val="FFFFFF"/>
          </a:solidFill>
          <a:ln xmlns:a="http://schemas.openxmlformats.org/drawingml/2006/main" w="7620">
            <a:solidFill>
              <a:srgbClr val="FFFFFF"/>
            </a:solidFill>
          </a:ln>
        </p:spPr>
      </p:sp>
      <p:sp>
        <p:nvSpPr>
          <p:cNvPr id="157" name="03_PREDICTIONS__wind_r3c6">
            <a:extLst xmlns:a="http://schemas.openxmlformats.org/drawingml/2006/main">
              <a:ext uri="{FF2B5EF4-FFF2-40B4-BE49-F238E27FC236}">
                <a16:creationId xmlns:a16="http://schemas.microsoft.com/office/drawing/2014/main" id="{FA5B4856-B3D8-4711-B567-C0CEDBB6EAE1}"/>
              </a:ext>
            </a:extLst>
          </p:cNvPr>
          <p:cNvSpPr>
            <a:spLocks xmlns:a="http://schemas.openxmlformats.org/drawingml/2006/main" noGrp="1"/>
          </p:cNvSpPr>
          <p:nvPr/>
        </p:nvSpPr>
        <p:spPr>
          <a:xfrm xmlns:a="http://schemas.openxmlformats.org/drawingml/2006/main" rot="0" flipH="0" flipV="0">
            <a:off x="6296025" y="2634615"/>
            <a:ext cx="175260" cy="175260"/>
          </a:xfrm>
          <a:prstGeom xmlns:a="http://schemas.openxmlformats.org/drawingml/2006/main" prst="rect">
            <a:avLst/>
          </a:prstGeom>
          <a:solidFill xmlns:a="http://schemas.openxmlformats.org/drawingml/2006/main">
            <a:srgbClr val="FFFFFF"/>
          </a:solidFill>
          <a:ln xmlns:a="http://schemas.openxmlformats.org/drawingml/2006/main" w="7620">
            <a:solidFill>
              <a:srgbClr val="FFFFFF"/>
            </a:solidFill>
          </a:ln>
        </p:spPr>
      </p:sp>
      <p:sp>
        <p:nvSpPr>
          <p:cNvPr id="158" name="03_PREDICTIONS__wind_r3c7">
            <a:extLst xmlns:a="http://schemas.openxmlformats.org/drawingml/2006/main">
              <a:ext uri="{FF2B5EF4-FFF2-40B4-BE49-F238E27FC236}">
                <a16:creationId xmlns:a16="http://schemas.microsoft.com/office/drawing/2014/main" id="{E495D3A6-95D2-407E-8FD1-BCB50D37353F}"/>
              </a:ext>
            </a:extLst>
          </p:cNvPr>
          <p:cNvSpPr>
            <a:spLocks xmlns:a="http://schemas.openxmlformats.org/drawingml/2006/main" noGrp="1"/>
          </p:cNvSpPr>
          <p:nvPr/>
        </p:nvSpPr>
        <p:spPr>
          <a:xfrm xmlns:a="http://schemas.openxmlformats.org/drawingml/2006/main" rot="0" flipH="0" flipV="0">
            <a:off x="6471285" y="2634615"/>
            <a:ext cx="175260" cy="175260"/>
          </a:xfrm>
          <a:prstGeom xmlns:a="http://schemas.openxmlformats.org/drawingml/2006/main" prst="rect">
            <a:avLst/>
          </a:prstGeom>
          <a:solidFill xmlns:a="http://schemas.openxmlformats.org/drawingml/2006/main">
            <a:srgbClr val="FFFFFF"/>
          </a:solidFill>
          <a:ln xmlns:a="http://schemas.openxmlformats.org/drawingml/2006/main" w="7620">
            <a:solidFill>
              <a:srgbClr val="FFFFFF"/>
            </a:solidFill>
          </a:ln>
        </p:spPr>
      </p:sp>
      <p:sp>
        <p:nvSpPr>
          <p:cNvPr id="159" name="03_PREDICTIONS__wind_r3c8">
            <a:extLst xmlns:a="http://schemas.openxmlformats.org/drawingml/2006/main">
              <a:ext uri="{FF2B5EF4-FFF2-40B4-BE49-F238E27FC236}">
                <a16:creationId xmlns:a16="http://schemas.microsoft.com/office/drawing/2014/main" id="{F3E8B79B-EAF9-4725-8D88-2CDD3D193984}"/>
              </a:ext>
            </a:extLst>
          </p:cNvPr>
          <p:cNvSpPr>
            <a:spLocks xmlns:a="http://schemas.openxmlformats.org/drawingml/2006/main" noGrp="1"/>
          </p:cNvSpPr>
          <p:nvPr/>
        </p:nvSpPr>
        <p:spPr>
          <a:xfrm xmlns:a="http://schemas.openxmlformats.org/drawingml/2006/main" rot="0" flipH="0" flipV="0">
            <a:off x="6646545" y="2634615"/>
            <a:ext cx="175260" cy="175260"/>
          </a:xfrm>
          <a:prstGeom xmlns:a="http://schemas.openxmlformats.org/drawingml/2006/main" prst="rect">
            <a:avLst/>
          </a:prstGeom>
          <a:solidFill xmlns:a="http://schemas.openxmlformats.org/drawingml/2006/main">
            <a:srgbClr val="FFFFFF"/>
          </a:solidFill>
          <a:ln xmlns:a="http://schemas.openxmlformats.org/drawingml/2006/main" w="7620">
            <a:solidFill>
              <a:srgbClr val="FFFFFF"/>
            </a:solidFill>
          </a:ln>
        </p:spPr>
      </p:sp>
      <p:sp>
        <p:nvSpPr>
          <p:cNvPr id="160" name="03_PREDICTIONS__wind_r3c9">
            <a:extLst xmlns:a="http://schemas.openxmlformats.org/drawingml/2006/main">
              <a:ext uri="{FF2B5EF4-FFF2-40B4-BE49-F238E27FC236}">
                <a16:creationId xmlns:a16="http://schemas.microsoft.com/office/drawing/2014/main" id="{ED4E51C0-6C2E-48A0-BE45-628C6BAAF0E9}"/>
              </a:ext>
            </a:extLst>
          </p:cNvPr>
          <p:cNvSpPr>
            <a:spLocks xmlns:a="http://schemas.openxmlformats.org/drawingml/2006/main" noGrp="1"/>
          </p:cNvSpPr>
          <p:nvPr/>
        </p:nvSpPr>
        <p:spPr>
          <a:xfrm xmlns:a="http://schemas.openxmlformats.org/drawingml/2006/main" rot="0" flipH="0" flipV="0">
            <a:off x="6821805" y="2634615"/>
            <a:ext cx="175260" cy="175260"/>
          </a:xfrm>
          <a:prstGeom xmlns:a="http://schemas.openxmlformats.org/drawingml/2006/main" prst="rect">
            <a:avLst/>
          </a:prstGeom>
          <a:solidFill xmlns:a="http://schemas.openxmlformats.org/drawingml/2006/main">
            <a:srgbClr val="FFFFFF"/>
          </a:solidFill>
          <a:ln xmlns:a="http://schemas.openxmlformats.org/drawingml/2006/main" w="7620">
            <a:solidFill>
              <a:srgbClr val="FFFFFF"/>
            </a:solidFill>
          </a:ln>
        </p:spPr>
      </p:sp>
      <p:sp>
        <p:nvSpPr>
          <p:cNvPr id="161" name="03_PREDICTIONS__wind_r4c0">
            <a:extLst xmlns:a="http://schemas.openxmlformats.org/drawingml/2006/main">
              <a:ext uri="{FF2B5EF4-FFF2-40B4-BE49-F238E27FC236}">
                <a16:creationId xmlns:a16="http://schemas.microsoft.com/office/drawing/2014/main" id="{1D95A69E-2E90-4A2F-A2EE-9ED66974F54E}"/>
              </a:ext>
            </a:extLst>
          </p:cNvPr>
          <p:cNvSpPr>
            <a:spLocks xmlns:a="http://schemas.openxmlformats.org/drawingml/2006/main" noGrp="1"/>
          </p:cNvSpPr>
          <p:nvPr/>
        </p:nvSpPr>
        <p:spPr>
          <a:xfrm xmlns:a="http://schemas.openxmlformats.org/drawingml/2006/main" rot="0" flipH="0" flipV="0">
            <a:off x="5244465" y="2809875"/>
            <a:ext cx="175260" cy="175260"/>
          </a:xfrm>
          <a:prstGeom xmlns:a="http://schemas.openxmlformats.org/drawingml/2006/main" prst="rect">
            <a:avLst/>
          </a:prstGeom>
          <a:solidFill xmlns:a="http://schemas.openxmlformats.org/drawingml/2006/main">
            <a:srgbClr val="FFFFFF"/>
          </a:solidFill>
          <a:ln xmlns:a="http://schemas.openxmlformats.org/drawingml/2006/main" w="7620">
            <a:solidFill>
              <a:srgbClr val="FFFFFF"/>
            </a:solidFill>
          </a:ln>
        </p:spPr>
      </p:sp>
      <p:sp>
        <p:nvSpPr>
          <p:cNvPr id="162" name="03_PREDICTIONS__wind_r4c1">
            <a:extLst xmlns:a="http://schemas.openxmlformats.org/drawingml/2006/main">
              <a:ext uri="{FF2B5EF4-FFF2-40B4-BE49-F238E27FC236}">
                <a16:creationId xmlns:a16="http://schemas.microsoft.com/office/drawing/2014/main" id="{A0E853FC-6A1D-4F86-9F20-D29F5A215E12}"/>
              </a:ext>
            </a:extLst>
          </p:cNvPr>
          <p:cNvSpPr>
            <a:spLocks xmlns:a="http://schemas.openxmlformats.org/drawingml/2006/main" noGrp="1"/>
          </p:cNvSpPr>
          <p:nvPr/>
        </p:nvSpPr>
        <p:spPr>
          <a:xfrm xmlns:a="http://schemas.openxmlformats.org/drawingml/2006/main" rot="0" flipH="0" flipV="0">
            <a:off x="5419725" y="2809875"/>
            <a:ext cx="175260" cy="175260"/>
          </a:xfrm>
          <a:prstGeom xmlns:a="http://schemas.openxmlformats.org/drawingml/2006/main" prst="rect">
            <a:avLst/>
          </a:prstGeom>
          <a:solidFill xmlns:a="http://schemas.openxmlformats.org/drawingml/2006/main">
            <a:srgbClr val="FFFFFF"/>
          </a:solidFill>
          <a:ln xmlns:a="http://schemas.openxmlformats.org/drawingml/2006/main" w="7620">
            <a:solidFill>
              <a:srgbClr val="FFFFFF"/>
            </a:solidFill>
          </a:ln>
        </p:spPr>
      </p:sp>
      <p:sp>
        <p:nvSpPr>
          <p:cNvPr id="163" name="03_PREDICTIONS__wind_r4c2">
            <a:extLst xmlns:a="http://schemas.openxmlformats.org/drawingml/2006/main">
              <a:ext uri="{FF2B5EF4-FFF2-40B4-BE49-F238E27FC236}">
                <a16:creationId xmlns:a16="http://schemas.microsoft.com/office/drawing/2014/main" id="{E4DDEB3D-55FF-4085-B46D-B14F34594F9F}"/>
              </a:ext>
            </a:extLst>
          </p:cNvPr>
          <p:cNvSpPr>
            <a:spLocks xmlns:a="http://schemas.openxmlformats.org/drawingml/2006/main" noGrp="1"/>
          </p:cNvSpPr>
          <p:nvPr/>
        </p:nvSpPr>
        <p:spPr>
          <a:xfrm xmlns:a="http://schemas.openxmlformats.org/drawingml/2006/main" rot="0" flipH="0" flipV="0">
            <a:off x="5594985" y="2809875"/>
            <a:ext cx="175260" cy="175260"/>
          </a:xfrm>
          <a:prstGeom xmlns:a="http://schemas.openxmlformats.org/drawingml/2006/main" prst="rect">
            <a:avLst/>
          </a:prstGeom>
          <a:solidFill xmlns:a="http://schemas.openxmlformats.org/drawingml/2006/main">
            <a:srgbClr val="FFFFFF"/>
          </a:solidFill>
          <a:ln xmlns:a="http://schemas.openxmlformats.org/drawingml/2006/main" w="7620">
            <a:solidFill>
              <a:srgbClr val="FFFFFF"/>
            </a:solidFill>
          </a:ln>
        </p:spPr>
      </p:sp>
      <p:sp>
        <p:nvSpPr>
          <p:cNvPr id="164" name="03_PREDICTIONS__wind_r4c3">
            <a:extLst xmlns:a="http://schemas.openxmlformats.org/drawingml/2006/main">
              <a:ext uri="{FF2B5EF4-FFF2-40B4-BE49-F238E27FC236}">
                <a16:creationId xmlns:a16="http://schemas.microsoft.com/office/drawing/2014/main" id="{7FE5778D-36A3-4AD4-BCF9-6AAA06459C8F}"/>
              </a:ext>
            </a:extLst>
          </p:cNvPr>
          <p:cNvSpPr>
            <a:spLocks xmlns:a="http://schemas.openxmlformats.org/drawingml/2006/main" noGrp="1"/>
          </p:cNvSpPr>
          <p:nvPr/>
        </p:nvSpPr>
        <p:spPr>
          <a:xfrm xmlns:a="http://schemas.openxmlformats.org/drawingml/2006/main" rot="0" flipH="0" flipV="0">
            <a:off x="5770245" y="2809875"/>
            <a:ext cx="175260" cy="175260"/>
          </a:xfrm>
          <a:prstGeom xmlns:a="http://schemas.openxmlformats.org/drawingml/2006/main" prst="rect">
            <a:avLst/>
          </a:prstGeom>
          <a:solidFill xmlns:a="http://schemas.openxmlformats.org/drawingml/2006/main">
            <a:srgbClr val="FFFFFF"/>
          </a:solidFill>
          <a:ln xmlns:a="http://schemas.openxmlformats.org/drawingml/2006/main" w="7620">
            <a:solidFill>
              <a:srgbClr val="FFFFFF"/>
            </a:solidFill>
          </a:ln>
        </p:spPr>
      </p:sp>
      <p:sp>
        <p:nvSpPr>
          <p:cNvPr id="165" name="03_PREDICTIONS__wind_r4c4">
            <a:extLst xmlns:a="http://schemas.openxmlformats.org/drawingml/2006/main">
              <a:ext uri="{FF2B5EF4-FFF2-40B4-BE49-F238E27FC236}">
                <a16:creationId xmlns:a16="http://schemas.microsoft.com/office/drawing/2014/main" id="{85CF37B7-C91A-41EF-80EB-D2D25D62A418}"/>
              </a:ext>
            </a:extLst>
          </p:cNvPr>
          <p:cNvSpPr>
            <a:spLocks xmlns:a="http://schemas.openxmlformats.org/drawingml/2006/main" noGrp="1"/>
          </p:cNvSpPr>
          <p:nvPr/>
        </p:nvSpPr>
        <p:spPr>
          <a:xfrm xmlns:a="http://schemas.openxmlformats.org/drawingml/2006/main" rot="0" flipH="0" flipV="0">
            <a:off x="5945505" y="2809875"/>
            <a:ext cx="175260" cy="175260"/>
          </a:xfrm>
          <a:prstGeom xmlns:a="http://schemas.openxmlformats.org/drawingml/2006/main" prst="rect">
            <a:avLst/>
          </a:prstGeom>
          <a:solidFill xmlns:a="http://schemas.openxmlformats.org/drawingml/2006/main">
            <a:srgbClr val="FFFFFF"/>
          </a:solidFill>
          <a:ln xmlns:a="http://schemas.openxmlformats.org/drawingml/2006/main" w="7620">
            <a:solidFill>
              <a:srgbClr val="FFFFFF"/>
            </a:solidFill>
          </a:ln>
        </p:spPr>
      </p:sp>
      <p:sp>
        <p:nvSpPr>
          <p:cNvPr id="166" name="03_PREDICTIONS__wind_r4c5">
            <a:extLst xmlns:a="http://schemas.openxmlformats.org/drawingml/2006/main">
              <a:ext uri="{FF2B5EF4-FFF2-40B4-BE49-F238E27FC236}">
                <a16:creationId xmlns:a16="http://schemas.microsoft.com/office/drawing/2014/main" id="{BCF12538-BA5B-4CFB-84AD-A47596BC7D16}"/>
              </a:ext>
            </a:extLst>
          </p:cNvPr>
          <p:cNvSpPr>
            <a:spLocks xmlns:a="http://schemas.openxmlformats.org/drawingml/2006/main" noGrp="1"/>
          </p:cNvSpPr>
          <p:nvPr/>
        </p:nvSpPr>
        <p:spPr>
          <a:xfrm xmlns:a="http://schemas.openxmlformats.org/drawingml/2006/main" rot="0" flipH="0" flipV="0">
            <a:off x="6120765" y="2809875"/>
            <a:ext cx="175260" cy="175260"/>
          </a:xfrm>
          <a:prstGeom xmlns:a="http://schemas.openxmlformats.org/drawingml/2006/main" prst="rect">
            <a:avLst/>
          </a:prstGeom>
          <a:solidFill xmlns:a="http://schemas.openxmlformats.org/drawingml/2006/main">
            <a:srgbClr val="FFFFFF"/>
          </a:solidFill>
          <a:ln xmlns:a="http://schemas.openxmlformats.org/drawingml/2006/main" w="7620">
            <a:solidFill>
              <a:srgbClr val="FFFFFF"/>
            </a:solidFill>
          </a:ln>
        </p:spPr>
      </p:sp>
      <p:sp>
        <p:nvSpPr>
          <p:cNvPr id="167" name="03_PREDICTIONS__wind_r4c6">
            <a:extLst xmlns:a="http://schemas.openxmlformats.org/drawingml/2006/main">
              <a:ext uri="{FF2B5EF4-FFF2-40B4-BE49-F238E27FC236}">
                <a16:creationId xmlns:a16="http://schemas.microsoft.com/office/drawing/2014/main" id="{05768744-5F2E-41C1-B2A1-F3A9457EBCBB}"/>
              </a:ext>
            </a:extLst>
          </p:cNvPr>
          <p:cNvSpPr>
            <a:spLocks xmlns:a="http://schemas.openxmlformats.org/drawingml/2006/main" noGrp="1"/>
          </p:cNvSpPr>
          <p:nvPr/>
        </p:nvSpPr>
        <p:spPr>
          <a:xfrm xmlns:a="http://schemas.openxmlformats.org/drawingml/2006/main" rot="0" flipH="0" flipV="0">
            <a:off x="6296025" y="2809875"/>
            <a:ext cx="175260" cy="175260"/>
          </a:xfrm>
          <a:prstGeom xmlns:a="http://schemas.openxmlformats.org/drawingml/2006/main" prst="rect">
            <a:avLst/>
          </a:prstGeom>
          <a:solidFill xmlns:a="http://schemas.openxmlformats.org/drawingml/2006/main">
            <a:srgbClr val="FFFFFF"/>
          </a:solidFill>
          <a:ln xmlns:a="http://schemas.openxmlformats.org/drawingml/2006/main" w="7620">
            <a:solidFill>
              <a:srgbClr val="FFFFFF"/>
            </a:solidFill>
          </a:ln>
        </p:spPr>
      </p:sp>
      <p:sp>
        <p:nvSpPr>
          <p:cNvPr id="168" name="03_PREDICTIONS__wind_r4c7">
            <a:extLst xmlns:a="http://schemas.openxmlformats.org/drawingml/2006/main">
              <a:ext uri="{FF2B5EF4-FFF2-40B4-BE49-F238E27FC236}">
                <a16:creationId xmlns:a16="http://schemas.microsoft.com/office/drawing/2014/main" id="{B80AFAA7-CD67-4C41-8C83-DDF130D389F4}"/>
              </a:ext>
            </a:extLst>
          </p:cNvPr>
          <p:cNvSpPr>
            <a:spLocks xmlns:a="http://schemas.openxmlformats.org/drawingml/2006/main" noGrp="1"/>
          </p:cNvSpPr>
          <p:nvPr/>
        </p:nvSpPr>
        <p:spPr>
          <a:xfrm xmlns:a="http://schemas.openxmlformats.org/drawingml/2006/main" rot="0" flipH="0" flipV="0">
            <a:off x="6471285" y="2809875"/>
            <a:ext cx="175260" cy="175260"/>
          </a:xfrm>
          <a:prstGeom xmlns:a="http://schemas.openxmlformats.org/drawingml/2006/main" prst="rect">
            <a:avLst/>
          </a:prstGeom>
          <a:solidFill xmlns:a="http://schemas.openxmlformats.org/drawingml/2006/main">
            <a:srgbClr val="FFFFFF"/>
          </a:solidFill>
          <a:ln xmlns:a="http://schemas.openxmlformats.org/drawingml/2006/main" w="7620">
            <a:solidFill>
              <a:srgbClr val="FFFFFF"/>
            </a:solidFill>
          </a:ln>
        </p:spPr>
      </p:sp>
      <p:sp>
        <p:nvSpPr>
          <p:cNvPr id="169" name="03_PREDICTIONS__wind_r4c8">
            <a:extLst xmlns:a="http://schemas.openxmlformats.org/drawingml/2006/main">
              <a:ext uri="{FF2B5EF4-FFF2-40B4-BE49-F238E27FC236}">
                <a16:creationId xmlns:a16="http://schemas.microsoft.com/office/drawing/2014/main" id="{170784F4-E3DF-4089-91F8-4523FDE19C2E}"/>
              </a:ext>
            </a:extLst>
          </p:cNvPr>
          <p:cNvSpPr>
            <a:spLocks xmlns:a="http://schemas.openxmlformats.org/drawingml/2006/main" noGrp="1"/>
          </p:cNvSpPr>
          <p:nvPr/>
        </p:nvSpPr>
        <p:spPr>
          <a:xfrm xmlns:a="http://schemas.openxmlformats.org/drawingml/2006/main" rot="0" flipH="0" flipV="0">
            <a:off x="6646545" y="2809875"/>
            <a:ext cx="175260" cy="175260"/>
          </a:xfrm>
          <a:prstGeom xmlns:a="http://schemas.openxmlformats.org/drawingml/2006/main" prst="rect">
            <a:avLst/>
          </a:prstGeom>
          <a:solidFill xmlns:a="http://schemas.openxmlformats.org/drawingml/2006/main">
            <a:srgbClr val="FFFFFF"/>
          </a:solidFill>
          <a:ln xmlns:a="http://schemas.openxmlformats.org/drawingml/2006/main" w="7620">
            <a:solidFill>
              <a:srgbClr val="FFFFFF"/>
            </a:solidFill>
          </a:ln>
        </p:spPr>
      </p:sp>
      <p:sp>
        <p:nvSpPr>
          <p:cNvPr id="170" name="03_PREDICTIONS__wind_r4c9">
            <a:extLst xmlns:a="http://schemas.openxmlformats.org/drawingml/2006/main">
              <a:ext uri="{FF2B5EF4-FFF2-40B4-BE49-F238E27FC236}">
                <a16:creationId xmlns:a16="http://schemas.microsoft.com/office/drawing/2014/main" id="{E7C9C029-844E-4E65-AFAC-D2F5B9052D25}"/>
              </a:ext>
            </a:extLst>
          </p:cNvPr>
          <p:cNvSpPr>
            <a:spLocks xmlns:a="http://schemas.openxmlformats.org/drawingml/2006/main" noGrp="1"/>
          </p:cNvSpPr>
          <p:nvPr/>
        </p:nvSpPr>
        <p:spPr>
          <a:xfrm xmlns:a="http://schemas.openxmlformats.org/drawingml/2006/main" rot="0" flipH="0" flipV="0">
            <a:off x="6821805" y="2809875"/>
            <a:ext cx="175260" cy="175260"/>
          </a:xfrm>
          <a:prstGeom xmlns:a="http://schemas.openxmlformats.org/drawingml/2006/main" prst="rect">
            <a:avLst/>
          </a:prstGeom>
          <a:solidFill xmlns:a="http://schemas.openxmlformats.org/drawingml/2006/main">
            <a:srgbClr val="FFFFFF"/>
          </a:solidFill>
          <a:ln xmlns:a="http://schemas.openxmlformats.org/drawingml/2006/main" w="7620">
            <a:solidFill>
              <a:srgbClr val="FFFFFF"/>
            </a:solidFill>
          </a:ln>
        </p:spPr>
      </p:sp>
      <p:sp>
        <p:nvSpPr>
          <p:cNvPr id="171" name="03_PREDICTIONS__wind_r5c0">
            <a:extLst xmlns:a="http://schemas.openxmlformats.org/drawingml/2006/main">
              <a:ext uri="{FF2B5EF4-FFF2-40B4-BE49-F238E27FC236}">
                <a16:creationId xmlns:a16="http://schemas.microsoft.com/office/drawing/2014/main" id="{66591C5A-BFAF-43E3-B7A6-C53689511701}"/>
              </a:ext>
            </a:extLst>
          </p:cNvPr>
          <p:cNvSpPr>
            <a:spLocks xmlns:a="http://schemas.openxmlformats.org/drawingml/2006/main" noGrp="1"/>
          </p:cNvSpPr>
          <p:nvPr/>
        </p:nvSpPr>
        <p:spPr>
          <a:xfrm xmlns:a="http://schemas.openxmlformats.org/drawingml/2006/main" rot="0" flipH="0" flipV="0">
            <a:off x="5244465" y="2985135"/>
            <a:ext cx="175260" cy="175260"/>
          </a:xfrm>
          <a:prstGeom xmlns:a="http://schemas.openxmlformats.org/drawingml/2006/main" prst="rect">
            <a:avLst/>
          </a:prstGeom>
          <a:solidFill xmlns:a="http://schemas.openxmlformats.org/drawingml/2006/main">
            <a:srgbClr val="FFFFFF"/>
          </a:solidFill>
          <a:ln xmlns:a="http://schemas.openxmlformats.org/drawingml/2006/main" w="7620">
            <a:solidFill>
              <a:srgbClr val="FFFFFF"/>
            </a:solidFill>
          </a:ln>
        </p:spPr>
      </p:sp>
      <p:sp>
        <p:nvSpPr>
          <p:cNvPr id="172" name="03_PREDICTIONS__wind_r5c1">
            <a:extLst xmlns:a="http://schemas.openxmlformats.org/drawingml/2006/main">
              <a:ext uri="{FF2B5EF4-FFF2-40B4-BE49-F238E27FC236}">
                <a16:creationId xmlns:a16="http://schemas.microsoft.com/office/drawing/2014/main" id="{DAC5F44D-07CD-4FAA-8C3F-56DF5E4ED3FF}"/>
              </a:ext>
            </a:extLst>
          </p:cNvPr>
          <p:cNvSpPr>
            <a:spLocks xmlns:a="http://schemas.openxmlformats.org/drawingml/2006/main" noGrp="1"/>
          </p:cNvSpPr>
          <p:nvPr/>
        </p:nvSpPr>
        <p:spPr>
          <a:xfrm xmlns:a="http://schemas.openxmlformats.org/drawingml/2006/main" rot="0" flipH="0" flipV="0">
            <a:off x="5419725" y="2985135"/>
            <a:ext cx="175260" cy="175260"/>
          </a:xfrm>
          <a:prstGeom xmlns:a="http://schemas.openxmlformats.org/drawingml/2006/main" prst="rect">
            <a:avLst/>
          </a:prstGeom>
          <a:solidFill xmlns:a="http://schemas.openxmlformats.org/drawingml/2006/main">
            <a:srgbClr val="FFFFFF"/>
          </a:solidFill>
          <a:ln xmlns:a="http://schemas.openxmlformats.org/drawingml/2006/main" w="7620">
            <a:solidFill>
              <a:srgbClr val="FFFFFF"/>
            </a:solidFill>
          </a:ln>
        </p:spPr>
      </p:sp>
      <p:sp>
        <p:nvSpPr>
          <p:cNvPr id="173" name="03_PREDICTIONS__wind_r5c2">
            <a:extLst xmlns:a="http://schemas.openxmlformats.org/drawingml/2006/main">
              <a:ext uri="{FF2B5EF4-FFF2-40B4-BE49-F238E27FC236}">
                <a16:creationId xmlns:a16="http://schemas.microsoft.com/office/drawing/2014/main" id="{A26C8235-EB98-42AC-9196-D7CB6EE55458}"/>
              </a:ext>
            </a:extLst>
          </p:cNvPr>
          <p:cNvSpPr>
            <a:spLocks xmlns:a="http://schemas.openxmlformats.org/drawingml/2006/main" noGrp="1"/>
          </p:cNvSpPr>
          <p:nvPr/>
        </p:nvSpPr>
        <p:spPr>
          <a:xfrm xmlns:a="http://schemas.openxmlformats.org/drawingml/2006/main" rot="0" flipH="0" flipV="0">
            <a:off x="5594985" y="2985135"/>
            <a:ext cx="175260" cy="175260"/>
          </a:xfrm>
          <a:prstGeom xmlns:a="http://schemas.openxmlformats.org/drawingml/2006/main" prst="rect">
            <a:avLst/>
          </a:prstGeom>
          <a:solidFill xmlns:a="http://schemas.openxmlformats.org/drawingml/2006/main">
            <a:srgbClr val="FFFFFF"/>
          </a:solidFill>
          <a:ln xmlns:a="http://schemas.openxmlformats.org/drawingml/2006/main" w="7620">
            <a:solidFill>
              <a:srgbClr val="FFFFFF"/>
            </a:solidFill>
          </a:ln>
        </p:spPr>
      </p:sp>
      <p:sp>
        <p:nvSpPr>
          <p:cNvPr id="174" name="03_PREDICTIONS__wind_r5c3">
            <a:extLst xmlns:a="http://schemas.openxmlformats.org/drawingml/2006/main">
              <a:ext uri="{FF2B5EF4-FFF2-40B4-BE49-F238E27FC236}">
                <a16:creationId xmlns:a16="http://schemas.microsoft.com/office/drawing/2014/main" id="{D6832A6F-A200-4E79-B2D8-D6253C965AB9}"/>
              </a:ext>
            </a:extLst>
          </p:cNvPr>
          <p:cNvSpPr>
            <a:spLocks xmlns:a="http://schemas.openxmlformats.org/drawingml/2006/main" noGrp="1"/>
          </p:cNvSpPr>
          <p:nvPr/>
        </p:nvSpPr>
        <p:spPr>
          <a:xfrm xmlns:a="http://schemas.openxmlformats.org/drawingml/2006/main" rot="0" flipH="0" flipV="0">
            <a:off x="5770245" y="2985135"/>
            <a:ext cx="175260" cy="175260"/>
          </a:xfrm>
          <a:prstGeom xmlns:a="http://schemas.openxmlformats.org/drawingml/2006/main" prst="rect">
            <a:avLst/>
          </a:prstGeom>
          <a:solidFill xmlns:a="http://schemas.openxmlformats.org/drawingml/2006/main">
            <a:srgbClr val="FFFFFF"/>
          </a:solidFill>
          <a:ln xmlns:a="http://schemas.openxmlformats.org/drawingml/2006/main" w="7620">
            <a:solidFill>
              <a:srgbClr val="FFFFFF"/>
            </a:solidFill>
          </a:ln>
        </p:spPr>
      </p:sp>
      <p:sp>
        <p:nvSpPr>
          <p:cNvPr id="175" name="03_PREDICTIONS__wind_r5c4">
            <a:extLst xmlns:a="http://schemas.openxmlformats.org/drawingml/2006/main">
              <a:ext uri="{FF2B5EF4-FFF2-40B4-BE49-F238E27FC236}">
                <a16:creationId xmlns:a16="http://schemas.microsoft.com/office/drawing/2014/main" id="{3B683640-EC91-4246-8F59-24D8B0CCE848}"/>
              </a:ext>
            </a:extLst>
          </p:cNvPr>
          <p:cNvSpPr>
            <a:spLocks xmlns:a="http://schemas.openxmlformats.org/drawingml/2006/main" noGrp="1"/>
          </p:cNvSpPr>
          <p:nvPr/>
        </p:nvSpPr>
        <p:spPr>
          <a:xfrm xmlns:a="http://schemas.openxmlformats.org/drawingml/2006/main" rot="0" flipH="0" flipV="0">
            <a:off x="5945505" y="2985135"/>
            <a:ext cx="175260" cy="175260"/>
          </a:xfrm>
          <a:prstGeom xmlns:a="http://schemas.openxmlformats.org/drawingml/2006/main" prst="rect">
            <a:avLst/>
          </a:prstGeom>
          <a:solidFill xmlns:a="http://schemas.openxmlformats.org/drawingml/2006/main">
            <a:srgbClr val="606C73"/>
          </a:solidFill>
          <a:ln xmlns:a="http://schemas.openxmlformats.org/drawingml/2006/main" w="7620">
            <a:solidFill>
              <a:srgbClr val="FFFFFF"/>
            </a:solidFill>
          </a:ln>
        </p:spPr>
      </p:sp>
      <p:sp>
        <p:nvSpPr>
          <p:cNvPr id="176" name="03_PREDICTIONS__wind_r5c5">
            <a:extLst xmlns:a="http://schemas.openxmlformats.org/drawingml/2006/main">
              <a:ext uri="{FF2B5EF4-FFF2-40B4-BE49-F238E27FC236}">
                <a16:creationId xmlns:a16="http://schemas.microsoft.com/office/drawing/2014/main" id="{CAA4D60F-9623-4A78-8931-DED27D556CEE}"/>
              </a:ext>
            </a:extLst>
          </p:cNvPr>
          <p:cNvSpPr>
            <a:spLocks xmlns:a="http://schemas.openxmlformats.org/drawingml/2006/main" noGrp="1"/>
          </p:cNvSpPr>
          <p:nvPr/>
        </p:nvSpPr>
        <p:spPr>
          <a:xfrm xmlns:a="http://schemas.openxmlformats.org/drawingml/2006/main" rot="0" flipH="0" flipV="0">
            <a:off x="6120765" y="2985135"/>
            <a:ext cx="175260" cy="175260"/>
          </a:xfrm>
          <a:prstGeom xmlns:a="http://schemas.openxmlformats.org/drawingml/2006/main" prst="rect">
            <a:avLst/>
          </a:prstGeom>
          <a:solidFill xmlns:a="http://schemas.openxmlformats.org/drawingml/2006/main">
            <a:srgbClr val="FFFFFF"/>
          </a:solidFill>
          <a:ln xmlns:a="http://schemas.openxmlformats.org/drawingml/2006/main" w="7620">
            <a:solidFill>
              <a:srgbClr val="FFFFFF"/>
            </a:solidFill>
          </a:ln>
        </p:spPr>
      </p:sp>
      <p:sp>
        <p:nvSpPr>
          <p:cNvPr id="177" name="03_PREDICTIONS__wind_r5c6">
            <a:extLst xmlns:a="http://schemas.openxmlformats.org/drawingml/2006/main">
              <a:ext uri="{FF2B5EF4-FFF2-40B4-BE49-F238E27FC236}">
                <a16:creationId xmlns:a16="http://schemas.microsoft.com/office/drawing/2014/main" id="{B681388D-2E5C-43B7-94A6-7DA8DD3355BC}"/>
              </a:ext>
            </a:extLst>
          </p:cNvPr>
          <p:cNvSpPr>
            <a:spLocks xmlns:a="http://schemas.openxmlformats.org/drawingml/2006/main" noGrp="1"/>
          </p:cNvSpPr>
          <p:nvPr/>
        </p:nvSpPr>
        <p:spPr>
          <a:xfrm xmlns:a="http://schemas.openxmlformats.org/drawingml/2006/main" rot="0" flipH="0" flipV="0">
            <a:off x="6296025" y="2985135"/>
            <a:ext cx="175260" cy="175260"/>
          </a:xfrm>
          <a:prstGeom xmlns:a="http://schemas.openxmlformats.org/drawingml/2006/main" prst="rect">
            <a:avLst/>
          </a:prstGeom>
          <a:solidFill xmlns:a="http://schemas.openxmlformats.org/drawingml/2006/main">
            <a:srgbClr val="FFFFFF"/>
          </a:solidFill>
          <a:ln xmlns:a="http://schemas.openxmlformats.org/drawingml/2006/main" w="7620">
            <a:solidFill>
              <a:srgbClr val="FFFFFF"/>
            </a:solidFill>
          </a:ln>
        </p:spPr>
      </p:sp>
      <p:sp>
        <p:nvSpPr>
          <p:cNvPr id="178" name="03_PREDICTIONS__wind_r5c7">
            <a:extLst xmlns:a="http://schemas.openxmlformats.org/drawingml/2006/main">
              <a:ext uri="{FF2B5EF4-FFF2-40B4-BE49-F238E27FC236}">
                <a16:creationId xmlns:a16="http://schemas.microsoft.com/office/drawing/2014/main" id="{DF43657F-D403-4428-B09D-27EFFFCAA56F}"/>
              </a:ext>
            </a:extLst>
          </p:cNvPr>
          <p:cNvSpPr>
            <a:spLocks xmlns:a="http://schemas.openxmlformats.org/drawingml/2006/main" noGrp="1"/>
          </p:cNvSpPr>
          <p:nvPr/>
        </p:nvSpPr>
        <p:spPr>
          <a:xfrm xmlns:a="http://schemas.openxmlformats.org/drawingml/2006/main" rot="0" flipH="0" flipV="0">
            <a:off x="6471285" y="2985135"/>
            <a:ext cx="175260" cy="175260"/>
          </a:xfrm>
          <a:prstGeom xmlns:a="http://schemas.openxmlformats.org/drawingml/2006/main" prst="rect">
            <a:avLst/>
          </a:prstGeom>
          <a:solidFill xmlns:a="http://schemas.openxmlformats.org/drawingml/2006/main">
            <a:srgbClr val="606C73"/>
          </a:solidFill>
          <a:ln xmlns:a="http://schemas.openxmlformats.org/drawingml/2006/main" w="7620">
            <a:solidFill>
              <a:srgbClr val="FFFFFF"/>
            </a:solidFill>
          </a:ln>
        </p:spPr>
      </p:sp>
      <p:sp>
        <p:nvSpPr>
          <p:cNvPr id="179" name="03_PREDICTIONS__wind_r5c8">
            <a:extLst xmlns:a="http://schemas.openxmlformats.org/drawingml/2006/main">
              <a:ext uri="{FF2B5EF4-FFF2-40B4-BE49-F238E27FC236}">
                <a16:creationId xmlns:a16="http://schemas.microsoft.com/office/drawing/2014/main" id="{89B80BBD-C2C4-4904-A73A-0A178C7BD94B}"/>
              </a:ext>
            </a:extLst>
          </p:cNvPr>
          <p:cNvSpPr>
            <a:spLocks xmlns:a="http://schemas.openxmlformats.org/drawingml/2006/main" noGrp="1"/>
          </p:cNvSpPr>
          <p:nvPr/>
        </p:nvSpPr>
        <p:spPr>
          <a:xfrm xmlns:a="http://schemas.openxmlformats.org/drawingml/2006/main" rot="0" flipH="0" flipV="0">
            <a:off x="6646545" y="2985135"/>
            <a:ext cx="175260" cy="175260"/>
          </a:xfrm>
          <a:prstGeom xmlns:a="http://schemas.openxmlformats.org/drawingml/2006/main" prst="rect">
            <a:avLst/>
          </a:prstGeom>
          <a:solidFill xmlns:a="http://schemas.openxmlformats.org/drawingml/2006/main">
            <a:srgbClr val="606C73"/>
          </a:solidFill>
          <a:ln xmlns:a="http://schemas.openxmlformats.org/drawingml/2006/main" w="7620">
            <a:solidFill>
              <a:srgbClr val="FFFFFF"/>
            </a:solidFill>
          </a:ln>
        </p:spPr>
      </p:sp>
      <p:sp>
        <p:nvSpPr>
          <p:cNvPr id="180" name="03_PREDICTIONS__wind_r5c9">
            <a:extLst xmlns:a="http://schemas.openxmlformats.org/drawingml/2006/main">
              <a:ext uri="{FF2B5EF4-FFF2-40B4-BE49-F238E27FC236}">
                <a16:creationId xmlns:a16="http://schemas.microsoft.com/office/drawing/2014/main" id="{8C1E9A8D-655B-4DE9-A01D-6BE6DEF5937C}"/>
              </a:ext>
            </a:extLst>
          </p:cNvPr>
          <p:cNvSpPr>
            <a:spLocks xmlns:a="http://schemas.openxmlformats.org/drawingml/2006/main" noGrp="1"/>
          </p:cNvSpPr>
          <p:nvPr/>
        </p:nvSpPr>
        <p:spPr>
          <a:xfrm xmlns:a="http://schemas.openxmlformats.org/drawingml/2006/main" rot="0" flipH="0" flipV="0">
            <a:off x="6821805" y="2985135"/>
            <a:ext cx="175260" cy="175260"/>
          </a:xfrm>
          <a:prstGeom xmlns:a="http://schemas.openxmlformats.org/drawingml/2006/main" prst="rect">
            <a:avLst/>
          </a:prstGeom>
          <a:solidFill xmlns:a="http://schemas.openxmlformats.org/drawingml/2006/main">
            <a:srgbClr val="606C73"/>
          </a:solidFill>
          <a:ln xmlns:a="http://schemas.openxmlformats.org/drawingml/2006/main" w="7620">
            <a:solidFill>
              <a:srgbClr val="FFFFFF"/>
            </a:solidFill>
          </a:ln>
        </p:spPr>
      </p:sp>
      <p:sp>
        <p:nvSpPr>
          <p:cNvPr id="181" name="03_PREDICTIONS__wind_r6c0">
            <a:extLst xmlns:a="http://schemas.openxmlformats.org/drawingml/2006/main">
              <a:ext uri="{FF2B5EF4-FFF2-40B4-BE49-F238E27FC236}">
                <a16:creationId xmlns:a16="http://schemas.microsoft.com/office/drawing/2014/main" id="{14AFEFC8-5CA6-4E15-A2BD-5CF0060BA795}"/>
              </a:ext>
            </a:extLst>
          </p:cNvPr>
          <p:cNvSpPr>
            <a:spLocks xmlns:a="http://schemas.openxmlformats.org/drawingml/2006/main" noGrp="1"/>
          </p:cNvSpPr>
          <p:nvPr/>
        </p:nvSpPr>
        <p:spPr>
          <a:xfrm xmlns:a="http://schemas.openxmlformats.org/drawingml/2006/main" rot="0" flipH="0" flipV="0">
            <a:off x="5244465" y="3160395"/>
            <a:ext cx="175260" cy="175260"/>
          </a:xfrm>
          <a:prstGeom xmlns:a="http://schemas.openxmlformats.org/drawingml/2006/main" prst="rect">
            <a:avLst/>
          </a:prstGeom>
          <a:solidFill xmlns:a="http://schemas.openxmlformats.org/drawingml/2006/main">
            <a:srgbClr val="FFFFFF"/>
          </a:solidFill>
          <a:ln xmlns:a="http://schemas.openxmlformats.org/drawingml/2006/main" w="7620">
            <a:solidFill>
              <a:srgbClr val="FFFFFF"/>
            </a:solidFill>
          </a:ln>
        </p:spPr>
      </p:sp>
      <p:sp>
        <p:nvSpPr>
          <p:cNvPr id="182" name="03_PREDICTIONS__wind_r6c1">
            <a:extLst xmlns:a="http://schemas.openxmlformats.org/drawingml/2006/main">
              <a:ext uri="{FF2B5EF4-FFF2-40B4-BE49-F238E27FC236}">
                <a16:creationId xmlns:a16="http://schemas.microsoft.com/office/drawing/2014/main" id="{20257A7D-7A31-4276-83E8-746EAD445DAB}"/>
              </a:ext>
            </a:extLst>
          </p:cNvPr>
          <p:cNvSpPr>
            <a:spLocks xmlns:a="http://schemas.openxmlformats.org/drawingml/2006/main" noGrp="1"/>
          </p:cNvSpPr>
          <p:nvPr/>
        </p:nvSpPr>
        <p:spPr>
          <a:xfrm xmlns:a="http://schemas.openxmlformats.org/drawingml/2006/main" rot="0" flipH="0" flipV="0">
            <a:off x="5419725" y="3160395"/>
            <a:ext cx="175260" cy="175260"/>
          </a:xfrm>
          <a:prstGeom xmlns:a="http://schemas.openxmlformats.org/drawingml/2006/main" prst="rect">
            <a:avLst/>
          </a:prstGeom>
          <a:solidFill xmlns:a="http://schemas.openxmlformats.org/drawingml/2006/main">
            <a:srgbClr val="FFFFFF"/>
          </a:solidFill>
          <a:ln xmlns:a="http://schemas.openxmlformats.org/drawingml/2006/main" w="7620">
            <a:solidFill>
              <a:srgbClr val="FFFFFF"/>
            </a:solidFill>
          </a:ln>
        </p:spPr>
      </p:sp>
      <p:sp>
        <p:nvSpPr>
          <p:cNvPr id="183" name="03_PREDICTIONS__wind_r6c2">
            <a:extLst xmlns:a="http://schemas.openxmlformats.org/drawingml/2006/main">
              <a:ext uri="{FF2B5EF4-FFF2-40B4-BE49-F238E27FC236}">
                <a16:creationId xmlns:a16="http://schemas.microsoft.com/office/drawing/2014/main" id="{47CF6DD7-403A-4DD3-B9F5-30BA46B6B17F}"/>
              </a:ext>
            </a:extLst>
          </p:cNvPr>
          <p:cNvSpPr>
            <a:spLocks xmlns:a="http://schemas.openxmlformats.org/drawingml/2006/main" noGrp="1"/>
          </p:cNvSpPr>
          <p:nvPr/>
        </p:nvSpPr>
        <p:spPr>
          <a:xfrm xmlns:a="http://schemas.openxmlformats.org/drawingml/2006/main" rot="0" flipH="0" flipV="0">
            <a:off x="5594985" y="3160395"/>
            <a:ext cx="175260" cy="175260"/>
          </a:xfrm>
          <a:prstGeom xmlns:a="http://schemas.openxmlformats.org/drawingml/2006/main" prst="rect">
            <a:avLst/>
          </a:prstGeom>
          <a:solidFill xmlns:a="http://schemas.openxmlformats.org/drawingml/2006/main">
            <a:srgbClr val="FFFFFF"/>
          </a:solidFill>
          <a:ln xmlns:a="http://schemas.openxmlformats.org/drawingml/2006/main" w="7620">
            <a:solidFill>
              <a:srgbClr val="FFFFFF"/>
            </a:solidFill>
          </a:ln>
        </p:spPr>
      </p:sp>
      <p:sp>
        <p:nvSpPr>
          <p:cNvPr id="184" name="03_PREDICTIONS__wind_r6c3">
            <a:extLst xmlns:a="http://schemas.openxmlformats.org/drawingml/2006/main">
              <a:ext uri="{FF2B5EF4-FFF2-40B4-BE49-F238E27FC236}">
                <a16:creationId xmlns:a16="http://schemas.microsoft.com/office/drawing/2014/main" id="{35661B6E-8899-4831-9E6C-3EA3DDE68B95}"/>
              </a:ext>
            </a:extLst>
          </p:cNvPr>
          <p:cNvSpPr>
            <a:spLocks xmlns:a="http://schemas.openxmlformats.org/drawingml/2006/main" noGrp="1"/>
          </p:cNvSpPr>
          <p:nvPr/>
        </p:nvSpPr>
        <p:spPr>
          <a:xfrm xmlns:a="http://schemas.openxmlformats.org/drawingml/2006/main" rot="0" flipH="0" flipV="0">
            <a:off x="5770245" y="3160395"/>
            <a:ext cx="175260" cy="175260"/>
          </a:xfrm>
          <a:prstGeom xmlns:a="http://schemas.openxmlformats.org/drawingml/2006/main" prst="rect">
            <a:avLst/>
          </a:prstGeom>
          <a:solidFill xmlns:a="http://schemas.openxmlformats.org/drawingml/2006/main">
            <a:srgbClr val="FFFFFF"/>
          </a:solidFill>
          <a:ln xmlns:a="http://schemas.openxmlformats.org/drawingml/2006/main" w="7620">
            <a:solidFill>
              <a:srgbClr val="FFFFFF"/>
            </a:solidFill>
          </a:ln>
        </p:spPr>
      </p:sp>
      <p:sp>
        <p:nvSpPr>
          <p:cNvPr id="185" name="03_PREDICTIONS__wind_r6c4">
            <a:extLst xmlns:a="http://schemas.openxmlformats.org/drawingml/2006/main">
              <a:ext uri="{FF2B5EF4-FFF2-40B4-BE49-F238E27FC236}">
                <a16:creationId xmlns:a16="http://schemas.microsoft.com/office/drawing/2014/main" id="{3368920A-A92A-4E96-AE2F-68D730515A27}"/>
              </a:ext>
            </a:extLst>
          </p:cNvPr>
          <p:cNvSpPr>
            <a:spLocks xmlns:a="http://schemas.openxmlformats.org/drawingml/2006/main" noGrp="1"/>
          </p:cNvSpPr>
          <p:nvPr/>
        </p:nvSpPr>
        <p:spPr>
          <a:xfrm xmlns:a="http://schemas.openxmlformats.org/drawingml/2006/main" rot="0" flipH="0" flipV="0">
            <a:off x="5945505" y="3160395"/>
            <a:ext cx="175260" cy="175260"/>
          </a:xfrm>
          <a:prstGeom xmlns:a="http://schemas.openxmlformats.org/drawingml/2006/main" prst="rect">
            <a:avLst/>
          </a:prstGeom>
          <a:solidFill xmlns:a="http://schemas.openxmlformats.org/drawingml/2006/main">
            <a:srgbClr val="606C73"/>
          </a:solidFill>
          <a:ln xmlns:a="http://schemas.openxmlformats.org/drawingml/2006/main" w="7620">
            <a:solidFill>
              <a:srgbClr val="FFFFFF"/>
            </a:solidFill>
          </a:ln>
        </p:spPr>
      </p:sp>
      <p:sp>
        <p:nvSpPr>
          <p:cNvPr id="186" name="03_PREDICTIONS__wind_r6c5">
            <a:extLst xmlns:a="http://schemas.openxmlformats.org/drawingml/2006/main">
              <a:ext uri="{FF2B5EF4-FFF2-40B4-BE49-F238E27FC236}">
                <a16:creationId xmlns:a16="http://schemas.microsoft.com/office/drawing/2014/main" id="{F2AF1996-D2A9-4410-A6AB-31FAAC76EC1D}"/>
              </a:ext>
            </a:extLst>
          </p:cNvPr>
          <p:cNvSpPr>
            <a:spLocks xmlns:a="http://schemas.openxmlformats.org/drawingml/2006/main" noGrp="1"/>
          </p:cNvSpPr>
          <p:nvPr/>
        </p:nvSpPr>
        <p:spPr>
          <a:xfrm xmlns:a="http://schemas.openxmlformats.org/drawingml/2006/main" rot="0" flipH="0" flipV="0">
            <a:off x="6120765" y="3160395"/>
            <a:ext cx="175260" cy="175260"/>
          </a:xfrm>
          <a:prstGeom xmlns:a="http://schemas.openxmlformats.org/drawingml/2006/main" prst="rect">
            <a:avLst/>
          </a:prstGeom>
          <a:solidFill xmlns:a="http://schemas.openxmlformats.org/drawingml/2006/main">
            <a:srgbClr val="FFFFFF"/>
          </a:solidFill>
          <a:ln xmlns:a="http://schemas.openxmlformats.org/drawingml/2006/main" w="7620">
            <a:solidFill>
              <a:srgbClr val="FFFFFF"/>
            </a:solidFill>
          </a:ln>
        </p:spPr>
      </p:sp>
      <p:sp>
        <p:nvSpPr>
          <p:cNvPr id="187" name="03_PREDICTIONS__wind_r6c6">
            <a:extLst xmlns:a="http://schemas.openxmlformats.org/drawingml/2006/main">
              <a:ext uri="{FF2B5EF4-FFF2-40B4-BE49-F238E27FC236}">
                <a16:creationId xmlns:a16="http://schemas.microsoft.com/office/drawing/2014/main" id="{AB98ABF1-DC97-4A6D-A4DA-246425D6B945}"/>
              </a:ext>
            </a:extLst>
          </p:cNvPr>
          <p:cNvSpPr>
            <a:spLocks xmlns:a="http://schemas.openxmlformats.org/drawingml/2006/main" noGrp="1"/>
          </p:cNvSpPr>
          <p:nvPr/>
        </p:nvSpPr>
        <p:spPr>
          <a:xfrm xmlns:a="http://schemas.openxmlformats.org/drawingml/2006/main" rot="0" flipH="0" flipV="0">
            <a:off x="6296025" y="3160395"/>
            <a:ext cx="175260" cy="175260"/>
          </a:xfrm>
          <a:prstGeom xmlns:a="http://schemas.openxmlformats.org/drawingml/2006/main" prst="rect">
            <a:avLst/>
          </a:prstGeom>
          <a:solidFill xmlns:a="http://schemas.openxmlformats.org/drawingml/2006/main">
            <a:srgbClr val="FFFFFF"/>
          </a:solidFill>
          <a:ln xmlns:a="http://schemas.openxmlformats.org/drawingml/2006/main" w="7620">
            <a:solidFill>
              <a:srgbClr val="FFFFFF"/>
            </a:solidFill>
          </a:ln>
        </p:spPr>
      </p:sp>
      <p:sp>
        <p:nvSpPr>
          <p:cNvPr id="188" name="03_PREDICTIONS__wind_r6c7">
            <a:extLst xmlns:a="http://schemas.openxmlformats.org/drawingml/2006/main">
              <a:ext uri="{FF2B5EF4-FFF2-40B4-BE49-F238E27FC236}">
                <a16:creationId xmlns:a16="http://schemas.microsoft.com/office/drawing/2014/main" id="{31A5B1DC-64EB-474A-8FBE-036A2F37C572}"/>
              </a:ext>
            </a:extLst>
          </p:cNvPr>
          <p:cNvSpPr>
            <a:spLocks xmlns:a="http://schemas.openxmlformats.org/drawingml/2006/main" noGrp="1"/>
          </p:cNvSpPr>
          <p:nvPr/>
        </p:nvSpPr>
        <p:spPr>
          <a:xfrm xmlns:a="http://schemas.openxmlformats.org/drawingml/2006/main" rot="0" flipH="0" flipV="0">
            <a:off x="6471285" y="3160395"/>
            <a:ext cx="175260" cy="175260"/>
          </a:xfrm>
          <a:prstGeom xmlns:a="http://schemas.openxmlformats.org/drawingml/2006/main" prst="rect">
            <a:avLst/>
          </a:prstGeom>
          <a:solidFill xmlns:a="http://schemas.openxmlformats.org/drawingml/2006/main">
            <a:srgbClr val="FFFFFF"/>
          </a:solidFill>
          <a:ln xmlns:a="http://schemas.openxmlformats.org/drawingml/2006/main" w="7620">
            <a:solidFill>
              <a:srgbClr val="FFFFFF"/>
            </a:solidFill>
          </a:ln>
        </p:spPr>
      </p:sp>
      <p:sp>
        <p:nvSpPr>
          <p:cNvPr id="189" name="03_PREDICTIONS__wind_r6c8">
            <a:extLst xmlns:a="http://schemas.openxmlformats.org/drawingml/2006/main">
              <a:ext uri="{FF2B5EF4-FFF2-40B4-BE49-F238E27FC236}">
                <a16:creationId xmlns:a16="http://schemas.microsoft.com/office/drawing/2014/main" id="{A45239CD-1B51-4B8B-A355-4A27A093515D}"/>
              </a:ext>
            </a:extLst>
          </p:cNvPr>
          <p:cNvSpPr>
            <a:spLocks xmlns:a="http://schemas.openxmlformats.org/drawingml/2006/main" noGrp="1"/>
          </p:cNvSpPr>
          <p:nvPr/>
        </p:nvSpPr>
        <p:spPr>
          <a:xfrm xmlns:a="http://schemas.openxmlformats.org/drawingml/2006/main" rot="0" flipH="0" flipV="0">
            <a:off x="6646545" y="3160395"/>
            <a:ext cx="175260" cy="175260"/>
          </a:xfrm>
          <a:prstGeom xmlns:a="http://schemas.openxmlformats.org/drawingml/2006/main" prst="rect">
            <a:avLst/>
          </a:prstGeom>
          <a:solidFill xmlns:a="http://schemas.openxmlformats.org/drawingml/2006/main">
            <a:srgbClr val="FFFFFF"/>
          </a:solidFill>
          <a:ln xmlns:a="http://schemas.openxmlformats.org/drawingml/2006/main" w="7620">
            <a:solidFill>
              <a:srgbClr val="FFFFFF"/>
            </a:solidFill>
          </a:ln>
        </p:spPr>
      </p:sp>
      <p:sp>
        <p:nvSpPr>
          <p:cNvPr id="190" name="03_PREDICTIONS__wind_r6c9">
            <a:extLst xmlns:a="http://schemas.openxmlformats.org/drawingml/2006/main">
              <a:ext uri="{FF2B5EF4-FFF2-40B4-BE49-F238E27FC236}">
                <a16:creationId xmlns:a16="http://schemas.microsoft.com/office/drawing/2014/main" id="{DC112935-2A48-4CE4-ABFA-3ECD3955AAB7}"/>
              </a:ext>
            </a:extLst>
          </p:cNvPr>
          <p:cNvSpPr>
            <a:spLocks xmlns:a="http://schemas.openxmlformats.org/drawingml/2006/main" noGrp="1"/>
          </p:cNvSpPr>
          <p:nvPr/>
        </p:nvSpPr>
        <p:spPr>
          <a:xfrm xmlns:a="http://schemas.openxmlformats.org/drawingml/2006/main" rot="0" flipH="0" flipV="0">
            <a:off x="6821805" y="3160395"/>
            <a:ext cx="175260" cy="175260"/>
          </a:xfrm>
          <a:prstGeom xmlns:a="http://schemas.openxmlformats.org/drawingml/2006/main" prst="rect">
            <a:avLst/>
          </a:prstGeom>
          <a:solidFill xmlns:a="http://schemas.openxmlformats.org/drawingml/2006/main">
            <a:srgbClr val="FFFFFF"/>
          </a:solidFill>
          <a:ln xmlns:a="http://schemas.openxmlformats.org/drawingml/2006/main" w="7620">
            <a:solidFill>
              <a:srgbClr val="FFFFFF"/>
            </a:solidFill>
          </a:ln>
        </p:spPr>
      </p:sp>
      <p:sp>
        <p:nvSpPr>
          <p:cNvPr id="191" name="03_PREDICTIONS__wind_frame">
            <a:extLst xmlns:a="http://schemas.openxmlformats.org/drawingml/2006/main">
              <a:ext uri="{FF2B5EF4-FFF2-40B4-BE49-F238E27FC236}">
                <a16:creationId xmlns:a16="http://schemas.microsoft.com/office/drawing/2014/main" id="{C6B5379A-5971-4F96-824D-A4B17B2B5FE1}"/>
              </a:ext>
            </a:extLst>
          </p:cNvPr>
          <p:cNvSpPr>
            <a:spLocks xmlns:a="http://schemas.openxmlformats.org/drawingml/2006/main" noGrp="1"/>
          </p:cNvSpPr>
          <p:nvPr/>
        </p:nvSpPr>
        <p:spPr>
          <a:xfrm xmlns:a="http://schemas.openxmlformats.org/drawingml/2006/main" rot="0" flipH="0" flipV="0">
            <a:off x="5244465" y="2108835"/>
            <a:ext cx="1752600" cy="1226820"/>
          </a:xfrm>
          <a:prstGeom xmlns:a="http://schemas.openxmlformats.org/drawingml/2006/main" prst="rect">
            <a:avLst/>
          </a:prstGeom>
          <a:noFill xmlns:a="http://schemas.openxmlformats.org/drawingml/2006/main"/>
          <a:ln xmlns:a="http://schemas.openxmlformats.org/drawingml/2006/main" w="10478">
            <a:solidFill>
              <a:srgbClr val="B6C4CC"/>
            </a:solidFill>
          </a:ln>
        </p:spPr>
      </p:sp>
      <p:sp>
        <p:nvSpPr>
          <p:cNvPr id="192" name="03_PREDICTIONS__wind_0_0">
            <a:extLst xmlns:a="http://schemas.openxmlformats.org/drawingml/2006/main">
              <a:ext uri="{FF2B5EF4-FFF2-40B4-BE49-F238E27FC236}">
                <a16:creationId xmlns:a16="http://schemas.microsoft.com/office/drawing/2014/main" id="{C3D4C6F4-2CA8-4FBF-BC9E-49C09CF3558D}"/>
              </a:ext>
            </a:extLst>
          </p:cNvPr>
          <p:cNvSpPr>
            <a:spLocks xmlns:a="http://schemas.openxmlformats.org/drawingml/2006/main" noGrp="1"/>
          </p:cNvSpPr>
          <p:nvPr/>
        </p:nvSpPr>
        <p:spPr>
          <a:xfrm xmlns:a="http://schemas.openxmlformats.org/drawingml/2006/main" rot="0" flipH="0" flipV="0">
            <a:off x="5305425" y="2181987"/>
            <a:ext cx="106680" cy="18288"/>
          </a:xfrm>
          <a:custGeom xmlns:a="http://schemas.openxmlformats.org/drawingml/2006/main">
            <a:rect l="0" t="0" r="0" b="0"/>
            <a:pathLst>
              <a:path w="133350" h="22860">
                <a:moveTo>
                  <a:pt x="0" y="22860"/>
                </a:moveTo>
                <a:lnTo>
                  <a:pt x="133350" y="0"/>
                </a:lnTo>
              </a:path>
            </a:pathLst>
          </a:custGeom>
          <a:noFill xmlns:a="http://schemas.openxmlformats.org/drawingml/2006/main"/>
          <a:ln xmlns:a="http://schemas.openxmlformats.org/drawingml/2006/main" w="19050">
            <a:solidFill>
              <a:srgbClr val="26847D"/>
            </a:solidFill>
            <a:prstDash val="solid"/>
          </a:ln>
        </p:spPr>
      </p:sp>
      <p:sp>
        <p:nvSpPr>
          <p:cNvPr id="193" name="03_PREDICTIONS__wind_0_0_head">
            <a:extLst xmlns:a="http://schemas.openxmlformats.org/drawingml/2006/main">
              <a:ext uri="{FF2B5EF4-FFF2-40B4-BE49-F238E27FC236}">
                <a16:creationId xmlns:a16="http://schemas.microsoft.com/office/drawing/2014/main" id="{660DA366-95B2-4F83-9672-307730252D4C}"/>
              </a:ext>
            </a:extLst>
          </p:cNvPr>
          <p:cNvSpPr>
            <a:spLocks xmlns:a="http://schemas.openxmlformats.org/drawingml/2006/main" noGrp="1"/>
          </p:cNvSpPr>
          <p:nvPr/>
        </p:nvSpPr>
        <p:spPr>
          <a:xfrm xmlns:a="http://schemas.openxmlformats.org/drawingml/2006/main" rot="0" flipH="0" flipV="0">
            <a:off x="5368567" y="2168030"/>
            <a:ext cx="43538" cy="41618"/>
          </a:xfrm>
          <a:custGeom xmlns:a="http://schemas.openxmlformats.org/drawingml/2006/main">
            <a:rect l="0" t="0" r="0" b="0"/>
            <a:pathLst>
              <a:path w="54422" h="52022">
                <a:moveTo>
                  <a:pt x="8918" y="52022"/>
                </a:moveTo>
                <a:lnTo>
                  <a:pt x="54422" y="17446"/>
                </a:lnTo>
                <a:lnTo>
                  <a:pt x="0" y="0"/>
                </a:lnTo>
              </a:path>
            </a:pathLst>
          </a:custGeom>
          <a:noFill xmlns:a="http://schemas.openxmlformats.org/drawingml/2006/main"/>
          <a:ln xmlns:a="http://schemas.openxmlformats.org/drawingml/2006/main" w="19050">
            <a:solidFill>
              <a:srgbClr val="26847D"/>
            </a:solidFill>
            <a:prstDash val="solid"/>
          </a:ln>
        </p:spPr>
      </p:sp>
      <p:sp>
        <p:nvSpPr>
          <p:cNvPr id="194" name="03_PREDICTIONS__wind_0_2">
            <a:extLst xmlns:a="http://schemas.openxmlformats.org/drawingml/2006/main">
              <a:ext uri="{FF2B5EF4-FFF2-40B4-BE49-F238E27FC236}">
                <a16:creationId xmlns:a16="http://schemas.microsoft.com/office/drawing/2014/main" id="{4AA2B575-E8CB-4F82-9E1F-A4D0595204F5}"/>
              </a:ext>
            </a:extLst>
          </p:cNvPr>
          <p:cNvSpPr>
            <a:spLocks xmlns:a="http://schemas.openxmlformats.org/drawingml/2006/main" noGrp="1"/>
          </p:cNvSpPr>
          <p:nvPr/>
        </p:nvSpPr>
        <p:spPr>
          <a:xfrm xmlns:a="http://schemas.openxmlformats.org/drawingml/2006/main" rot="0" flipH="0" flipV="0">
            <a:off x="5655945" y="2181987"/>
            <a:ext cx="106680" cy="18288"/>
          </a:xfrm>
          <a:custGeom xmlns:a="http://schemas.openxmlformats.org/drawingml/2006/main">
            <a:rect l="0" t="0" r="0" b="0"/>
            <a:pathLst>
              <a:path w="133350" h="22860">
                <a:moveTo>
                  <a:pt x="0" y="22860"/>
                </a:moveTo>
                <a:lnTo>
                  <a:pt x="133350" y="0"/>
                </a:lnTo>
              </a:path>
            </a:pathLst>
          </a:custGeom>
          <a:noFill xmlns:a="http://schemas.openxmlformats.org/drawingml/2006/main"/>
          <a:ln xmlns:a="http://schemas.openxmlformats.org/drawingml/2006/main" w="19050">
            <a:solidFill>
              <a:srgbClr val="26847D"/>
            </a:solidFill>
            <a:prstDash val="solid"/>
          </a:ln>
        </p:spPr>
      </p:sp>
      <p:sp>
        <p:nvSpPr>
          <p:cNvPr id="195" name="03_PREDICTIONS__wind_0_2_head">
            <a:extLst xmlns:a="http://schemas.openxmlformats.org/drawingml/2006/main">
              <a:ext uri="{FF2B5EF4-FFF2-40B4-BE49-F238E27FC236}">
                <a16:creationId xmlns:a16="http://schemas.microsoft.com/office/drawing/2014/main" id="{BA572633-99FD-4C74-B538-C02F20CED8A9}"/>
              </a:ext>
            </a:extLst>
          </p:cNvPr>
          <p:cNvSpPr>
            <a:spLocks xmlns:a="http://schemas.openxmlformats.org/drawingml/2006/main" noGrp="1"/>
          </p:cNvSpPr>
          <p:nvPr/>
        </p:nvSpPr>
        <p:spPr>
          <a:xfrm xmlns:a="http://schemas.openxmlformats.org/drawingml/2006/main" rot="0" flipH="0" flipV="0">
            <a:off x="5719087" y="2168030"/>
            <a:ext cx="43538" cy="41618"/>
          </a:xfrm>
          <a:custGeom xmlns:a="http://schemas.openxmlformats.org/drawingml/2006/main">
            <a:rect l="0" t="0" r="0" b="0"/>
            <a:pathLst>
              <a:path w="54422" h="52022">
                <a:moveTo>
                  <a:pt x="8918" y="52022"/>
                </a:moveTo>
                <a:lnTo>
                  <a:pt x="54422" y="17446"/>
                </a:lnTo>
                <a:lnTo>
                  <a:pt x="0" y="0"/>
                </a:lnTo>
              </a:path>
            </a:pathLst>
          </a:custGeom>
          <a:noFill xmlns:a="http://schemas.openxmlformats.org/drawingml/2006/main"/>
          <a:ln xmlns:a="http://schemas.openxmlformats.org/drawingml/2006/main" w="19050">
            <a:solidFill>
              <a:srgbClr val="26847D"/>
            </a:solidFill>
            <a:prstDash val="solid"/>
          </a:ln>
        </p:spPr>
      </p:sp>
      <p:sp>
        <p:nvSpPr>
          <p:cNvPr id="196" name="03_PREDICTIONS__wind_0_6">
            <a:extLst xmlns:a="http://schemas.openxmlformats.org/drawingml/2006/main">
              <a:ext uri="{FF2B5EF4-FFF2-40B4-BE49-F238E27FC236}">
                <a16:creationId xmlns:a16="http://schemas.microsoft.com/office/drawing/2014/main" id="{F159B071-A99F-43C1-9181-99FBFCBBAB97}"/>
              </a:ext>
            </a:extLst>
          </p:cNvPr>
          <p:cNvSpPr>
            <a:spLocks xmlns:a="http://schemas.openxmlformats.org/drawingml/2006/main" noGrp="1"/>
          </p:cNvSpPr>
          <p:nvPr/>
        </p:nvSpPr>
        <p:spPr>
          <a:xfrm xmlns:a="http://schemas.openxmlformats.org/drawingml/2006/main" rot="0" flipH="0" flipV="0">
            <a:off x="6356985" y="2181987"/>
            <a:ext cx="106680" cy="18288"/>
          </a:xfrm>
          <a:custGeom xmlns:a="http://schemas.openxmlformats.org/drawingml/2006/main">
            <a:rect l="0" t="0" r="0" b="0"/>
            <a:pathLst>
              <a:path w="133350" h="22860">
                <a:moveTo>
                  <a:pt x="0" y="22860"/>
                </a:moveTo>
                <a:lnTo>
                  <a:pt x="133350" y="0"/>
                </a:lnTo>
              </a:path>
            </a:pathLst>
          </a:custGeom>
          <a:noFill xmlns:a="http://schemas.openxmlformats.org/drawingml/2006/main"/>
          <a:ln xmlns:a="http://schemas.openxmlformats.org/drawingml/2006/main" w="19050">
            <a:solidFill>
              <a:srgbClr val="26847D"/>
            </a:solidFill>
            <a:prstDash val="solid"/>
          </a:ln>
        </p:spPr>
      </p:sp>
      <p:sp>
        <p:nvSpPr>
          <p:cNvPr id="197" name="03_PREDICTIONS__wind_0_6_head">
            <a:extLst xmlns:a="http://schemas.openxmlformats.org/drawingml/2006/main">
              <a:ext uri="{FF2B5EF4-FFF2-40B4-BE49-F238E27FC236}">
                <a16:creationId xmlns:a16="http://schemas.microsoft.com/office/drawing/2014/main" id="{DA83EA64-9C10-4FFA-8C43-1132E31F3569}"/>
              </a:ext>
            </a:extLst>
          </p:cNvPr>
          <p:cNvSpPr>
            <a:spLocks xmlns:a="http://schemas.openxmlformats.org/drawingml/2006/main" noGrp="1"/>
          </p:cNvSpPr>
          <p:nvPr/>
        </p:nvSpPr>
        <p:spPr>
          <a:xfrm xmlns:a="http://schemas.openxmlformats.org/drawingml/2006/main" rot="0" flipH="0" flipV="0">
            <a:off x="6420127" y="2168030"/>
            <a:ext cx="43538" cy="41618"/>
          </a:xfrm>
          <a:custGeom xmlns:a="http://schemas.openxmlformats.org/drawingml/2006/main">
            <a:rect l="0" t="0" r="0" b="0"/>
            <a:pathLst>
              <a:path w="54422" h="52022">
                <a:moveTo>
                  <a:pt x="8918" y="52022"/>
                </a:moveTo>
                <a:lnTo>
                  <a:pt x="54422" y="17446"/>
                </a:lnTo>
                <a:lnTo>
                  <a:pt x="0" y="0"/>
                </a:lnTo>
              </a:path>
            </a:pathLst>
          </a:custGeom>
          <a:noFill xmlns:a="http://schemas.openxmlformats.org/drawingml/2006/main"/>
          <a:ln xmlns:a="http://schemas.openxmlformats.org/drawingml/2006/main" w="19050">
            <a:solidFill>
              <a:srgbClr val="26847D"/>
            </a:solidFill>
            <a:prstDash val="solid"/>
          </a:ln>
        </p:spPr>
      </p:sp>
      <p:sp>
        <p:nvSpPr>
          <p:cNvPr id="198" name="03_PREDICTIONS__wind_0_8">
            <a:extLst xmlns:a="http://schemas.openxmlformats.org/drawingml/2006/main">
              <a:ext uri="{FF2B5EF4-FFF2-40B4-BE49-F238E27FC236}">
                <a16:creationId xmlns:a16="http://schemas.microsoft.com/office/drawing/2014/main" id="{B5EF44BF-48EE-4D10-965A-30429090512D}"/>
              </a:ext>
            </a:extLst>
          </p:cNvPr>
          <p:cNvSpPr>
            <a:spLocks xmlns:a="http://schemas.openxmlformats.org/drawingml/2006/main" noGrp="1"/>
          </p:cNvSpPr>
          <p:nvPr/>
        </p:nvSpPr>
        <p:spPr>
          <a:xfrm xmlns:a="http://schemas.openxmlformats.org/drawingml/2006/main" rot="0" flipH="0" flipV="0">
            <a:off x="6707505" y="2181987"/>
            <a:ext cx="106680" cy="18288"/>
          </a:xfrm>
          <a:custGeom xmlns:a="http://schemas.openxmlformats.org/drawingml/2006/main">
            <a:rect l="0" t="0" r="0" b="0"/>
            <a:pathLst>
              <a:path w="133350" h="22860">
                <a:moveTo>
                  <a:pt x="0" y="22860"/>
                </a:moveTo>
                <a:lnTo>
                  <a:pt x="133350" y="0"/>
                </a:lnTo>
              </a:path>
            </a:pathLst>
          </a:custGeom>
          <a:noFill xmlns:a="http://schemas.openxmlformats.org/drawingml/2006/main"/>
          <a:ln xmlns:a="http://schemas.openxmlformats.org/drawingml/2006/main" w="19050">
            <a:solidFill>
              <a:srgbClr val="26847D"/>
            </a:solidFill>
            <a:prstDash val="solid"/>
          </a:ln>
        </p:spPr>
      </p:sp>
      <p:sp>
        <p:nvSpPr>
          <p:cNvPr id="199" name="03_PREDICTIONS__wind_0_8_head">
            <a:extLst xmlns:a="http://schemas.openxmlformats.org/drawingml/2006/main">
              <a:ext uri="{FF2B5EF4-FFF2-40B4-BE49-F238E27FC236}">
                <a16:creationId xmlns:a16="http://schemas.microsoft.com/office/drawing/2014/main" id="{463313F9-1230-4E46-A1C7-06CACC2C1F7A}"/>
              </a:ext>
            </a:extLst>
          </p:cNvPr>
          <p:cNvSpPr>
            <a:spLocks xmlns:a="http://schemas.openxmlformats.org/drawingml/2006/main" noGrp="1"/>
          </p:cNvSpPr>
          <p:nvPr/>
        </p:nvSpPr>
        <p:spPr>
          <a:xfrm xmlns:a="http://schemas.openxmlformats.org/drawingml/2006/main" rot="0" flipH="0" flipV="0">
            <a:off x="6770647" y="2168030"/>
            <a:ext cx="43538" cy="41618"/>
          </a:xfrm>
          <a:custGeom xmlns:a="http://schemas.openxmlformats.org/drawingml/2006/main">
            <a:rect l="0" t="0" r="0" b="0"/>
            <a:pathLst>
              <a:path w="54422" h="52022">
                <a:moveTo>
                  <a:pt x="8918" y="52022"/>
                </a:moveTo>
                <a:lnTo>
                  <a:pt x="54422" y="17446"/>
                </a:lnTo>
                <a:lnTo>
                  <a:pt x="0" y="0"/>
                </a:lnTo>
              </a:path>
            </a:pathLst>
          </a:custGeom>
          <a:noFill xmlns:a="http://schemas.openxmlformats.org/drawingml/2006/main"/>
          <a:ln xmlns:a="http://schemas.openxmlformats.org/drawingml/2006/main" w="19050">
            <a:solidFill>
              <a:srgbClr val="26847D"/>
            </a:solidFill>
            <a:prstDash val="solid"/>
          </a:ln>
        </p:spPr>
      </p:sp>
      <p:sp>
        <p:nvSpPr>
          <p:cNvPr id="200" name="03_PREDICTIONS__wind_2_0">
            <a:extLst xmlns:a="http://schemas.openxmlformats.org/drawingml/2006/main">
              <a:ext uri="{FF2B5EF4-FFF2-40B4-BE49-F238E27FC236}">
                <a16:creationId xmlns:a16="http://schemas.microsoft.com/office/drawing/2014/main" id="{E227E690-E31F-430C-8D98-22AFEDA7AC5C}"/>
              </a:ext>
            </a:extLst>
          </p:cNvPr>
          <p:cNvSpPr>
            <a:spLocks xmlns:a="http://schemas.openxmlformats.org/drawingml/2006/main" noGrp="1"/>
          </p:cNvSpPr>
          <p:nvPr/>
        </p:nvSpPr>
        <p:spPr>
          <a:xfrm xmlns:a="http://schemas.openxmlformats.org/drawingml/2006/main" rot="0" flipH="0" flipV="0">
            <a:off x="5305425" y="2544699"/>
            <a:ext cx="106680" cy="6096"/>
          </a:xfrm>
          <a:custGeom xmlns:a="http://schemas.openxmlformats.org/drawingml/2006/main">
            <a:rect l="0" t="0" r="0" b="0"/>
            <a:pathLst>
              <a:path w="133350" h="7620">
                <a:moveTo>
                  <a:pt x="0" y="7620"/>
                </a:moveTo>
                <a:lnTo>
                  <a:pt x="133350" y="0"/>
                </a:lnTo>
              </a:path>
            </a:pathLst>
          </a:custGeom>
          <a:noFill xmlns:a="http://schemas.openxmlformats.org/drawingml/2006/main"/>
          <a:ln xmlns:a="http://schemas.openxmlformats.org/drawingml/2006/main" w="19050">
            <a:solidFill>
              <a:srgbClr val="26847D"/>
            </a:solidFill>
            <a:prstDash val="solid"/>
          </a:ln>
        </p:spPr>
      </p:sp>
      <p:sp>
        <p:nvSpPr>
          <p:cNvPr id="201" name="03_PREDICTIONS__wind_2_0_head">
            <a:extLst xmlns:a="http://schemas.openxmlformats.org/drawingml/2006/main">
              <a:ext uri="{FF2B5EF4-FFF2-40B4-BE49-F238E27FC236}">
                <a16:creationId xmlns:a16="http://schemas.microsoft.com/office/drawing/2014/main" id="{EEB1E6F5-C483-4514-9BCF-1AB9B3B00651}"/>
              </a:ext>
            </a:extLst>
          </p:cNvPr>
          <p:cNvSpPr>
            <a:spLocks xmlns:a="http://schemas.openxmlformats.org/drawingml/2006/main" noGrp="1"/>
          </p:cNvSpPr>
          <p:nvPr/>
        </p:nvSpPr>
        <p:spPr>
          <a:xfrm xmlns:a="http://schemas.openxmlformats.org/drawingml/2006/main" rot="0" flipH="0" flipV="0">
            <a:off x="5370413" y="2525934"/>
            <a:ext cx="41692" cy="42156"/>
          </a:xfrm>
          <a:custGeom xmlns:a="http://schemas.openxmlformats.org/drawingml/2006/main">
            <a:rect l="0" t="0" r="0" b="0"/>
            <a:pathLst>
              <a:path w="52115" h="52695">
                <a:moveTo>
                  <a:pt x="3011" y="52695"/>
                </a:moveTo>
                <a:lnTo>
                  <a:pt x="52115" y="23456"/>
                </a:lnTo>
                <a:lnTo>
                  <a:pt x="0" y="0"/>
                </a:lnTo>
              </a:path>
            </a:pathLst>
          </a:custGeom>
          <a:noFill xmlns:a="http://schemas.openxmlformats.org/drawingml/2006/main"/>
          <a:ln xmlns:a="http://schemas.openxmlformats.org/drawingml/2006/main" w="19050">
            <a:solidFill>
              <a:srgbClr val="26847D"/>
            </a:solidFill>
            <a:prstDash val="solid"/>
          </a:ln>
        </p:spPr>
      </p:sp>
      <p:sp>
        <p:nvSpPr>
          <p:cNvPr id="202" name="03_PREDICTIONS__wind_2_2">
            <a:extLst xmlns:a="http://schemas.openxmlformats.org/drawingml/2006/main">
              <a:ext uri="{FF2B5EF4-FFF2-40B4-BE49-F238E27FC236}">
                <a16:creationId xmlns:a16="http://schemas.microsoft.com/office/drawing/2014/main" id="{7F4C6D8B-290C-4A8A-84B4-71724A79D400}"/>
              </a:ext>
            </a:extLst>
          </p:cNvPr>
          <p:cNvSpPr>
            <a:spLocks xmlns:a="http://schemas.openxmlformats.org/drawingml/2006/main" noGrp="1"/>
          </p:cNvSpPr>
          <p:nvPr/>
        </p:nvSpPr>
        <p:spPr>
          <a:xfrm xmlns:a="http://schemas.openxmlformats.org/drawingml/2006/main" rot="0" flipH="0" flipV="0">
            <a:off x="5655945" y="2544699"/>
            <a:ext cx="106680" cy="6096"/>
          </a:xfrm>
          <a:custGeom xmlns:a="http://schemas.openxmlformats.org/drawingml/2006/main">
            <a:rect l="0" t="0" r="0" b="0"/>
            <a:pathLst>
              <a:path w="133350" h="7620">
                <a:moveTo>
                  <a:pt x="0" y="7620"/>
                </a:moveTo>
                <a:lnTo>
                  <a:pt x="133350" y="0"/>
                </a:lnTo>
              </a:path>
            </a:pathLst>
          </a:custGeom>
          <a:noFill xmlns:a="http://schemas.openxmlformats.org/drawingml/2006/main"/>
          <a:ln xmlns:a="http://schemas.openxmlformats.org/drawingml/2006/main" w="19050">
            <a:solidFill>
              <a:srgbClr val="26847D"/>
            </a:solidFill>
            <a:prstDash val="solid"/>
          </a:ln>
        </p:spPr>
      </p:sp>
      <p:sp>
        <p:nvSpPr>
          <p:cNvPr id="203" name="03_PREDICTIONS__wind_2_2_head">
            <a:extLst xmlns:a="http://schemas.openxmlformats.org/drawingml/2006/main">
              <a:ext uri="{FF2B5EF4-FFF2-40B4-BE49-F238E27FC236}">
                <a16:creationId xmlns:a16="http://schemas.microsoft.com/office/drawing/2014/main" id="{F80E719D-FE63-4EBB-8B34-3C598F26D5CF}"/>
              </a:ext>
            </a:extLst>
          </p:cNvPr>
          <p:cNvSpPr>
            <a:spLocks xmlns:a="http://schemas.openxmlformats.org/drawingml/2006/main" noGrp="1"/>
          </p:cNvSpPr>
          <p:nvPr/>
        </p:nvSpPr>
        <p:spPr>
          <a:xfrm xmlns:a="http://schemas.openxmlformats.org/drawingml/2006/main" rot="0" flipH="0" flipV="0">
            <a:off x="5720933" y="2525934"/>
            <a:ext cx="41692" cy="42156"/>
          </a:xfrm>
          <a:custGeom xmlns:a="http://schemas.openxmlformats.org/drawingml/2006/main">
            <a:rect l="0" t="0" r="0" b="0"/>
            <a:pathLst>
              <a:path w="52115" h="52695">
                <a:moveTo>
                  <a:pt x="3011" y="52695"/>
                </a:moveTo>
                <a:lnTo>
                  <a:pt x="52115" y="23456"/>
                </a:lnTo>
                <a:lnTo>
                  <a:pt x="0" y="0"/>
                </a:lnTo>
              </a:path>
            </a:pathLst>
          </a:custGeom>
          <a:noFill xmlns:a="http://schemas.openxmlformats.org/drawingml/2006/main"/>
          <a:ln xmlns:a="http://schemas.openxmlformats.org/drawingml/2006/main" w="19050">
            <a:solidFill>
              <a:srgbClr val="26847D"/>
            </a:solidFill>
            <a:prstDash val="solid"/>
          </a:ln>
        </p:spPr>
      </p:sp>
      <p:sp>
        <p:nvSpPr>
          <p:cNvPr id="204" name="03_PREDICTIONS__wind_2_6">
            <a:extLst xmlns:a="http://schemas.openxmlformats.org/drawingml/2006/main">
              <a:ext uri="{FF2B5EF4-FFF2-40B4-BE49-F238E27FC236}">
                <a16:creationId xmlns:a16="http://schemas.microsoft.com/office/drawing/2014/main" id="{8E41F181-8E7F-4942-90E6-6D61C6B99374}"/>
              </a:ext>
            </a:extLst>
          </p:cNvPr>
          <p:cNvSpPr>
            <a:spLocks xmlns:a="http://schemas.openxmlformats.org/drawingml/2006/main" noGrp="1"/>
          </p:cNvSpPr>
          <p:nvPr/>
        </p:nvSpPr>
        <p:spPr>
          <a:xfrm xmlns:a="http://schemas.openxmlformats.org/drawingml/2006/main" rot="0" flipH="0" flipV="0">
            <a:off x="6356985" y="2544699"/>
            <a:ext cx="106680" cy="6096"/>
          </a:xfrm>
          <a:custGeom xmlns:a="http://schemas.openxmlformats.org/drawingml/2006/main">
            <a:rect l="0" t="0" r="0" b="0"/>
            <a:pathLst>
              <a:path w="133350" h="7620">
                <a:moveTo>
                  <a:pt x="0" y="7620"/>
                </a:moveTo>
                <a:lnTo>
                  <a:pt x="133350" y="0"/>
                </a:lnTo>
              </a:path>
            </a:pathLst>
          </a:custGeom>
          <a:noFill xmlns:a="http://schemas.openxmlformats.org/drawingml/2006/main"/>
          <a:ln xmlns:a="http://schemas.openxmlformats.org/drawingml/2006/main" w="19050">
            <a:solidFill>
              <a:srgbClr val="26847D"/>
            </a:solidFill>
            <a:prstDash val="solid"/>
          </a:ln>
        </p:spPr>
      </p:sp>
      <p:sp>
        <p:nvSpPr>
          <p:cNvPr id="205" name="03_PREDICTIONS__wind_2_6_head">
            <a:extLst xmlns:a="http://schemas.openxmlformats.org/drawingml/2006/main">
              <a:ext uri="{FF2B5EF4-FFF2-40B4-BE49-F238E27FC236}">
                <a16:creationId xmlns:a16="http://schemas.microsoft.com/office/drawing/2014/main" id="{01A395F3-4AF8-4017-BE76-6357AF6B63F7}"/>
              </a:ext>
            </a:extLst>
          </p:cNvPr>
          <p:cNvSpPr>
            <a:spLocks xmlns:a="http://schemas.openxmlformats.org/drawingml/2006/main" noGrp="1"/>
          </p:cNvSpPr>
          <p:nvPr/>
        </p:nvSpPr>
        <p:spPr>
          <a:xfrm xmlns:a="http://schemas.openxmlformats.org/drawingml/2006/main" rot="0" flipH="0" flipV="0">
            <a:off x="6421973" y="2525934"/>
            <a:ext cx="41692" cy="42156"/>
          </a:xfrm>
          <a:custGeom xmlns:a="http://schemas.openxmlformats.org/drawingml/2006/main">
            <a:rect l="0" t="0" r="0" b="0"/>
            <a:pathLst>
              <a:path w="52115" h="52695">
                <a:moveTo>
                  <a:pt x="3011" y="52695"/>
                </a:moveTo>
                <a:lnTo>
                  <a:pt x="52115" y="23456"/>
                </a:lnTo>
                <a:lnTo>
                  <a:pt x="0" y="0"/>
                </a:lnTo>
              </a:path>
            </a:pathLst>
          </a:custGeom>
          <a:noFill xmlns:a="http://schemas.openxmlformats.org/drawingml/2006/main"/>
          <a:ln xmlns:a="http://schemas.openxmlformats.org/drawingml/2006/main" w="19050">
            <a:solidFill>
              <a:srgbClr val="26847D"/>
            </a:solidFill>
            <a:prstDash val="solid"/>
          </a:ln>
        </p:spPr>
      </p:sp>
      <p:sp>
        <p:nvSpPr>
          <p:cNvPr id="206" name="03_PREDICTIONS__wind_2_8">
            <a:extLst xmlns:a="http://schemas.openxmlformats.org/drawingml/2006/main">
              <a:ext uri="{FF2B5EF4-FFF2-40B4-BE49-F238E27FC236}">
                <a16:creationId xmlns:a16="http://schemas.microsoft.com/office/drawing/2014/main" id="{57C7E021-ABC0-4212-B020-B0B88B0F93FE}"/>
              </a:ext>
            </a:extLst>
          </p:cNvPr>
          <p:cNvSpPr>
            <a:spLocks xmlns:a="http://schemas.openxmlformats.org/drawingml/2006/main" noGrp="1"/>
          </p:cNvSpPr>
          <p:nvPr/>
        </p:nvSpPr>
        <p:spPr>
          <a:xfrm xmlns:a="http://schemas.openxmlformats.org/drawingml/2006/main" rot="0" flipH="0" flipV="0">
            <a:off x="6707505" y="2544699"/>
            <a:ext cx="106680" cy="6096"/>
          </a:xfrm>
          <a:custGeom xmlns:a="http://schemas.openxmlformats.org/drawingml/2006/main">
            <a:rect l="0" t="0" r="0" b="0"/>
            <a:pathLst>
              <a:path w="133350" h="7620">
                <a:moveTo>
                  <a:pt x="0" y="7620"/>
                </a:moveTo>
                <a:lnTo>
                  <a:pt x="133350" y="0"/>
                </a:lnTo>
              </a:path>
            </a:pathLst>
          </a:custGeom>
          <a:noFill xmlns:a="http://schemas.openxmlformats.org/drawingml/2006/main"/>
          <a:ln xmlns:a="http://schemas.openxmlformats.org/drawingml/2006/main" w="19050">
            <a:solidFill>
              <a:srgbClr val="26847D"/>
            </a:solidFill>
            <a:prstDash val="solid"/>
          </a:ln>
        </p:spPr>
      </p:sp>
      <p:sp>
        <p:nvSpPr>
          <p:cNvPr id="207" name="03_PREDICTIONS__wind_2_8_head">
            <a:extLst xmlns:a="http://schemas.openxmlformats.org/drawingml/2006/main">
              <a:ext uri="{FF2B5EF4-FFF2-40B4-BE49-F238E27FC236}">
                <a16:creationId xmlns:a16="http://schemas.microsoft.com/office/drawing/2014/main" id="{8834D236-3810-4140-8319-FF19746E221A}"/>
              </a:ext>
            </a:extLst>
          </p:cNvPr>
          <p:cNvSpPr>
            <a:spLocks xmlns:a="http://schemas.openxmlformats.org/drawingml/2006/main" noGrp="1"/>
          </p:cNvSpPr>
          <p:nvPr/>
        </p:nvSpPr>
        <p:spPr>
          <a:xfrm xmlns:a="http://schemas.openxmlformats.org/drawingml/2006/main" rot="0" flipH="0" flipV="0">
            <a:off x="6772493" y="2525934"/>
            <a:ext cx="41692" cy="42156"/>
          </a:xfrm>
          <a:custGeom xmlns:a="http://schemas.openxmlformats.org/drawingml/2006/main">
            <a:rect l="0" t="0" r="0" b="0"/>
            <a:pathLst>
              <a:path w="52115" h="52695">
                <a:moveTo>
                  <a:pt x="3011" y="52695"/>
                </a:moveTo>
                <a:lnTo>
                  <a:pt x="52115" y="23456"/>
                </a:lnTo>
                <a:lnTo>
                  <a:pt x="0" y="0"/>
                </a:lnTo>
              </a:path>
            </a:pathLst>
          </a:custGeom>
          <a:noFill xmlns:a="http://schemas.openxmlformats.org/drawingml/2006/main"/>
          <a:ln xmlns:a="http://schemas.openxmlformats.org/drawingml/2006/main" w="19050">
            <a:solidFill>
              <a:srgbClr val="26847D"/>
            </a:solidFill>
            <a:prstDash val="solid"/>
          </a:ln>
        </p:spPr>
      </p:sp>
      <p:sp>
        <p:nvSpPr>
          <p:cNvPr id="208" name="03_PREDICTIONS__wind_4_0">
            <a:extLst xmlns:a="http://schemas.openxmlformats.org/drawingml/2006/main">
              <a:ext uri="{FF2B5EF4-FFF2-40B4-BE49-F238E27FC236}">
                <a16:creationId xmlns:a16="http://schemas.microsoft.com/office/drawing/2014/main" id="{078EC718-007A-49C4-8849-3EFFEC686137}"/>
              </a:ext>
            </a:extLst>
          </p:cNvPr>
          <p:cNvSpPr>
            <a:spLocks xmlns:a="http://schemas.openxmlformats.org/drawingml/2006/main" noGrp="1"/>
          </p:cNvSpPr>
          <p:nvPr/>
        </p:nvSpPr>
        <p:spPr>
          <a:xfrm xmlns:a="http://schemas.openxmlformats.org/drawingml/2006/main" rot="0" flipH="0" flipV="0">
            <a:off x="5305425" y="2901315"/>
            <a:ext cx="106680" cy="6096"/>
          </a:xfrm>
          <a:custGeom xmlns:a="http://schemas.openxmlformats.org/drawingml/2006/main">
            <a:rect l="0" t="0" r="0" b="0"/>
            <a:pathLst>
              <a:path w="133350" h="7620">
                <a:moveTo>
                  <a:pt x="0" y="0"/>
                </a:moveTo>
                <a:lnTo>
                  <a:pt x="133350" y="7620"/>
                </a:lnTo>
              </a:path>
            </a:pathLst>
          </a:custGeom>
          <a:noFill xmlns:a="http://schemas.openxmlformats.org/drawingml/2006/main"/>
          <a:ln xmlns:a="http://schemas.openxmlformats.org/drawingml/2006/main" w="19050">
            <a:solidFill>
              <a:srgbClr val="26847D"/>
            </a:solidFill>
            <a:prstDash val="solid"/>
          </a:ln>
        </p:spPr>
      </p:sp>
      <p:sp>
        <p:nvSpPr>
          <p:cNvPr id="209" name="03_PREDICTIONS__wind_4_0_head">
            <a:extLst xmlns:a="http://schemas.openxmlformats.org/drawingml/2006/main">
              <a:ext uri="{FF2B5EF4-FFF2-40B4-BE49-F238E27FC236}">
                <a16:creationId xmlns:a16="http://schemas.microsoft.com/office/drawing/2014/main" id="{C5813484-4564-496F-82E0-D86ECC25A306}"/>
              </a:ext>
            </a:extLst>
          </p:cNvPr>
          <p:cNvSpPr>
            <a:spLocks xmlns:a="http://schemas.openxmlformats.org/drawingml/2006/main" noGrp="1"/>
          </p:cNvSpPr>
          <p:nvPr/>
        </p:nvSpPr>
        <p:spPr>
          <a:xfrm xmlns:a="http://schemas.openxmlformats.org/drawingml/2006/main" rot="0" flipH="0" flipV="0">
            <a:off x="5370413" y="2884019"/>
            <a:ext cx="41692" cy="42156"/>
          </a:xfrm>
          <a:custGeom xmlns:a="http://schemas.openxmlformats.org/drawingml/2006/main">
            <a:rect l="0" t="0" r="0" b="0"/>
            <a:pathLst>
              <a:path w="52115" h="52695">
                <a:moveTo>
                  <a:pt x="0" y="52695"/>
                </a:moveTo>
                <a:lnTo>
                  <a:pt x="52115" y="29240"/>
                </a:lnTo>
                <a:lnTo>
                  <a:pt x="3011" y="0"/>
                </a:lnTo>
              </a:path>
            </a:pathLst>
          </a:custGeom>
          <a:noFill xmlns:a="http://schemas.openxmlformats.org/drawingml/2006/main"/>
          <a:ln xmlns:a="http://schemas.openxmlformats.org/drawingml/2006/main" w="19050">
            <a:solidFill>
              <a:srgbClr val="26847D"/>
            </a:solidFill>
            <a:prstDash val="solid"/>
          </a:ln>
        </p:spPr>
      </p:sp>
      <p:sp>
        <p:nvSpPr>
          <p:cNvPr id="210" name="03_PREDICTIONS__wind_4_2">
            <a:extLst xmlns:a="http://schemas.openxmlformats.org/drawingml/2006/main">
              <a:ext uri="{FF2B5EF4-FFF2-40B4-BE49-F238E27FC236}">
                <a16:creationId xmlns:a16="http://schemas.microsoft.com/office/drawing/2014/main" id="{6DB6A2DA-622A-46F6-940F-E62A33CA2091}"/>
              </a:ext>
            </a:extLst>
          </p:cNvPr>
          <p:cNvSpPr>
            <a:spLocks xmlns:a="http://schemas.openxmlformats.org/drawingml/2006/main" noGrp="1"/>
          </p:cNvSpPr>
          <p:nvPr/>
        </p:nvSpPr>
        <p:spPr>
          <a:xfrm xmlns:a="http://schemas.openxmlformats.org/drawingml/2006/main" rot="0" flipH="0" flipV="0">
            <a:off x="5655945" y="2901315"/>
            <a:ext cx="106680" cy="6096"/>
          </a:xfrm>
          <a:custGeom xmlns:a="http://schemas.openxmlformats.org/drawingml/2006/main">
            <a:rect l="0" t="0" r="0" b="0"/>
            <a:pathLst>
              <a:path w="133350" h="7620">
                <a:moveTo>
                  <a:pt x="0" y="0"/>
                </a:moveTo>
                <a:lnTo>
                  <a:pt x="133350" y="7620"/>
                </a:lnTo>
              </a:path>
            </a:pathLst>
          </a:custGeom>
          <a:noFill xmlns:a="http://schemas.openxmlformats.org/drawingml/2006/main"/>
          <a:ln xmlns:a="http://schemas.openxmlformats.org/drawingml/2006/main" w="19050">
            <a:solidFill>
              <a:srgbClr val="26847D"/>
            </a:solidFill>
            <a:prstDash val="solid"/>
          </a:ln>
        </p:spPr>
      </p:sp>
      <p:sp>
        <p:nvSpPr>
          <p:cNvPr id="211" name="03_PREDICTIONS__wind_4_2_head">
            <a:extLst xmlns:a="http://schemas.openxmlformats.org/drawingml/2006/main">
              <a:ext uri="{FF2B5EF4-FFF2-40B4-BE49-F238E27FC236}">
                <a16:creationId xmlns:a16="http://schemas.microsoft.com/office/drawing/2014/main" id="{F47EC5C5-2316-4632-8A5B-6D3B65675B52}"/>
              </a:ext>
            </a:extLst>
          </p:cNvPr>
          <p:cNvSpPr>
            <a:spLocks xmlns:a="http://schemas.openxmlformats.org/drawingml/2006/main" noGrp="1"/>
          </p:cNvSpPr>
          <p:nvPr/>
        </p:nvSpPr>
        <p:spPr>
          <a:xfrm xmlns:a="http://schemas.openxmlformats.org/drawingml/2006/main" rot="0" flipH="0" flipV="0">
            <a:off x="5720933" y="2884019"/>
            <a:ext cx="41692" cy="42156"/>
          </a:xfrm>
          <a:custGeom xmlns:a="http://schemas.openxmlformats.org/drawingml/2006/main">
            <a:rect l="0" t="0" r="0" b="0"/>
            <a:pathLst>
              <a:path w="52115" h="52695">
                <a:moveTo>
                  <a:pt x="0" y="52695"/>
                </a:moveTo>
                <a:lnTo>
                  <a:pt x="52115" y="29240"/>
                </a:lnTo>
                <a:lnTo>
                  <a:pt x="3011" y="0"/>
                </a:lnTo>
              </a:path>
            </a:pathLst>
          </a:custGeom>
          <a:noFill xmlns:a="http://schemas.openxmlformats.org/drawingml/2006/main"/>
          <a:ln xmlns:a="http://schemas.openxmlformats.org/drawingml/2006/main" w="19050">
            <a:solidFill>
              <a:srgbClr val="26847D"/>
            </a:solidFill>
            <a:prstDash val="solid"/>
          </a:ln>
        </p:spPr>
      </p:sp>
      <p:sp>
        <p:nvSpPr>
          <p:cNvPr id="212" name="03_PREDICTIONS__wind_4_4">
            <a:extLst xmlns:a="http://schemas.openxmlformats.org/drawingml/2006/main">
              <a:ext uri="{FF2B5EF4-FFF2-40B4-BE49-F238E27FC236}">
                <a16:creationId xmlns:a16="http://schemas.microsoft.com/office/drawing/2014/main" id="{ACF780B7-DD4C-4BE9-8F37-EB7E75328BE1}"/>
              </a:ext>
            </a:extLst>
          </p:cNvPr>
          <p:cNvSpPr>
            <a:spLocks xmlns:a="http://schemas.openxmlformats.org/drawingml/2006/main" noGrp="1"/>
          </p:cNvSpPr>
          <p:nvPr/>
        </p:nvSpPr>
        <p:spPr>
          <a:xfrm xmlns:a="http://schemas.openxmlformats.org/drawingml/2006/main" rot="0" flipH="0" flipV="0">
            <a:off x="6006465" y="2901315"/>
            <a:ext cx="106680" cy="6096"/>
          </a:xfrm>
          <a:custGeom xmlns:a="http://schemas.openxmlformats.org/drawingml/2006/main">
            <a:rect l="0" t="0" r="0" b="0"/>
            <a:pathLst>
              <a:path w="133350" h="7620">
                <a:moveTo>
                  <a:pt x="0" y="0"/>
                </a:moveTo>
                <a:lnTo>
                  <a:pt x="133350" y="7620"/>
                </a:lnTo>
              </a:path>
            </a:pathLst>
          </a:custGeom>
          <a:noFill xmlns:a="http://schemas.openxmlformats.org/drawingml/2006/main"/>
          <a:ln xmlns:a="http://schemas.openxmlformats.org/drawingml/2006/main" w="19050">
            <a:solidFill>
              <a:srgbClr val="26847D"/>
            </a:solidFill>
            <a:prstDash val="solid"/>
          </a:ln>
        </p:spPr>
      </p:sp>
      <p:sp>
        <p:nvSpPr>
          <p:cNvPr id="213" name="03_PREDICTIONS__wind_4_4_head">
            <a:extLst xmlns:a="http://schemas.openxmlformats.org/drawingml/2006/main">
              <a:ext uri="{FF2B5EF4-FFF2-40B4-BE49-F238E27FC236}">
                <a16:creationId xmlns:a16="http://schemas.microsoft.com/office/drawing/2014/main" id="{9CC803D1-0F56-4951-8697-66867FB6E242}"/>
              </a:ext>
            </a:extLst>
          </p:cNvPr>
          <p:cNvSpPr>
            <a:spLocks xmlns:a="http://schemas.openxmlformats.org/drawingml/2006/main" noGrp="1"/>
          </p:cNvSpPr>
          <p:nvPr/>
        </p:nvSpPr>
        <p:spPr>
          <a:xfrm xmlns:a="http://schemas.openxmlformats.org/drawingml/2006/main" rot="0" flipH="0" flipV="0">
            <a:off x="6071453" y="2884019"/>
            <a:ext cx="41692" cy="42156"/>
          </a:xfrm>
          <a:custGeom xmlns:a="http://schemas.openxmlformats.org/drawingml/2006/main">
            <a:rect l="0" t="0" r="0" b="0"/>
            <a:pathLst>
              <a:path w="52115" h="52695">
                <a:moveTo>
                  <a:pt x="0" y="52695"/>
                </a:moveTo>
                <a:lnTo>
                  <a:pt x="52115" y="29240"/>
                </a:lnTo>
                <a:lnTo>
                  <a:pt x="3011" y="0"/>
                </a:lnTo>
              </a:path>
            </a:pathLst>
          </a:custGeom>
          <a:noFill xmlns:a="http://schemas.openxmlformats.org/drawingml/2006/main"/>
          <a:ln xmlns:a="http://schemas.openxmlformats.org/drawingml/2006/main" w="19050">
            <a:solidFill>
              <a:srgbClr val="26847D"/>
            </a:solidFill>
            <a:prstDash val="solid"/>
          </a:ln>
        </p:spPr>
      </p:sp>
      <p:sp>
        <p:nvSpPr>
          <p:cNvPr id="214" name="03_PREDICTIONS__wind_4_6">
            <a:extLst xmlns:a="http://schemas.openxmlformats.org/drawingml/2006/main">
              <a:ext uri="{FF2B5EF4-FFF2-40B4-BE49-F238E27FC236}">
                <a16:creationId xmlns:a16="http://schemas.microsoft.com/office/drawing/2014/main" id="{223285A7-9B7C-461A-9A46-4BA5AFD0AEB8}"/>
              </a:ext>
            </a:extLst>
          </p:cNvPr>
          <p:cNvSpPr>
            <a:spLocks xmlns:a="http://schemas.openxmlformats.org/drawingml/2006/main" noGrp="1"/>
          </p:cNvSpPr>
          <p:nvPr/>
        </p:nvSpPr>
        <p:spPr>
          <a:xfrm xmlns:a="http://schemas.openxmlformats.org/drawingml/2006/main" rot="0" flipH="0" flipV="0">
            <a:off x="6356985" y="2901315"/>
            <a:ext cx="106680" cy="6096"/>
          </a:xfrm>
          <a:custGeom xmlns:a="http://schemas.openxmlformats.org/drawingml/2006/main">
            <a:rect l="0" t="0" r="0" b="0"/>
            <a:pathLst>
              <a:path w="133350" h="7620">
                <a:moveTo>
                  <a:pt x="0" y="0"/>
                </a:moveTo>
                <a:lnTo>
                  <a:pt x="133350" y="7620"/>
                </a:lnTo>
              </a:path>
            </a:pathLst>
          </a:custGeom>
          <a:noFill xmlns:a="http://schemas.openxmlformats.org/drawingml/2006/main"/>
          <a:ln xmlns:a="http://schemas.openxmlformats.org/drawingml/2006/main" w="19050">
            <a:solidFill>
              <a:srgbClr val="26847D"/>
            </a:solidFill>
            <a:prstDash val="solid"/>
          </a:ln>
        </p:spPr>
      </p:sp>
      <p:sp>
        <p:nvSpPr>
          <p:cNvPr id="215" name="03_PREDICTIONS__wind_4_6_head">
            <a:extLst xmlns:a="http://schemas.openxmlformats.org/drawingml/2006/main">
              <a:ext uri="{FF2B5EF4-FFF2-40B4-BE49-F238E27FC236}">
                <a16:creationId xmlns:a16="http://schemas.microsoft.com/office/drawing/2014/main" id="{4EF1CBC9-E356-424D-877F-B75794876CE0}"/>
              </a:ext>
            </a:extLst>
          </p:cNvPr>
          <p:cNvSpPr>
            <a:spLocks xmlns:a="http://schemas.openxmlformats.org/drawingml/2006/main" noGrp="1"/>
          </p:cNvSpPr>
          <p:nvPr/>
        </p:nvSpPr>
        <p:spPr>
          <a:xfrm xmlns:a="http://schemas.openxmlformats.org/drawingml/2006/main" rot="0" flipH="0" flipV="0">
            <a:off x="6421973" y="2884019"/>
            <a:ext cx="41692" cy="42156"/>
          </a:xfrm>
          <a:custGeom xmlns:a="http://schemas.openxmlformats.org/drawingml/2006/main">
            <a:rect l="0" t="0" r="0" b="0"/>
            <a:pathLst>
              <a:path w="52115" h="52695">
                <a:moveTo>
                  <a:pt x="0" y="52695"/>
                </a:moveTo>
                <a:lnTo>
                  <a:pt x="52115" y="29240"/>
                </a:lnTo>
                <a:lnTo>
                  <a:pt x="3011" y="0"/>
                </a:lnTo>
              </a:path>
            </a:pathLst>
          </a:custGeom>
          <a:noFill xmlns:a="http://schemas.openxmlformats.org/drawingml/2006/main"/>
          <a:ln xmlns:a="http://schemas.openxmlformats.org/drawingml/2006/main" w="19050">
            <a:solidFill>
              <a:srgbClr val="26847D"/>
            </a:solidFill>
            <a:prstDash val="solid"/>
          </a:ln>
        </p:spPr>
      </p:sp>
      <p:sp>
        <p:nvSpPr>
          <p:cNvPr id="216" name="03_PREDICTIONS__wind_4_8">
            <a:extLst xmlns:a="http://schemas.openxmlformats.org/drawingml/2006/main">
              <a:ext uri="{FF2B5EF4-FFF2-40B4-BE49-F238E27FC236}">
                <a16:creationId xmlns:a16="http://schemas.microsoft.com/office/drawing/2014/main" id="{14D2A3B1-AA53-4007-B0AE-2A4E33FD94DA}"/>
              </a:ext>
            </a:extLst>
          </p:cNvPr>
          <p:cNvSpPr>
            <a:spLocks xmlns:a="http://schemas.openxmlformats.org/drawingml/2006/main" noGrp="1"/>
          </p:cNvSpPr>
          <p:nvPr/>
        </p:nvSpPr>
        <p:spPr>
          <a:xfrm xmlns:a="http://schemas.openxmlformats.org/drawingml/2006/main" rot="0" flipH="0" flipV="0">
            <a:off x="6707505" y="2901315"/>
            <a:ext cx="106680" cy="6096"/>
          </a:xfrm>
          <a:custGeom xmlns:a="http://schemas.openxmlformats.org/drawingml/2006/main">
            <a:rect l="0" t="0" r="0" b="0"/>
            <a:pathLst>
              <a:path w="133350" h="7620">
                <a:moveTo>
                  <a:pt x="0" y="0"/>
                </a:moveTo>
                <a:lnTo>
                  <a:pt x="133350" y="7620"/>
                </a:lnTo>
              </a:path>
            </a:pathLst>
          </a:custGeom>
          <a:noFill xmlns:a="http://schemas.openxmlformats.org/drawingml/2006/main"/>
          <a:ln xmlns:a="http://schemas.openxmlformats.org/drawingml/2006/main" w="19050">
            <a:solidFill>
              <a:srgbClr val="26847D"/>
            </a:solidFill>
            <a:prstDash val="solid"/>
          </a:ln>
        </p:spPr>
      </p:sp>
      <p:sp>
        <p:nvSpPr>
          <p:cNvPr id="217" name="03_PREDICTIONS__wind_4_8_head">
            <a:extLst xmlns:a="http://schemas.openxmlformats.org/drawingml/2006/main">
              <a:ext uri="{FF2B5EF4-FFF2-40B4-BE49-F238E27FC236}">
                <a16:creationId xmlns:a16="http://schemas.microsoft.com/office/drawing/2014/main" id="{87BD6843-9914-44D4-AD0C-FA15A0343C21}"/>
              </a:ext>
            </a:extLst>
          </p:cNvPr>
          <p:cNvSpPr>
            <a:spLocks xmlns:a="http://schemas.openxmlformats.org/drawingml/2006/main" noGrp="1"/>
          </p:cNvSpPr>
          <p:nvPr/>
        </p:nvSpPr>
        <p:spPr>
          <a:xfrm xmlns:a="http://schemas.openxmlformats.org/drawingml/2006/main" rot="0" flipH="0" flipV="0">
            <a:off x="6772493" y="2884019"/>
            <a:ext cx="41692" cy="42156"/>
          </a:xfrm>
          <a:custGeom xmlns:a="http://schemas.openxmlformats.org/drawingml/2006/main">
            <a:rect l="0" t="0" r="0" b="0"/>
            <a:pathLst>
              <a:path w="52115" h="52695">
                <a:moveTo>
                  <a:pt x="0" y="52695"/>
                </a:moveTo>
                <a:lnTo>
                  <a:pt x="52115" y="29240"/>
                </a:lnTo>
                <a:lnTo>
                  <a:pt x="3011" y="0"/>
                </a:lnTo>
              </a:path>
            </a:pathLst>
          </a:custGeom>
          <a:noFill xmlns:a="http://schemas.openxmlformats.org/drawingml/2006/main"/>
          <a:ln xmlns:a="http://schemas.openxmlformats.org/drawingml/2006/main" w="19050">
            <a:solidFill>
              <a:srgbClr val="26847D"/>
            </a:solidFill>
            <a:prstDash val="solid"/>
          </a:ln>
        </p:spPr>
      </p:sp>
      <p:sp>
        <p:nvSpPr>
          <p:cNvPr id="218" name="03_PREDICTIONS__wind_6_0">
            <a:extLst xmlns:a="http://schemas.openxmlformats.org/drawingml/2006/main">
              <a:ext uri="{FF2B5EF4-FFF2-40B4-BE49-F238E27FC236}">
                <a16:creationId xmlns:a16="http://schemas.microsoft.com/office/drawing/2014/main" id="{9606A632-2210-4E70-B7BA-F6D100908F18}"/>
              </a:ext>
            </a:extLst>
          </p:cNvPr>
          <p:cNvSpPr>
            <a:spLocks xmlns:a="http://schemas.openxmlformats.org/drawingml/2006/main" noGrp="1"/>
          </p:cNvSpPr>
          <p:nvPr/>
        </p:nvSpPr>
        <p:spPr>
          <a:xfrm xmlns:a="http://schemas.openxmlformats.org/drawingml/2006/main" rot="0" flipH="0" flipV="0">
            <a:off x="5305425" y="3251835"/>
            <a:ext cx="106680" cy="18288"/>
          </a:xfrm>
          <a:custGeom xmlns:a="http://schemas.openxmlformats.org/drawingml/2006/main">
            <a:rect l="0" t="0" r="0" b="0"/>
            <a:pathLst>
              <a:path w="133350" h="22860">
                <a:moveTo>
                  <a:pt x="0" y="0"/>
                </a:moveTo>
                <a:lnTo>
                  <a:pt x="133350" y="22860"/>
                </a:lnTo>
              </a:path>
            </a:pathLst>
          </a:custGeom>
          <a:noFill xmlns:a="http://schemas.openxmlformats.org/drawingml/2006/main"/>
          <a:ln xmlns:a="http://schemas.openxmlformats.org/drawingml/2006/main" w="19050">
            <a:solidFill>
              <a:srgbClr val="26847D"/>
            </a:solidFill>
            <a:prstDash val="solid"/>
          </a:ln>
        </p:spPr>
      </p:sp>
      <p:sp>
        <p:nvSpPr>
          <p:cNvPr id="219" name="03_PREDICTIONS__wind_6_0_head">
            <a:extLst xmlns:a="http://schemas.openxmlformats.org/drawingml/2006/main">
              <a:ext uri="{FF2B5EF4-FFF2-40B4-BE49-F238E27FC236}">
                <a16:creationId xmlns:a16="http://schemas.microsoft.com/office/drawing/2014/main" id="{ED1576D9-B9F5-4E7C-A4F1-84FE666E7CDB}"/>
              </a:ext>
            </a:extLst>
          </p:cNvPr>
          <p:cNvSpPr>
            <a:spLocks xmlns:a="http://schemas.openxmlformats.org/drawingml/2006/main" noGrp="1"/>
          </p:cNvSpPr>
          <p:nvPr/>
        </p:nvSpPr>
        <p:spPr>
          <a:xfrm xmlns:a="http://schemas.openxmlformats.org/drawingml/2006/main" rot="0" flipH="0" flipV="0">
            <a:off x="5368567" y="3242462"/>
            <a:ext cx="43538" cy="41618"/>
          </a:xfrm>
          <a:custGeom xmlns:a="http://schemas.openxmlformats.org/drawingml/2006/main">
            <a:rect l="0" t="0" r="0" b="0"/>
            <a:pathLst>
              <a:path w="54422" h="52022">
                <a:moveTo>
                  <a:pt x="0" y="52022"/>
                </a:moveTo>
                <a:lnTo>
                  <a:pt x="54422" y="34576"/>
                </a:lnTo>
                <a:lnTo>
                  <a:pt x="8918" y="0"/>
                </a:lnTo>
              </a:path>
            </a:pathLst>
          </a:custGeom>
          <a:noFill xmlns:a="http://schemas.openxmlformats.org/drawingml/2006/main"/>
          <a:ln xmlns:a="http://schemas.openxmlformats.org/drawingml/2006/main" w="19050">
            <a:solidFill>
              <a:srgbClr val="26847D"/>
            </a:solidFill>
            <a:prstDash val="solid"/>
          </a:ln>
        </p:spPr>
      </p:sp>
      <p:sp>
        <p:nvSpPr>
          <p:cNvPr id="220" name="03_PREDICTIONS__wind_6_2">
            <a:extLst xmlns:a="http://schemas.openxmlformats.org/drawingml/2006/main">
              <a:ext uri="{FF2B5EF4-FFF2-40B4-BE49-F238E27FC236}">
                <a16:creationId xmlns:a16="http://schemas.microsoft.com/office/drawing/2014/main" id="{199AAA16-C0CE-4800-948B-84D6B338A30E}"/>
              </a:ext>
            </a:extLst>
          </p:cNvPr>
          <p:cNvSpPr>
            <a:spLocks xmlns:a="http://schemas.openxmlformats.org/drawingml/2006/main" noGrp="1"/>
          </p:cNvSpPr>
          <p:nvPr/>
        </p:nvSpPr>
        <p:spPr>
          <a:xfrm xmlns:a="http://schemas.openxmlformats.org/drawingml/2006/main" rot="0" flipH="0" flipV="0">
            <a:off x="5655945" y="3251835"/>
            <a:ext cx="106680" cy="18288"/>
          </a:xfrm>
          <a:custGeom xmlns:a="http://schemas.openxmlformats.org/drawingml/2006/main">
            <a:rect l="0" t="0" r="0" b="0"/>
            <a:pathLst>
              <a:path w="133350" h="22860">
                <a:moveTo>
                  <a:pt x="0" y="0"/>
                </a:moveTo>
                <a:lnTo>
                  <a:pt x="133350" y="22860"/>
                </a:lnTo>
              </a:path>
            </a:pathLst>
          </a:custGeom>
          <a:noFill xmlns:a="http://schemas.openxmlformats.org/drawingml/2006/main"/>
          <a:ln xmlns:a="http://schemas.openxmlformats.org/drawingml/2006/main" w="19050">
            <a:solidFill>
              <a:srgbClr val="26847D"/>
            </a:solidFill>
            <a:prstDash val="solid"/>
          </a:ln>
        </p:spPr>
      </p:sp>
      <p:sp>
        <p:nvSpPr>
          <p:cNvPr id="221" name="03_PREDICTIONS__wind_6_2_head">
            <a:extLst xmlns:a="http://schemas.openxmlformats.org/drawingml/2006/main">
              <a:ext uri="{FF2B5EF4-FFF2-40B4-BE49-F238E27FC236}">
                <a16:creationId xmlns:a16="http://schemas.microsoft.com/office/drawing/2014/main" id="{788D25BE-F571-43E1-9632-AAF331AC8027}"/>
              </a:ext>
            </a:extLst>
          </p:cNvPr>
          <p:cNvSpPr>
            <a:spLocks xmlns:a="http://schemas.openxmlformats.org/drawingml/2006/main" noGrp="1"/>
          </p:cNvSpPr>
          <p:nvPr/>
        </p:nvSpPr>
        <p:spPr>
          <a:xfrm xmlns:a="http://schemas.openxmlformats.org/drawingml/2006/main" rot="0" flipH="0" flipV="0">
            <a:off x="5719087" y="3242462"/>
            <a:ext cx="43538" cy="41618"/>
          </a:xfrm>
          <a:custGeom xmlns:a="http://schemas.openxmlformats.org/drawingml/2006/main">
            <a:rect l="0" t="0" r="0" b="0"/>
            <a:pathLst>
              <a:path w="54422" h="52022">
                <a:moveTo>
                  <a:pt x="0" y="52022"/>
                </a:moveTo>
                <a:lnTo>
                  <a:pt x="54422" y="34576"/>
                </a:lnTo>
                <a:lnTo>
                  <a:pt x="8918" y="0"/>
                </a:lnTo>
              </a:path>
            </a:pathLst>
          </a:custGeom>
          <a:noFill xmlns:a="http://schemas.openxmlformats.org/drawingml/2006/main"/>
          <a:ln xmlns:a="http://schemas.openxmlformats.org/drawingml/2006/main" w="19050">
            <a:solidFill>
              <a:srgbClr val="26847D"/>
            </a:solidFill>
            <a:prstDash val="solid"/>
          </a:ln>
        </p:spPr>
      </p:sp>
      <p:sp>
        <p:nvSpPr>
          <p:cNvPr id="222" name="03_PREDICTIONS__wind_6_6">
            <a:extLst xmlns:a="http://schemas.openxmlformats.org/drawingml/2006/main">
              <a:ext uri="{FF2B5EF4-FFF2-40B4-BE49-F238E27FC236}">
                <a16:creationId xmlns:a16="http://schemas.microsoft.com/office/drawing/2014/main" id="{7F53270E-23A0-4CB0-9254-401E0396498B}"/>
              </a:ext>
            </a:extLst>
          </p:cNvPr>
          <p:cNvSpPr>
            <a:spLocks xmlns:a="http://schemas.openxmlformats.org/drawingml/2006/main" noGrp="1"/>
          </p:cNvSpPr>
          <p:nvPr/>
        </p:nvSpPr>
        <p:spPr>
          <a:xfrm xmlns:a="http://schemas.openxmlformats.org/drawingml/2006/main" rot="0" flipH="0" flipV="0">
            <a:off x="6356985" y="3251835"/>
            <a:ext cx="106680" cy="18288"/>
          </a:xfrm>
          <a:custGeom xmlns:a="http://schemas.openxmlformats.org/drawingml/2006/main">
            <a:rect l="0" t="0" r="0" b="0"/>
            <a:pathLst>
              <a:path w="133350" h="22860">
                <a:moveTo>
                  <a:pt x="0" y="0"/>
                </a:moveTo>
                <a:lnTo>
                  <a:pt x="133350" y="22860"/>
                </a:lnTo>
              </a:path>
            </a:pathLst>
          </a:custGeom>
          <a:noFill xmlns:a="http://schemas.openxmlformats.org/drawingml/2006/main"/>
          <a:ln xmlns:a="http://schemas.openxmlformats.org/drawingml/2006/main" w="19050">
            <a:solidFill>
              <a:srgbClr val="26847D"/>
            </a:solidFill>
            <a:prstDash val="solid"/>
          </a:ln>
        </p:spPr>
      </p:sp>
      <p:sp>
        <p:nvSpPr>
          <p:cNvPr id="223" name="03_PREDICTIONS__wind_6_6_head">
            <a:extLst xmlns:a="http://schemas.openxmlformats.org/drawingml/2006/main">
              <a:ext uri="{FF2B5EF4-FFF2-40B4-BE49-F238E27FC236}">
                <a16:creationId xmlns:a16="http://schemas.microsoft.com/office/drawing/2014/main" id="{4E03A6D9-7DAE-4FF9-8D51-9228D2B3300B}"/>
              </a:ext>
            </a:extLst>
          </p:cNvPr>
          <p:cNvSpPr>
            <a:spLocks xmlns:a="http://schemas.openxmlformats.org/drawingml/2006/main" noGrp="1"/>
          </p:cNvSpPr>
          <p:nvPr/>
        </p:nvSpPr>
        <p:spPr>
          <a:xfrm xmlns:a="http://schemas.openxmlformats.org/drawingml/2006/main" rot="0" flipH="0" flipV="0">
            <a:off x="6420127" y="3242462"/>
            <a:ext cx="43538" cy="41618"/>
          </a:xfrm>
          <a:custGeom xmlns:a="http://schemas.openxmlformats.org/drawingml/2006/main">
            <a:rect l="0" t="0" r="0" b="0"/>
            <a:pathLst>
              <a:path w="54422" h="52022">
                <a:moveTo>
                  <a:pt x="0" y="52022"/>
                </a:moveTo>
                <a:lnTo>
                  <a:pt x="54422" y="34576"/>
                </a:lnTo>
                <a:lnTo>
                  <a:pt x="8918" y="0"/>
                </a:lnTo>
              </a:path>
            </a:pathLst>
          </a:custGeom>
          <a:noFill xmlns:a="http://schemas.openxmlformats.org/drawingml/2006/main"/>
          <a:ln xmlns:a="http://schemas.openxmlformats.org/drawingml/2006/main" w="19050">
            <a:solidFill>
              <a:srgbClr val="26847D"/>
            </a:solidFill>
            <a:prstDash val="solid"/>
          </a:ln>
        </p:spPr>
      </p:sp>
      <p:sp>
        <p:nvSpPr>
          <p:cNvPr id="224" name="03_PREDICTIONS__wind_6_8">
            <a:extLst xmlns:a="http://schemas.openxmlformats.org/drawingml/2006/main">
              <a:ext uri="{FF2B5EF4-FFF2-40B4-BE49-F238E27FC236}">
                <a16:creationId xmlns:a16="http://schemas.microsoft.com/office/drawing/2014/main" id="{B996F1A5-56B9-4374-A7E4-BA3F4018A0C2}"/>
              </a:ext>
            </a:extLst>
          </p:cNvPr>
          <p:cNvSpPr>
            <a:spLocks xmlns:a="http://schemas.openxmlformats.org/drawingml/2006/main" noGrp="1"/>
          </p:cNvSpPr>
          <p:nvPr/>
        </p:nvSpPr>
        <p:spPr>
          <a:xfrm xmlns:a="http://schemas.openxmlformats.org/drawingml/2006/main" rot="0" flipH="0" flipV="0">
            <a:off x="6707505" y="3251835"/>
            <a:ext cx="106680" cy="18288"/>
          </a:xfrm>
          <a:custGeom xmlns:a="http://schemas.openxmlformats.org/drawingml/2006/main">
            <a:rect l="0" t="0" r="0" b="0"/>
            <a:pathLst>
              <a:path w="133350" h="22860">
                <a:moveTo>
                  <a:pt x="0" y="0"/>
                </a:moveTo>
                <a:lnTo>
                  <a:pt x="133350" y="22860"/>
                </a:lnTo>
              </a:path>
            </a:pathLst>
          </a:custGeom>
          <a:noFill xmlns:a="http://schemas.openxmlformats.org/drawingml/2006/main"/>
          <a:ln xmlns:a="http://schemas.openxmlformats.org/drawingml/2006/main" w="19050">
            <a:solidFill>
              <a:srgbClr val="26847D"/>
            </a:solidFill>
            <a:prstDash val="solid"/>
          </a:ln>
        </p:spPr>
      </p:sp>
      <p:sp>
        <p:nvSpPr>
          <p:cNvPr id="225" name="03_PREDICTIONS__wind_6_8_head">
            <a:extLst xmlns:a="http://schemas.openxmlformats.org/drawingml/2006/main">
              <a:ext uri="{FF2B5EF4-FFF2-40B4-BE49-F238E27FC236}">
                <a16:creationId xmlns:a16="http://schemas.microsoft.com/office/drawing/2014/main" id="{B5BABF15-08FE-427C-A4A0-0B0155D37063}"/>
              </a:ext>
            </a:extLst>
          </p:cNvPr>
          <p:cNvSpPr>
            <a:spLocks xmlns:a="http://schemas.openxmlformats.org/drawingml/2006/main" noGrp="1"/>
          </p:cNvSpPr>
          <p:nvPr/>
        </p:nvSpPr>
        <p:spPr>
          <a:xfrm xmlns:a="http://schemas.openxmlformats.org/drawingml/2006/main" rot="0" flipH="0" flipV="0">
            <a:off x="6770647" y="3242462"/>
            <a:ext cx="43538" cy="41618"/>
          </a:xfrm>
          <a:custGeom xmlns:a="http://schemas.openxmlformats.org/drawingml/2006/main">
            <a:rect l="0" t="0" r="0" b="0"/>
            <a:pathLst>
              <a:path w="54422" h="52022">
                <a:moveTo>
                  <a:pt x="0" y="52022"/>
                </a:moveTo>
                <a:lnTo>
                  <a:pt x="54422" y="34576"/>
                </a:lnTo>
                <a:lnTo>
                  <a:pt x="8918" y="0"/>
                </a:lnTo>
              </a:path>
            </a:pathLst>
          </a:custGeom>
          <a:noFill xmlns:a="http://schemas.openxmlformats.org/drawingml/2006/main"/>
          <a:ln xmlns:a="http://schemas.openxmlformats.org/drawingml/2006/main" w="19050">
            <a:solidFill>
              <a:srgbClr val="26847D"/>
            </a:solidFill>
            <a:prstDash val="solid"/>
          </a:ln>
        </p:spPr>
      </p:sp>
      <p:sp>
        <p:nvSpPr>
          <p:cNvPr id="226" name="03_PREDICTIONS__wind_field">
            <a:extLst xmlns:a="http://schemas.openxmlformats.org/drawingml/2006/main">
              <a:ext uri="{FF2B5EF4-FFF2-40B4-BE49-F238E27FC236}">
                <a16:creationId xmlns:a16="http://schemas.microsoft.com/office/drawing/2014/main" id="{D9D12200-BC72-420E-82AE-5B44485AFFB5}"/>
              </a:ext>
            </a:extLst>
          </p:cNvPr>
          <p:cNvSpPr>
            <a:spLocks xmlns:a="http://schemas.openxmlformats.org/drawingml/2006/main" noGrp="1"/>
          </p:cNvSpPr>
          <p:nvPr/>
        </p:nvSpPr>
        <p:spPr>
          <a:xfrm xmlns:a="http://schemas.openxmlformats.org/drawingml/2006/main" rot="0" flipH="0" flipV="0">
            <a:off x="5213985" y="3442335"/>
            <a:ext cx="2118360" cy="2514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575" b="0">
                <a:solidFill>
                  <a:srgbClr val="247F70"/>
                </a:solidFill>
                <a:latin typeface="Noto Sans CJK SC"/>
                <a:ea typeface="Noto Sans CJK SC"/>
                <a:cs typeface="Noto Sans CJK SC"/>
              </a:defRPr>
            </a:defPPr>
            <a:lvl1pPr algn="l">
              <a:defRPr sz="1575" b="0">
                <a:solidFill>
                  <a:srgbClr val="247F70"/>
                </a:solidFill>
                <a:latin typeface="Noto Sans CJK SC"/>
                <a:ea typeface="Noto Sans CJK SC"/>
                <a:cs typeface="Noto Sans CJK SC"/>
              </a:defRPr>
            </a:lvl1pPr>
            <a:lvl2pPr algn="l">
              <a:defRPr sz="1575" b="0">
                <a:solidFill>
                  <a:srgbClr val="247F70"/>
                </a:solidFill>
                <a:latin typeface="Noto Sans CJK SC"/>
                <a:ea typeface="Noto Sans CJK SC"/>
                <a:cs typeface="Noto Sans CJK SC"/>
              </a:defRPr>
            </a:lvl2pPr>
            <a:lvl3pPr algn="l">
              <a:defRPr sz="1575" b="0">
                <a:solidFill>
                  <a:srgbClr val="247F70"/>
                </a:solidFill>
                <a:latin typeface="Noto Sans CJK SC"/>
                <a:ea typeface="Noto Sans CJK SC"/>
                <a:cs typeface="Noto Sans CJK SC"/>
              </a:defRPr>
            </a:lvl3pPr>
            <a:lvl4pPr algn="l">
              <a:defRPr sz="1575" b="0">
                <a:solidFill>
                  <a:srgbClr val="247F70"/>
                </a:solidFill>
                <a:latin typeface="Noto Sans CJK SC"/>
                <a:ea typeface="Noto Sans CJK SC"/>
                <a:cs typeface="Noto Sans CJK SC"/>
              </a:defRPr>
            </a:lvl4pPr>
            <a:lvl5pPr algn="l">
              <a:defRPr sz="1575" b="0">
                <a:solidFill>
                  <a:srgbClr val="247F70"/>
                </a:solidFill>
                <a:latin typeface="Noto Sans CJK SC"/>
                <a:ea typeface="Noto Sans CJK SC"/>
                <a:cs typeface="Noto Sans CJK SC"/>
              </a:defRPr>
            </a:lvl5pPr>
            <a:lvl6pPr algn="l">
              <a:defRPr sz="1575" b="0">
                <a:solidFill>
                  <a:srgbClr val="247F70"/>
                </a:solidFill>
                <a:latin typeface="Noto Sans CJK SC"/>
                <a:ea typeface="Noto Sans CJK SC"/>
                <a:cs typeface="Noto Sans CJK SC"/>
              </a:defRPr>
            </a:lvl6pPr>
            <a:lvl7pPr algn="l">
              <a:defRPr sz="1575" b="0">
                <a:solidFill>
                  <a:srgbClr val="247F70"/>
                </a:solidFill>
                <a:latin typeface="Noto Sans CJK SC"/>
                <a:ea typeface="Noto Sans CJK SC"/>
                <a:cs typeface="Noto Sans CJK SC"/>
              </a:defRPr>
            </a:lvl7pPr>
            <a:lvl8pPr algn="l">
              <a:defRPr sz="1575" b="0">
                <a:solidFill>
                  <a:srgbClr val="247F70"/>
                </a:solidFill>
                <a:latin typeface="Noto Sans CJK SC"/>
                <a:ea typeface="Noto Sans CJK SC"/>
                <a:cs typeface="Noto Sans CJK SC"/>
              </a:defRPr>
            </a:lvl8pPr>
            <a:lvl9pPr algn="l">
              <a:defRPr sz="1575" b="0">
                <a:solidFill>
                  <a:srgbClr val="247F70"/>
                </a:solidFill>
                <a:latin typeface="Noto Sans CJK SC"/>
                <a:ea typeface="Noto Sans CJK SC"/>
                <a:cs typeface="Noto Sans CJK SC"/>
              </a:defRPr>
            </a:lvl9pPr>
          </a:lstStyle>
          <a:p xmlns:a="http://schemas.openxmlformats.org/drawingml/2006/main">
            <a:pPr algn="l">
              <a:buNone/>
              <a:defRPr sz="1575" b="0">
                <a:solidFill>
                  <a:srgbClr val="247F70"/>
                </a:solidFill>
                <a:latin typeface="Noto Sans CJK SC"/>
                <a:ea typeface="Noto Sans CJK SC"/>
                <a:cs typeface="Noto Sans CJK SC"/>
              </a:defRPr>
            </a:pPr>
            <a:r>
              <a:rPr sz="1575" b="0">
                <a:solidFill>
                  <a:srgbClr val="247F70"/>
                </a:solidFill>
                <a:latin typeface="Noto Sans CJK SC"/>
                <a:ea typeface="Noto Sans CJK SC"/>
                <a:cs typeface="Noto Sans CJK SC"/>
              </a:rPr>
              <a:t>GMRF 风估计</a:t>
            </a:r>
            <a:endParaRPr sz="1875" b="0">
              <a:solidFill>
                <a:srgbClr val="26847D"/>
              </a:solidFill>
              <a:latin typeface="Arial"/>
              <a:ea typeface="Arial"/>
              <a:cs typeface="Arial"/>
            </a:endParaRPr>
          </a:p>
        </p:txBody>
      </p:sp>
      <p:sp>
        <p:nvSpPr>
          <p:cNvPr id="227" name="03_PREDICTIONS__filament_title">
            <a:extLst xmlns:a="http://schemas.openxmlformats.org/drawingml/2006/main">
              <a:ext uri="{FF2B5EF4-FFF2-40B4-BE49-F238E27FC236}">
                <a16:creationId xmlns:a16="http://schemas.microsoft.com/office/drawing/2014/main" id="{2A56AB3D-86C5-45DE-9B8A-F1144878E008}"/>
              </a:ext>
            </a:extLst>
          </p:cNvPr>
          <p:cNvSpPr>
            <a:spLocks xmlns:a="http://schemas.openxmlformats.org/drawingml/2006/main" noGrp="1"/>
          </p:cNvSpPr>
          <p:nvPr/>
        </p:nvSpPr>
        <p:spPr>
          <a:xfrm xmlns:a="http://schemas.openxmlformats.org/drawingml/2006/main" rot="0" flipH="0" flipV="0">
            <a:off x="7416165" y="1735455"/>
            <a:ext cx="2004060" cy="2514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575" b="1">
                <a:solidFill>
                  <a:srgbClr val="247F70"/>
                </a:solidFill>
                <a:latin typeface="Noto Sans CJK SC"/>
                <a:ea typeface="Noto Sans CJK SC"/>
                <a:cs typeface="Noto Sans CJK SC"/>
              </a:defRPr>
            </a:defPPr>
            <a:lvl1pPr algn="l">
              <a:defRPr sz="1575" b="1">
                <a:solidFill>
                  <a:srgbClr val="247F70"/>
                </a:solidFill>
                <a:latin typeface="Noto Sans CJK SC"/>
                <a:ea typeface="Noto Sans CJK SC"/>
                <a:cs typeface="Noto Sans CJK SC"/>
              </a:defRPr>
            </a:lvl1pPr>
            <a:lvl2pPr algn="l">
              <a:defRPr sz="1575" b="1">
                <a:solidFill>
                  <a:srgbClr val="247F70"/>
                </a:solidFill>
                <a:latin typeface="Noto Sans CJK SC"/>
                <a:ea typeface="Noto Sans CJK SC"/>
                <a:cs typeface="Noto Sans CJK SC"/>
              </a:defRPr>
            </a:lvl2pPr>
            <a:lvl3pPr algn="l">
              <a:defRPr sz="1575" b="1">
                <a:solidFill>
                  <a:srgbClr val="247F70"/>
                </a:solidFill>
                <a:latin typeface="Noto Sans CJK SC"/>
                <a:ea typeface="Noto Sans CJK SC"/>
                <a:cs typeface="Noto Sans CJK SC"/>
              </a:defRPr>
            </a:lvl3pPr>
            <a:lvl4pPr algn="l">
              <a:defRPr sz="1575" b="1">
                <a:solidFill>
                  <a:srgbClr val="247F70"/>
                </a:solidFill>
                <a:latin typeface="Noto Sans CJK SC"/>
                <a:ea typeface="Noto Sans CJK SC"/>
                <a:cs typeface="Noto Sans CJK SC"/>
              </a:defRPr>
            </a:lvl4pPr>
            <a:lvl5pPr algn="l">
              <a:defRPr sz="1575" b="1">
                <a:solidFill>
                  <a:srgbClr val="247F70"/>
                </a:solidFill>
                <a:latin typeface="Noto Sans CJK SC"/>
                <a:ea typeface="Noto Sans CJK SC"/>
                <a:cs typeface="Noto Sans CJK SC"/>
              </a:defRPr>
            </a:lvl5pPr>
            <a:lvl6pPr algn="l">
              <a:defRPr sz="1575" b="1">
                <a:solidFill>
                  <a:srgbClr val="247F70"/>
                </a:solidFill>
                <a:latin typeface="Noto Sans CJK SC"/>
                <a:ea typeface="Noto Sans CJK SC"/>
                <a:cs typeface="Noto Sans CJK SC"/>
              </a:defRPr>
            </a:lvl6pPr>
            <a:lvl7pPr algn="l">
              <a:defRPr sz="1575" b="1">
                <a:solidFill>
                  <a:srgbClr val="247F70"/>
                </a:solidFill>
                <a:latin typeface="Noto Sans CJK SC"/>
                <a:ea typeface="Noto Sans CJK SC"/>
                <a:cs typeface="Noto Sans CJK SC"/>
              </a:defRPr>
            </a:lvl7pPr>
            <a:lvl8pPr algn="l">
              <a:defRPr sz="1575" b="1">
                <a:solidFill>
                  <a:srgbClr val="247F70"/>
                </a:solidFill>
                <a:latin typeface="Noto Sans CJK SC"/>
                <a:ea typeface="Noto Sans CJK SC"/>
                <a:cs typeface="Noto Sans CJK SC"/>
              </a:defRPr>
            </a:lvl8pPr>
            <a:lvl9pPr algn="l">
              <a:defRPr sz="1575" b="1">
                <a:solidFill>
                  <a:srgbClr val="247F70"/>
                </a:solidFill>
                <a:latin typeface="Noto Sans CJK SC"/>
                <a:ea typeface="Noto Sans CJK SC"/>
                <a:cs typeface="Noto Sans CJK SC"/>
              </a:defRPr>
            </a:lvl9pPr>
          </a:lstStyle>
          <a:p xmlns:a="http://schemas.openxmlformats.org/drawingml/2006/main">
            <a:pPr algn="l">
              <a:buNone/>
              <a:defRPr sz="1575" b="1">
                <a:solidFill>
                  <a:srgbClr val="247F70"/>
                </a:solidFill>
                <a:latin typeface="Noto Sans CJK SC"/>
                <a:ea typeface="Noto Sans CJK SC"/>
                <a:cs typeface="Noto Sans CJK SC"/>
              </a:defRPr>
            </a:pPr>
            <a:r>
              <a:rPr sz="1575" b="1">
                <a:solidFill>
                  <a:srgbClr val="247F70"/>
                </a:solidFill>
                <a:latin typeface="Noto Sans CJK SC"/>
                <a:ea typeface="Noto Sans CJK SC"/>
                <a:cs typeface="Noto Sans CJK SC"/>
              </a:rPr>
              <a:t>二维粒子模型</a:t>
            </a:r>
            <a:endParaRPr sz="1875" b="1">
              <a:solidFill>
                <a:srgbClr val="233440"/>
              </a:solidFill>
              <a:latin typeface="Arial"/>
              <a:ea typeface="Arial"/>
              <a:cs typeface="Arial"/>
            </a:endParaRPr>
          </a:p>
        </p:txBody>
      </p:sp>
      <p:sp>
        <p:nvSpPr>
          <p:cNvPr id="228" name="03_PREDICTIONS__filament_r0c0">
            <a:extLst xmlns:a="http://schemas.openxmlformats.org/drawingml/2006/main">
              <a:ext uri="{FF2B5EF4-FFF2-40B4-BE49-F238E27FC236}">
                <a16:creationId xmlns:a16="http://schemas.microsoft.com/office/drawing/2014/main" id="{CE11FF4F-4C04-4DBB-8810-753E74810AC1}"/>
              </a:ext>
            </a:extLst>
          </p:cNvPr>
          <p:cNvSpPr>
            <a:spLocks xmlns:a="http://schemas.openxmlformats.org/drawingml/2006/main" noGrp="1"/>
          </p:cNvSpPr>
          <p:nvPr/>
        </p:nvSpPr>
        <p:spPr>
          <a:xfrm xmlns:a="http://schemas.openxmlformats.org/drawingml/2006/main" rot="0" flipH="0" flipV="0">
            <a:off x="7431405" y="2108835"/>
            <a:ext cx="175260" cy="175260"/>
          </a:xfrm>
          <a:prstGeom xmlns:a="http://schemas.openxmlformats.org/drawingml/2006/main" prst="rect">
            <a:avLst/>
          </a:prstGeom>
          <a:solidFill xmlns:a="http://schemas.openxmlformats.org/drawingml/2006/main">
            <a:srgbClr val="FFFFFF"/>
          </a:solidFill>
          <a:ln xmlns:a="http://schemas.openxmlformats.org/drawingml/2006/main" w="7620">
            <a:solidFill>
              <a:srgbClr val="FFFFFF"/>
            </a:solidFill>
          </a:ln>
        </p:spPr>
      </p:sp>
      <p:sp>
        <p:nvSpPr>
          <p:cNvPr id="229" name="03_PREDICTIONS__filament_r0c1">
            <a:extLst xmlns:a="http://schemas.openxmlformats.org/drawingml/2006/main">
              <a:ext uri="{FF2B5EF4-FFF2-40B4-BE49-F238E27FC236}">
                <a16:creationId xmlns:a16="http://schemas.microsoft.com/office/drawing/2014/main" id="{D7E04947-AAB6-40ED-8083-A1047F57F9DA}"/>
              </a:ext>
            </a:extLst>
          </p:cNvPr>
          <p:cNvSpPr>
            <a:spLocks xmlns:a="http://schemas.openxmlformats.org/drawingml/2006/main" noGrp="1"/>
          </p:cNvSpPr>
          <p:nvPr/>
        </p:nvSpPr>
        <p:spPr>
          <a:xfrm xmlns:a="http://schemas.openxmlformats.org/drawingml/2006/main" rot="0" flipH="0" flipV="0">
            <a:off x="7606665" y="2108835"/>
            <a:ext cx="175260" cy="175260"/>
          </a:xfrm>
          <a:prstGeom xmlns:a="http://schemas.openxmlformats.org/drawingml/2006/main" prst="rect">
            <a:avLst/>
          </a:prstGeom>
          <a:solidFill xmlns:a="http://schemas.openxmlformats.org/drawingml/2006/main">
            <a:srgbClr val="FFFFFF"/>
          </a:solidFill>
          <a:ln xmlns:a="http://schemas.openxmlformats.org/drawingml/2006/main" w="7620">
            <a:solidFill>
              <a:srgbClr val="FFFFFF"/>
            </a:solidFill>
          </a:ln>
        </p:spPr>
      </p:sp>
      <p:sp>
        <p:nvSpPr>
          <p:cNvPr id="230" name="03_PREDICTIONS__filament_r0c2">
            <a:extLst xmlns:a="http://schemas.openxmlformats.org/drawingml/2006/main">
              <a:ext uri="{FF2B5EF4-FFF2-40B4-BE49-F238E27FC236}">
                <a16:creationId xmlns:a16="http://schemas.microsoft.com/office/drawing/2014/main" id="{2BFF0AB1-E2FE-4DC1-9E15-A6C2D564A61C}"/>
              </a:ext>
            </a:extLst>
          </p:cNvPr>
          <p:cNvSpPr>
            <a:spLocks xmlns:a="http://schemas.openxmlformats.org/drawingml/2006/main" noGrp="1"/>
          </p:cNvSpPr>
          <p:nvPr/>
        </p:nvSpPr>
        <p:spPr>
          <a:xfrm xmlns:a="http://schemas.openxmlformats.org/drawingml/2006/main" rot="0" flipH="0" flipV="0">
            <a:off x="7781925" y="2108835"/>
            <a:ext cx="175260" cy="175260"/>
          </a:xfrm>
          <a:prstGeom xmlns:a="http://schemas.openxmlformats.org/drawingml/2006/main" prst="rect">
            <a:avLst/>
          </a:prstGeom>
          <a:solidFill xmlns:a="http://schemas.openxmlformats.org/drawingml/2006/main">
            <a:srgbClr val="FFFFFF"/>
          </a:solidFill>
          <a:ln xmlns:a="http://schemas.openxmlformats.org/drawingml/2006/main" w="7620">
            <a:solidFill>
              <a:srgbClr val="FFFFFF"/>
            </a:solidFill>
          </a:ln>
        </p:spPr>
      </p:sp>
      <p:sp>
        <p:nvSpPr>
          <p:cNvPr id="231" name="03_PREDICTIONS__filament_r0c3">
            <a:extLst xmlns:a="http://schemas.openxmlformats.org/drawingml/2006/main">
              <a:ext uri="{FF2B5EF4-FFF2-40B4-BE49-F238E27FC236}">
                <a16:creationId xmlns:a16="http://schemas.microsoft.com/office/drawing/2014/main" id="{BD9E50A7-8E6F-4455-B125-D23D20AB73FA}"/>
              </a:ext>
            </a:extLst>
          </p:cNvPr>
          <p:cNvSpPr>
            <a:spLocks xmlns:a="http://schemas.openxmlformats.org/drawingml/2006/main" noGrp="1"/>
          </p:cNvSpPr>
          <p:nvPr/>
        </p:nvSpPr>
        <p:spPr>
          <a:xfrm xmlns:a="http://schemas.openxmlformats.org/drawingml/2006/main" rot="0" flipH="0" flipV="0">
            <a:off x="7957185" y="2108835"/>
            <a:ext cx="175260" cy="175260"/>
          </a:xfrm>
          <a:prstGeom xmlns:a="http://schemas.openxmlformats.org/drawingml/2006/main" prst="rect">
            <a:avLst/>
          </a:prstGeom>
          <a:solidFill xmlns:a="http://schemas.openxmlformats.org/drawingml/2006/main">
            <a:srgbClr val="FFFFFF"/>
          </a:solidFill>
          <a:ln xmlns:a="http://schemas.openxmlformats.org/drawingml/2006/main" w="7620">
            <a:solidFill>
              <a:srgbClr val="FFFFFF"/>
            </a:solidFill>
          </a:ln>
        </p:spPr>
      </p:sp>
      <p:sp>
        <p:nvSpPr>
          <p:cNvPr id="232" name="03_PREDICTIONS__filament_r0c4">
            <a:extLst xmlns:a="http://schemas.openxmlformats.org/drawingml/2006/main">
              <a:ext uri="{FF2B5EF4-FFF2-40B4-BE49-F238E27FC236}">
                <a16:creationId xmlns:a16="http://schemas.microsoft.com/office/drawing/2014/main" id="{3D8D6235-78F1-4697-8CF4-2DB698F9A6B7}"/>
              </a:ext>
            </a:extLst>
          </p:cNvPr>
          <p:cNvSpPr>
            <a:spLocks xmlns:a="http://schemas.openxmlformats.org/drawingml/2006/main" noGrp="1"/>
          </p:cNvSpPr>
          <p:nvPr/>
        </p:nvSpPr>
        <p:spPr>
          <a:xfrm xmlns:a="http://schemas.openxmlformats.org/drawingml/2006/main" rot="0" flipH="0" flipV="0">
            <a:off x="8132445" y="2108835"/>
            <a:ext cx="175260" cy="175260"/>
          </a:xfrm>
          <a:prstGeom xmlns:a="http://schemas.openxmlformats.org/drawingml/2006/main" prst="rect">
            <a:avLst/>
          </a:prstGeom>
          <a:solidFill xmlns:a="http://schemas.openxmlformats.org/drawingml/2006/main">
            <a:srgbClr val="606C73"/>
          </a:solidFill>
          <a:ln xmlns:a="http://schemas.openxmlformats.org/drawingml/2006/main" w="7620">
            <a:solidFill>
              <a:srgbClr val="FFFFFF"/>
            </a:solidFill>
          </a:ln>
        </p:spPr>
      </p:sp>
      <p:sp>
        <p:nvSpPr>
          <p:cNvPr id="233" name="03_PREDICTIONS__filament_r0c5">
            <a:extLst xmlns:a="http://schemas.openxmlformats.org/drawingml/2006/main">
              <a:ext uri="{FF2B5EF4-FFF2-40B4-BE49-F238E27FC236}">
                <a16:creationId xmlns:a16="http://schemas.microsoft.com/office/drawing/2014/main" id="{E9805904-35CB-437A-A726-3E1123D6E53D}"/>
              </a:ext>
            </a:extLst>
          </p:cNvPr>
          <p:cNvSpPr>
            <a:spLocks xmlns:a="http://schemas.openxmlformats.org/drawingml/2006/main" noGrp="1"/>
          </p:cNvSpPr>
          <p:nvPr/>
        </p:nvSpPr>
        <p:spPr>
          <a:xfrm xmlns:a="http://schemas.openxmlformats.org/drawingml/2006/main" rot="0" flipH="0" flipV="0">
            <a:off x="8307705" y="2108835"/>
            <a:ext cx="175260" cy="175260"/>
          </a:xfrm>
          <a:prstGeom xmlns:a="http://schemas.openxmlformats.org/drawingml/2006/main" prst="rect">
            <a:avLst/>
          </a:prstGeom>
          <a:solidFill xmlns:a="http://schemas.openxmlformats.org/drawingml/2006/main">
            <a:srgbClr val="FFFFFF"/>
          </a:solidFill>
          <a:ln xmlns:a="http://schemas.openxmlformats.org/drawingml/2006/main" w="7620">
            <a:solidFill>
              <a:srgbClr val="FFFFFF"/>
            </a:solidFill>
          </a:ln>
        </p:spPr>
      </p:sp>
      <p:sp>
        <p:nvSpPr>
          <p:cNvPr id="234" name="03_PREDICTIONS__filament_r0c6">
            <a:extLst xmlns:a="http://schemas.openxmlformats.org/drawingml/2006/main">
              <a:ext uri="{FF2B5EF4-FFF2-40B4-BE49-F238E27FC236}">
                <a16:creationId xmlns:a16="http://schemas.microsoft.com/office/drawing/2014/main" id="{E5F56F15-5E10-4695-8365-C1902D489A67}"/>
              </a:ext>
            </a:extLst>
          </p:cNvPr>
          <p:cNvSpPr>
            <a:spLocks xmlns:a="http://schemas.openxmlformats.org/drawingml/2006/main" noGrp="1"/>
          </p:cNvSpPr>
          <p:nvPr/>
        </p:nvSpPr>
        <p:spPr>
          <a:xfrm xmlns:a="http://schemas.openxmlformats.org/drawingml/2006/main" rot="0" flipH="0" flipV="0">
            <a:off x="8482965" y="2108835"/>
            <a:ext cx="175260" cy="175260"/>
          </a:xfrm>
          <a:prstGeom xmlns:a="http://schemas.openxmlformats.org/drawingml/2006/main" prst="rect">
            <a:avLst/>
          </a:prstGeom>
          <a:solidFill xmlns:a="http://schemas.openxmlformats.org/drawingml/2006/main">
            <a:srgbClr val="FFFFFF"/>
          </a:solidFill>
          <a:ln xmlns:a="http://schemas.openxmlformats.org/drawingml/2006/main" w="7620">
            <a:solidFill>
              <a:srgbClr val="FFFFFF"/>
            </a:solidFill>
          </a:ln>
        </p:spPr>
      </p:sp>
      <p:sp>
        <p:nvSpPr>
          <p:cNvPr id="235" name="03_PREDICTIONS__filament_r0c7">
            <a:extLst xmlns:a="http://schemas.openxmlformats.org/drawingml/2006/main">
              <a:ext uri="{FF2B5EF4-FFF2-40B4-BE49-F238E27FC236}">
                <a16:creationId xmlns:a16="http://schemas.microsoft.com/office/drawing/2014/main" id="{B442B2EB-6DBE-4538-BF8A-AA15AB31AA8B}"/>
              </a:ext>
            </a:extLst>
          </p:cNvPr>
          <p:cNvSpPr>
            <a:spLocks xmlns:a="http://schemas.openxmlformats.org/drawingml/2006/main" noGrp="1"/>
          </p:cNvSpPr>
          <p:nvPr/>
        </p:nvSpPr>
        <p:spPr>
          <a:xfrm xmlns:a="http://schemas.openxmlformats.org/drawingml/2006/main" rot="0" flipH="0" flipV="0">
            <a:off x="8658225" y="2108835"/>
            <a:ext cx="175260" cy="175260"/>
          </a:xfrm>
          <a:prstGeom xmlns:a="http://schemas.openxmlformats.org/drawingml/2006/main" prst="rect">
            <a:avLst/>
          </a:prstGeom>
          <a:solidFill xmlns:a="http://schemas.openxmlformats.org/drawingml/2006/main">
            <a:srgbClr val="FFFFFF"/>
          </a:solidFill>
          <a:ln xmlns:a="http://schemas.openxmlformats.org/drawingml/2006/main" w="7620">
            <a:solidFill>
              <a:srgbClr val="FFFFFF"/>
            </a:solidFill>
          </a:ln>
        </p:spPr>
      </p:sp>
      <p:sp>
        <p:nvSpPr>
          <p:cNvPr id="236" name="03_PREDICTIONS__filament_r0c8">
            <a:extLst xmlns:a="http://schemas.openxmlformats.org/drawingml/2006/main">
              <a:ext uri="{FF2B5EF4-FFF2-40B4-BE49-F238E27FC236}">
                <a16:creationId xmlns:a16="http://schemas.microsoft.com/office/drawing/2014/main" id="{7186AC73-1EA2-47A2-AC8B-D433780A5CFA}"/>
              </a:ext>
            </a:extLst>
          </p:cNvPr>
          <p:cNvSpPr>
            <a:spLocks xmlns:a="http://schemas.openxmlformats.org/drawingml/2006/main" noGrp="1"/>
          </p:cNvSpPr>
          <p:nvPr/>
        </p:nvSpPr>
        <p:spPr>
          <a:xfrm xmlns:a="http://schemas.openxmlformats.org/drawingml/2006/main" rot="0" flipH="0" flipV="0">
            <a:off x="8833485" y="2108835"/>
            <a:ext cx="175260" cy="175260"/>
          </a:xfrm>
          <a:prstGeom xmlns:a="http://schemas.openxmlformats.org/drawingml/2006/main" prst="rect">
            <a:avLst/>
          </a:prstGeom>
          <a:solidFill xmlns:a="http://schemas.openxmlformats.org/drawingml/2006/main">
            <a:srgbClr val="FFFFFF"/>
          </a:solidFill>
          <a:ln xmlns:a="http://schemas.openxmlformats.org/drawingml/2006/main" w="7620">
            <a:solidFill>
              <a:srgbClr val="FFFFFF"/>
            </a:solidFill>
          </a:ln>
        </p:spPr>
      </p:sp>
      <p:sp>
        <p:nvSpPr>
          <p:cNvPr id="237" name="03_PREDICTIONS__filament_r0c9">
            <a:extLst xmlns:a="http://schemas.openxmlformats.org/drawingml/2006/main">
              <a:ext uri="{FF2B5EF4-FFF2-40B4-BE49-F238E27FC236}">
                <a16:creationId xmlns:a16="http://schemas.microsoft.com/office/drawing/2014/main" id="{50DB47CC-4A6B-4662-B4E5-562F04C94C9B}"/>
              </a:ext>
            </a:extLst>
          </p:cNvPr>
          <p:cNvSpPr>
            <a:spLocks xmlns:a="http://schemas.openxmlformats.org/drawingml/2006/main" noGrp="1"/>
          </p:cNvSpPr>
          <p:nvPr/>
        </p:nvSpPr>
        <p:spPr>
          <a:xfrm xmlns:a="http://schemas.openxmlformats.org/drawingml/2006/main" rot="0" flipH="0" flipV="0">
            <a:off x="9008745" y="2108835"/>
            <a:ext cx="175260" cy="175260"/>
          </a:xfrm>
          <a:prstGeom xmlns:a="http://schemas.openxmlformats.org/drawingml/2006/main" prst="rect">
            <a:avLst/>
          </a:prstGeom>
          <a:solidFill xmlns:a="http://schemas.openxmlformats.org/drawingml/2006/main">
            <a:srgbClr val="FFFFFF"/>
          </a:solidFill>
          <a:ln xmlns:a="http://schemas.openxmlformats.org/drawingml/2006/main" w="7620">
            <a:solidFill>
              <a:srgbClr val="FFFFFF"/>
            </a:solidFill>
          </a:ln>
        </p:spPr>
      </p:sp>
      <p:sp>
        <p:nvSpPr>
          <p:cNvPr id="238" name="03_PREDICTIONS__filament_r1c0">
            <a:extLst xmlns:a="http://schemas.openxmlformats.org/drawingml/2006/main">
              <a:ext uri="{FF2B5EF4-FFF2-40B4-BE49-F238E27FC236}">
                <a16:creationId xmlns:a16="http://schemas.microsoft.com/office/drawing/2014/main" id="{A1F811CE-A292-4965-876F-0334AA31D802}"/>
              </a:ext>
            </a:extLst>
          </p:cNvPr>
          <p:cNvSpPr>
            <a:spLocks xmlns:a="http://schemas.openxmlformats.org/drawingml/2006/main" noGrp="1"/>
          </p:cNvSpPr>
          <p:nvPr/>
        </p:nvSpPr>
        <p:spPr>
          <a:xfrm xmlns:a="http://schemas.openxmlformats.org/drawingml/2006/main" rot="0" flipH="0" flipV="0">
            <a:off x="7431405" y="2284095"/>
            <a:ext cx="175260" cy="175260"/>
          </a:xfrm>
          <a:prstGeom xmlns:a="http://schemas.openxmlformats.org/drawingml/2006/main" prst="rect">
            <a:avLst/>
          </a:prstGeom>
          <a:solidFill xmlns:a="http://schemas.openxmlformats.org/drawingml/2006/main">
            <a:srgbClr val="FFFFFF"/>
          </a:solidFill>
          <a:ln xmlns:a="http://schemas.openxmlformats.org/drawingml/2006/main" w="7620">
            <a:solidFill>
              <a:srgbClr val="FFFFFF"/>
            </a:solidFill>
          </a:ln>
        </p:spPr>
      </p:sp>
      <p:sp>
        <p:nvSpPr>
          <p:cNvPr id="239" name="03_PREDICTIONS__filament_r1c1">
            <a:extLst xmlns:a="http://schemas.openxmlformats.org/drawingml/2006/main">
              <a:ext uri="{FF2B5EF4-FFF2-40B4-BE49-F238E27FC236}">
                <a16:creationId xmlns:a16="http://schemas.microsoft.com/office/drawing/2014/main" id="{8529874A-5AB2-48B6-8648-BE8E1F4179BE}"/>
              </a:ext>
            </a:extLst>
          </p:cNvPr>
          <p:cNvSpPr>
            <a:spLocks xmlns:a="http://schemas.openxmlformats.org/drawingml/2006/main" noGrp="1"/>
          </p:cNvSpPr>
          <p:nvPr/>
        </p:nvSpPr>
        <p:spPr>
          <a:xfrm xmlns:a="http://schemas.openxmlformats.org/drawingml/2006/main" rot="0" flipH="0" flipV="0">
            <a:off x="7606665" y="2284095"/>
            <a:ext cx="175260" cy="175260"/>
          </a:xfrm>
          <a:prstGeom xmlns:a="http://schemas.openxmlformats.org/drawingml/2006/main" prst="rect">
            <a:avLst/>
          </a:prstGeom>
          <a:solidFill xmlns:a="http://schemas.openxmlformats.org/drawingml/2006/main">
            <a:srgbClr val="FFFFFF"/>
          </a:solidFill>
          <a:ln xmlns:a="http://schemas.openxmlformats.org/drawingml/2006/main" w="7620">
            <a:solidFill>
              <a:srgbClr val="FFFFFF"/>
            </a:solidFill>
          </a:ln>
        </p:spPr>
      </p:sp>
      <p:sp>
        <p:nvSpPr>
          <p:cNvPr id="240" name="03_PREDICTIONS__filament_r1c2">
            <a:extLst xmlns:a="http://schemas.openxmlformats.org/drawingml/2006/main">
              <a:ext uri="{FF2B5EF4-FFF2-40B4-BE49-F238E27FC236}">
                <a16:creationId xmlns:a16="http://schemas.microsoft.com/office/drawing/2014/main" id="{26171BC1-1BD1-4BDA-9CF7-0ABFB1DADDE3}"/>
              </a:ext>
            </a:extLst>
          </p:cNvPr>
          <p:cNvSpPr>
            <a:spLocks xmlns:a="http://schemas.openxmlformats.org/drawingml/2006/main" noGrp="1"/>
          </p:cNvSpPr>
          <p:nvPr/>
        </p:nvSpPr>
        <p:spPr>
          <a:xfrm xmlns:a="http://schemas.openxmlformats.org/drawingml/2006/main" rot="0" flipH="0" flipV="0">
            <a:off x="7781925" y="2284095"/>
            <a:ext cx="175260" cy="175260"/>
          </a:xfrm>
          <a:prstGeom xmlns:a="http://schemas.openxmlformats.org/drawingml/2006/main" prst="rect">
            <a:avLst/>
          </a:prstGeom>
          <a:solidFill xmlns:a="http://schemas.openxmlformats.org/drawingml/2006/main">
            <a:srgbClr val="FFFFFF"/>
          </a:solidFill>
          <a:ln xmlns:a="http://schemas.openxmlformats.org/drawingml/2006/main" w="7620">
            <a:solidFill>
              <a:srgbClr val="FFFFFF"/>
            </a:solidFill>
          </a:ln>
        </p:spPr>
      </p:sp>
      <p:sp>
        <p:nvSpPr>
          <p:cNvPr id="241" name="03_PREDICTIONS__filament_r1c3">
            <a:extLst xmlns:a="http://schemas.openxmlformats.org/drawingml/2006/main">
              <a:ext uri="{FF2B5EF4-FFF2-40B4-BE49-F238E27FC236}">
                <a16:creationId xmlns:a16="http://schemas.microsoft.com/office/drawing/2014/main" id="{96BBC211-3F49-4BB5-83CF-061FFC486A80}"/>
              </a:ext>
            </a:extLst>
          </p:cNvPr>
          <p:cNvSpPr>
            <a:spLocks xmlns:a="http://schemas.openxmlformats.org/drawingml/2006/main" noGrp="1"/>
          </p:cNvSpPr>
          <p:nvPr/>
        </p:nvSpPr>
        <p:spPr>
          <a:xfrm xmlns:a="http://schemas.openxmlformats.org/drawingml/2006/main" rot="0" flipH="0" flipV="0">
            <a:off x="7957185" y="2284095"/>
            <a:ext cx="175260" cy="175260"/>
          </a:xfrm>
          <a:prstGeom xmlns:a="http://schemas.openxmlformats.org/drawingml/2006/main" prst="rect">
            <a:avLst/>
          </a:prstGeom>
          <a:solidFill xmlns:a="http://schemas.openxmlformats.org/drawingml/2006/main">
            <a:srgbClr val="FFFFFF"/>
          </a:solidFill>
          <a:ln xmlns:a="http://schemas.openxmlformats.org/drawingml/2006/main" w="7620">
            <a:solidFill>
              <a:srgbClr val="FFFFFF"/>
            </a:solidFill>
          </a:ln>
        </p:spPr>
      </p:sp>
      <p:sp>
        <p:nvSpPr>
          <p:cNvPr id="242" name="03_PREDICTIONS__filament_r1c4">
            <a:extLst xmlns:a="http://schemas.openxmlformats.org/drawingml/2006/main">
              <a:ext uri="{FF2B5EF4-FFF2-40B4-BE49-F238E27FC236}">
                <a16:creationId xmlns:a16="http://schemas.microsoft.com/office/drawing/2014/main" id="{321B68D3-3506-493E-B1B7-14237A8AD3DE}"/>
              </a:ext>
            </a:extLst>
          </p:cNvPr>
          <p:cNvSpPr>
            <a:spLocks xmlns:a="http://schemas.openxmlformats.org/drawingml/2006/main" noGrp="1"/>
          </p:cNvSpPr>
          <p:nvPr/>
        </p:nvSpPr>
        <p:spPr>
          <a:xfrm xmlns:a="http://schemas.openxmlformats.org/drawingml/2006/main" rot="0" flipH="0" flipV="0">
            <a:off x="8132445" y="2284095"/>
            <a:ext cx="175260" cy="175260"/>
          </a:xfrm>
          <a:prstGeom xmlns:a="http://schemas.openxmlformats.org/drawingml/2006/main" prst="rect">
            <a:avLst/>
          </a:prstGeom>
          <a:solidFill xmlns:a="http://schemas.openxmlformats.org/drawingml/2006/main">
            <a:srgbClr val="606C73"/>
          </a:solidFill>
          <a:ln xmlns:a="http://schemas.openxmlformats.org/drawingml/2006/main" w="7620">
            <a:solidFill>
              <a:srgbClr val="FFFFFF"/>
            </a:solidFill>
          </a:ln>
        </p:spPr>
      </p:sp>
      <p:sp>
        <p:nvSpPr>
          <p:cNvPr id="243" name="03_PREDICTIONS__filament_r1c5">
            <a:extLst xmlns:a="http://schemas.openxmlformats.org/drawingml/2006/main">
              <a:ext uri="{FF2B5EF4-FFF2-40B4-BE49-F238E27FC236}">
                <a16:creationId xmlns:a16="http://schemas.microsoft.com/office/drawing/2014/main" id="{DE6C502B-2B33-4F76-8E51-077C02AC305D}"/>
              </a:ext>
            </a:extLst>
          </p:cNvPr>
          <p:cNvSpPr>
            <a:spLocks xmlns:a="http://schemas.openxmlformats.org/drawingml/2006/main" noGrp="1"/>
          </p:cNvSpPr>
          <p:nvPr/>
        </p:nvSpPr>
        <p:spPr>
          <a:xfrm xmlns:a="http://schemas.openxmlformats.org/drawingml/2006/main" rot="0" flipH="0" flipV="0">
            <a:off x="8307705" y="2284095"/>
            <a:ext cx="175260" cy="175260"/>
          </a:xfrm>
          <a:prstGeom xmlns:a="http://schemas.openxmlformats.org/drawingml/2006/main" prst="rect">
            <a:avLst/>
          </a:prstGeom>
          <a:solidFill xmlns:a="http://schemas.openxmlformats.org/drawingml/2006/main">
            <a:srgbClr val="FFFFFF"/>
          </a:solidFill>
          <a:ln xmlns:a="http://schemas.openxmlformats.org/drawingml/2006/main" w="7620">
            <a:solidFill>
              <a:srgbClr val="FFFFFF"/>
            </a:solidFill>
          </a:ln>
        </p:spPr>
      </p:sp>
      <p:sp>
        <p:nvSpPr>
          <p:cNvPr id="244" name="03_PREDICTIONS__filament_r1c6">
            <a:extLst xmlns:a="http://schemas.openxmlformats.org/drawingml/2006/main">
              <a:ext uri="{FF2B5EF4-FFF2-40B4-BE49-F238E27FC236}">
                <a16:creationId xmlns:a16="http://schemas.microsoft.com/office/drawing/2014/main" id="{C9E3D66D-C7D8-467B-852E-4EA2B567F352}"/>
              </a:ext>
            </a:extLst>
          </p:cNvPr>
          <p:cNvSpPr>
            <a:spLocks xmlns:a="http://schemas.openxmlformats.org/drawingml/2006/main" noGrp="1"/>
          </p:cNvSpPr>
          <p:nvPr/>
        </p:nvSpPr>
        <p:spPr>
          <a:xfrm xmlns:a="http://schemas.openxmlformats.org/drawingml/2006/main" rot="0" flipH="0" flipV="0">
            <a:off x="8482965" y="2284095"/>
            <a:ext cx="175260" cy="175260"/>
          </a:xfrm>
          <a:prstGeom xmlns:a="http://schemas.openxmlformats.org/drawingml/2006/main" prst="rect">
            <a:avLst/>
          </a:prstGeom>
          <a:solidFill xmlns:a="http://schemas.openxmlformats.org/drawingml/2006/main">
            <a:srgbClr val="FFFFFF"/>
          </a:solidFill>
          <a:ln xmlns:a="http://schemas.openxmlformats.org/drawingml/2006/main" w="7620">
            <a:solidFill>
              <a:srgbClr val="FFFFFF"/>
            </a:solidFill>
          </a:ln>
        </p:spPr>
      </p:sp>
      <p:sp>
        <p:nvSpPr>
          <p:cNvPr id="245" name="03_PREDICTIONS__filament_r1c7">
            <a:extLst xmlns:a="http://schemas.openxmlformats.org/drawingml/2006/main">
              <a:ext uri="{FF2B5EF4-FFF2-40B4-BE49-F238E27FC236}">
                <a16:creationId xmlns:a16="http://schemas.microsoft.com/office/drawing/2014/main" id="{396684BB-2823-4493-8B24-5264BFC8BA88}"/>
              </a:ext>
            </a:extLst>
          </p:cNvPr>
          <p:cNvSpPr>
            <a:spLocks xmlns:a="http://schemas.openxmlformats.org/drawingml/2006/main" noGrp="1"/>
          </p:cNvSpPr>
          <p:nvPr/>
        </p:nvSpPr>
        <p:spPr>
          <a:xfrm xmlns:a="http://schemas.openxmlformats.org/drawingml/2006/main" rot="0" flipH="0" flipV="0">
            <a:off x="8658225" y="2284095"/>
            <a:ext cx="175260" cy="175260"/>
          </a:xfrm>
          <a:prstGeom xmlns:a="http://schemas.openxmlformats.org/drawingml/2006/main" prst="rect">
            <a:avLst/>
          </a:prstGeom>
          <a:solidFill xmlns:a="http://schemas.openxmlformats.org/drawingml/2006/main">
            <a:srgbClr val="FFFFFF"/>
          </a:solidFill>
          <a:ln xmlns:a="http://schemas.openxmlformats.org/drawingml/2006/main" w="7620">
            <a:solidFill>
              <a:srgbClr val="FFFFFF"/>
            </a:solidFill>
          </a:ln>
        </p:spPr>
      </p:sp>
      <p:sp>
        <p:nvSpPr>
          <p:cNvPr id="246" name="03_PREDICTIONS__filament_r1c8">
            <a:extLst xmlns:a="http://schemas.openxmlformats.org/drawingml/2006/main">
              <a:ext uri="{FF2B5EF4-FFF2-40B4-BE49-F238E27FC236}">
                <a16:creationId xmlns:a16="http://schemas.microsoft.com/office/drawing/2014/main" id="{C263D3F4-97BE-41CD-A207-C5CD3A516DF6}"/>
              </a:ext>
            </a:extLst>
          </p:cNvPr>
          <p:cNvSpPr>
            <a:spLocks xmlns:a="http://schemas.openxmlformats.org/drawingml/2006/main" noGrp="1"/>
          </p:cNvSpPr>
          <p:nvPr/>
        </p:nvSpPr>
        <p:spPr>
          <a:xfrm xmlns:a="http://schemas.openxmlformats.org/drawingml/2006/main" rot="0" flipH="0" flipV="0">
            <a:off x="8833485" y="2284095"/>
            <a:ext cx="175260" cy="175260"/>
          </a:xfrm>
          <a:prstGeom xmlns:a="http://schemas.openxmlformats.org/drawingml/2006/main" prst="rect">
            <a:avLst/>
          </a:prstGeom>
          <a:solidFill xmlns:a="http://schemas.openxmlformats.org/drawingml/2006/main">
            <a:srgbClr val="FFFFFF"/>
          </a:solidFill>
          <a:ln xmlns:a="http://schemas.openxmlformats.org/drawingml/2006/main" w="7620">
            <a:solidFill>
              <a:srgbClr val="FFFFFF"/>
            </a:solidFill>
          </a:ln>
        </p:spPr>
      </p:sp>
      <p:sp>
        <p:nvSpPr>
          <p:cNvPr id="247" name="03_PREDICTIONS__filament_r1c9">
            <a:extLst xmlns:a="http://schemas.openxmlformats.org/drawingml/2006/main">
              <a:ext uri="{FF2B5EF4-FFF2-40B4-BE49-F238E27FC236}">
                <a16:creationId xmlns:a16="http://schemas.microsoft.com/office/drawing/2014/main" id="{58987478-FC2B-46D8-988A-2054461FD522}"/>
              </a:ext>
            </a:extLst>
          </p:cNvPr>
          <p:cNvSpPr>
            <a:spLocks xmlns:a="http://schemas.openxmlformats.org/drawingml/2006/main" noGrp="1"/>
          </p:cNvSpPr>
          <p:nvPr/>
        </p:nvSpPr>
        <p:spPr>
          <a:xfrm xmlns:a="http://schemas.openxmlformats.org/drawingml/2006/main" rot="0" flipH="0" flipV="0">
            <a:off x="9008745" y="2284095"/>
            <a:ext cx="175260" cy="175260"/>
          </a:xfrm>
          <a:prstGeom xmlns:a="http://schemas.openxmlformats.org/drawingml/2006/main" prst="rect">
            <a:avLst/>
          </a:prstGeom>
          <a:solidFill xmlns:a="http://schemas.openxmlformats.org/drawingml/2006/main">
            <a:srgbClr val="FFFFFF"/>
          </a:solidFill>
          <a:ln xmlns:a="http://schemas.openxmlformats.org/drawingml/2006/main" w="7620">
            <a:solidFill>
              <a:srgbClr val="FFFFFF"/>
            </a:solidFill>
          </a:ln>
        </p:spPr>
      </p:sp>
      <p:sp>
        <p:nvSpPr>
          <p:cNvPr id="248" name="03_PREDICTIONS__filament_r2c0">
            <a:extLst xmlns:a="http://schemas.openxmlformats.org/drawingml/2006/main">
              <a:ext uri="{FF2B5EF4-FFF2-40B4-BE49-F238E27FC236}">
                <a16:creationId xmlns:a16="http://schemas.microsoft.com/office/drawing/2014/main" id="{C5A727AB-BD21-4493-9B2D-F543D1D57CCE}"/>
              </a:ext>
            </a:extLst>
          </p:cNvPr>
          <p:cNvSpPr>
            <a:spLocks xmlns:a="http://schemas.openxmlformats.org/drawingml/2006/main" noGrp="1"/>
          </p:cNvSpPr>
          <p:nvPr/>
        </p:nvSpPr>
        <p:spPr>
          <a:xfrm xmlns:a="http://schemas.openxmlformats.org/drawingml/2006/main" rot="0" flipH="0" flipV="0">
            <a:off x="7431405" y="2459355"/>
            <a:ext cx="175260" cy="175260"/>
          </a:xfrm>
          <a:prstGeom xmlns:a="http://schemas.openxmlformats.org/drawingml/2006/main" prst="rect">
            <a:avLst/>
          </a:prstGeom>
          <a:solidFill xmlns:a="http://schemas.openxmlformats.org/drawingml/2006/main">
            <a:srgbClr val="FFFFFF"/>
          </a:solidFill>
          <a:ln xmlns:a="http://schemas.openxmlformats.org/drawingml/2006/main" w="7620">
            <a:solidFill>
              <a:srgbClr val="FFFFFF"/>
            </a:solidFill>
          </a:ln>
        </p:spPr>
      </p:sp>
      <p:sp>
        <p:nvSpPr>
          <p:cNvPr id="249" name="03_PREDICTIONS__filament_r2c1">
            <a:extLst xmlns:a="http://schemas.openxmlformats.org/drawingml/2006/main">
              <a:ext uri="{FF2B5EF4-FFF2-40B4-BE49-F238E27FC236}">
                <a16:creationId xmlns:a16="http://schemas.microsoft.com/office/drawing/2014/main" id="{9724305F-81D8-4EF0-A2FE-9232FAC80722}"/>
              </a:ext>
            </a:extLst>
          </p:cNvPr>
          <p:cNvSpPr>
            <a:spLocks xmlns:a="http://schemas.openxmlformats.org/drawingml/2006/main" noGrp="1"/>
          </p:cNvSpPr>
          <p:nvPr/>
        </p:nvSpPr>
        <p:spPr>
          <a:xfrm xmlns:a="http://schemas.openxmlformats.org/drawingml/2006/main" rot="0" flipH="0" flipV="0">
            <a:off x="7606665" y="2459355"/>
            <a:ext cx="175260" cy="175260"/>
          </a:xfrm>
          <a:prstGeom xmlns:a="http://schemas.openxmlformats.org/drawingml/2006/main" prst="rect">
            <a:avLst/>
          </a:prstGeom>
          <a:solidFill xmlns:a="http://schemas.openxmlformats.org/drawingml/2006/main">
            <a:srgbClr val="FFFFFF"/>
          </a:solidFill>
          <a:ln xmlns:a="http://schemas.openxmlformats.org/drawingml/2006/main" w="7620">
            <a:solidFill>
              <a:srgbClr val="FFFFFF"/>
            </a:solidFill>
          </a:ln>
        </p:spPr>
      </p:sp>
      <p:sp>
        <p:nvSpPr>
          <p:cNvPr id="250" name="03_PREDICTIONS__filament_r2c2">
            <a:extLst xmlns:a="http://schemas.openxmlformats.org/drawingml/2006/main">
              <a:ext uri="{FF2B5EF4-FFF2-40B4-BE49-F238E27FC236}">
                <a16:creationId xmlns:a16="http://schemas.microsoft.com/office/drawing/2014/main" id="{68E1569D-F7A7-4A66-871C-180A0DD0021A}"/>
              </a:ext>
            </a:extLst>
          </p:cNvPr>
          <p:cNvSpPr>
            <a:spLocks xmlns:a="http://schemas.openxmlformats.org/drawingml/2006/main" noGrp="1"/>
          </p:cNvSpPr>
          <p:nvPr/>
        </p:nvSpPr>
        <p:spPr>
          <a:xfrm xmlns:a="http://schemas.openxmlformats.org/drawingml/2006/main" rot="0" flipH="0" flipV="0">
            <a:off x="7781925" y="2459355"/>
            <a:ext cx="175260" cy="175260"/>
          </a:xfrm>
          <a:prstGeom xmlns:a="http://schemas.openxmlformats.org/drawingml/2006/main" prst="rect">
            <a:avLst/>
          </a:prstGeom>
          <a:solidFill xmlns:a="http://schemas.openxmlformats.org/drawingml/2006/main">
            <a:srgbClr val="FFFFFF"/>
          </a:solidFill>
          <a:ln xmlns:a="http://schemas.openxmlformats.org/drawingml/2006/main" w="7620">
            <a:solidFill>
              <a:srgbClr val="FFFFFF"/>
            </a:solidFill>
          </a:ln>
        </p:spPr>
      </p:sp>
      <p:sp>
        <p:nvSpPr>
          <p:cNvPr id="251" name="03_PREDICTIONS__filament_r2c3">
            <a:extLst xmlns:a="http://schemas.openxmlformats.org/drawingml/2006/main">
              <a:ext uri="{FF2B5EF4-FFF2-40B4-BE49-F238E27FC236}">
                <a16:creationId xmlns:a16="http://schemas.microsoft.com/office/drawing/2014/main" id="{2B8C08CE-534B-4E1E-A042-193474D1874B}"/>
              </a:ext>
            </a:extLst>
          </p:cNvPr>
          <p:cNvSpPr>
            <a:spLocks xmlns:a="http://schemas.openxmlformats.org/drawingml/2006/main" noGrp="1"/>
          </p:cNvSpPr>
          <p:nvPr/>
        </p:nvSpPr>
        <p:spPr>
          <a:xfrm xmlns:a="http://schemas.openxmlformats.org/drawingml/2006/main" rot="0" flipH="0" flipV="0">
            <a:off x="7957185" y="2459355"/>
            <a:ext cx="175260" cy="175260"/>
          </a:xfrm>
          <a:prstGeom xmlns:a="http://schemas.openxmlformats.org/drawingml/2006/main" prst="rect">
            <a:avLst/>
          </a:prstGeom>
          <a:solidFill xmlns:a="http://schemas.openxmlformats.org/drawingml/2006/main">
            <a:srgbClr val="FFFFFF"/>
          </a:solidFill>
          <a:ln xmlns:a="http://schemas.openxmlformats.org/drawingml/2006/main" w="7620">
            <a:solidFill>
              <a:srgbClr val="FFFFFF"/>
            </a:solidFill>
          </a:ln>
        </p:spPr>
      </p:sp>
      <p:sp>
        <p:nvSpPr>
          <p:cNvPr id="252" name="03_PREDICTIONS__filament_r2c4">
            <a:extLst xmlns:a="http://schemas.openxmlformats.org/drawingml/2006/main">
              <a:ext uri="{FF2B5EF4-FFF2-40B4-BE49-F238E27FC236}">
                <a16:creationId xmlns:a16="http://schemas.microsoft.com/office/drawing/2014/main" id="{65949E1D-FB8D-4AA4-A6F4-F7BB147987D7}"/>
              </a:ext>
            </a:extLst>
          </p:cNvPr>
          <p:cNvSpPr>
            <a:spLocks xmlns:a="http://schemas.openxmlformats.org/drawingml/2006/main" noGrp="1"/>
          </p:cNvSpPr>
          <p:nvPr/>
        </p:nvSpPr>
        <p:spPr>
          <a:xfrm xmlns:a="http://schemas.openxmlformats.org/drawingml/2006/main" rot="0" flipH="0" flipV="0">
            <a:off x="8132445" y="2459355"/>
            <a:ext cx="175260" cy="175260"/>
          </a:xfrm>
          <a:prstGeom xmlns:a="http://schemas.openxmlformats.org/drawingml/2006/main" prst="rect">
            <a:avLst/>
          </a:prstGeom>
          <a:solidFill xmlns:a="http://schemas.openxmlformats.org/drawingml/2006/main">
            <a:srgbClr val="606C73"/>
          </a:solidFill>
          <a:ln xmlns:a="http://schemas.openxmlformats.org/drawingml/2006/main" w="7620">
            <a:solidFill>
              <a:srgbClr val="FFFFFF"/>
            </a:solidFill>
          </a:ln>
        </p:spPr>
      </p:sp>
      <p:sp>
        <p:nvSpPr>
          <p:cNvPr id="253" name="03_PREDICTIONS__filament_r2c5">
            <a:extLst xmlns:a="http://schemas.openxmlformats.org/drawingml/2006/main">
              <a:ext uri="{FF2B5EF4-FFF2-40B4-BE49-F238E27FC236}">
                <a16:creationId xmlns:a16="http://schemas.microsoft.com/office/drawing/2014/main" id="{F50AF6CA-9429-479B-94F6-C4DFF7722E7F}"/>
              </a:ext>
            </a:extLst>
          </p:cNvPr>
          <p:cNvSpPr>
            <a:spLocks xmlns:a="http://schemas.openxmlformats.org/drawingml/2006/main" noGrp="1"/>
          </p:cNvSpPr>
          <p:nvPr/>
        </p:nvSpPr>
        <p:spPr>
          <a:xfrm xmlns:a="http://schemas.openxmlformats.org/drawingml/2006/main" rot="0" flipH="0" flipV="0">
            <a:off x="8307705" y="2459355"/>
            <a:ext cx="175260" cy="175260"/>
          </a:xfrm>
          <a:prstGeom xmlns:a="http://schemas.openxmlformats.org/drawingml/2006/main" prst="rect">
            <a:avLst/>
          </a:prstGeom>
          <a:solidFill xmlns:a="http://schemas.openxmlformats.org/drawingml/2006/main">
            <a:srgbClr val="FFFFFF"/>
          </a:solidFill>
          <a:ln xmlns:a="http://schemas.openxmlformats.org/drawingml/2006/main" w="7620">
            <a:solidFill>
              <a:srgbClr val="FFFFFF"/>
            </a:solidFill>
          </a:ln>
        </p:spPr>
      </p:sp>
      <p:sp>
        <p:nvSpPr>
          <p:cNvPr id="254" name="03_PREDICTIONS__filament_r2c6">
            <a:extLst xmlns:a="http://schemas.openxmlformats.org/drawingml/2006/main">
              <a:ext uri="{FF2B5EF4-FFF2-40B4-BE49-F238E27FC236}">
                <a16:creationId xmlns:a16="http://schemas.microsoft.com/office/drawing/2014/main" id="{371FC257-DB30-4B4F-8BD6-A9F070C593AC}"/>
              </a:ext>
            </a:extLst>
          </p:cNvPr>
          <p:cNvSpPr>
            <a:spLocks xmlns:a="http://schemas.openxmlformats.org/drawingml/2006/main" noGrp="1"/>
          </p:cNvSpPr>
          <p:nvPr/>
        </p:nvSpPr>
        <p:spPr>
          <a:xfrm xmlns:a="http://schemas.openxmlformats.org/drawingml/2006/main" rot="0" flipH="0" flipV="0">
            <a:off x="8482965" y="2459355"/>
            <a:ext cx="175260" cy="175260"/>
          </a:xfrm>
          <a:prstGeom xmlns:a="http://schemas.openxmlformats.org/drawingml/2006/main" prst="rect">
            <a:avLst/>
          </a:prstGeom>
          <a:solidFill xmlns:a="http://schemas.openxmlformats.org/drawingml/2006/main">
            <a:srgbClr val="FFFFFF"/>
          </a:solidFill>
          <a:ln xmlns:a="http://schemas.openxmlformats.org/drawingml/2006/main" w="7620">
            <a:solidFill>
              <a:srgbClr val="FFFFFF"/>
            </a:solidFill>
          </a:ln>
        </p:spPr>
      </p:sp>
      <p:sp>
        <p:nvSpPr>
          <p:cNvPr id="255" name="03_PREDICTIONS__filament_r2c7">
            <a:extLst xmlns:a="http://schemas.openxmlformats.org/drawingml/2006/main">
              <a:ext uri="{FF2B5EF4-FFF2-40B4-BE49-F238E27FC236}">
                <a16:creationId xmlns:a16="http://schemas.microsoft.com/office/drawing/2014/main" id="{053D8448-0527-407B-B005-88FC60D6A70A}"/>
              </a:ext>
            </a:extLst>
          </p:cNvPr>
          <p:cNvSpPr>
            <a:spLocks xmlns:a="http://schemas.openxmlformats.org/drawingml/2006/main" noGrp="1"/>
          </p:cNvSpPr>
          <p:nvPr/>
        </p:nvSpPr>
        <p:spPr>
          <a:xfrm xmlns:a="http://schemas.openxmlformats.org/drawingml/2006/main" rot="0" flipH="0" flipV="0">
            <a:off x="8658225" y="2459355"/>
            <a:ext cx="175260" cy="175260"/>
          </a:xfrm>
          <a:prstGeom xmlns:a="http://schemas.openxmlformats.org/drawingml/2006/main" prst="rect">
            <a:avLst/>
          </a:prstGeom>
          <a:solidFill xmlns:a="http://schemas.openxmlformats.org/drawingml/2006/main">
            <a:srgbClr val="FFFFFF"/>
          </a:solidFill>
          <a:ln xmlns:a="http://schemas.openxmlformats.org/drawingml/2006/main" w="7620">
            <a:solidFill>
              <a:srgbClr val="FFFFFF"/>
            </a:solidFill>
          </a:ln>
        </p:spPr>
      </p:sp>
      <p:sp>
        <p:nvSpPr>
          <p:cNvPr id="256" name="03_PREDICTIONS__filament_r2c8">
            <a:extLst xmlns:a="http://schemas.openxmlformats.org/drawingml/2006/main">
              <a:ext uri="{FF2B5EF4-FFF2-40B4-BE49-F238E27FC236}">
                <a16:creationId xmlns:a16="http://schemas.microsoft.com/office/drawing/2014/main" id="{25C62F86-534D-4177-A358-635C33B107AD}"/>
              </a:ext>
            </a:extLst>
          </p:cNvPr>
          <p:cNvSpPr>
            <a:spLocks xmlns:a="http://schemas.openxmlformats.org/drawingml/2006/main" noGrp="1"/>
          </p:cNvSpPr>
          <p:nvPr/>
        </p:nvSpPr>
        <p:spPr>
          <a:xfrm xmlns:a="http://schemas.openxmlformats.org/drawingml/2006/main" rot="0" flipH="0" flipV="0">
            <a:off x="8833485" y="2459355"/>
            <a:ext cx="175260" cy="175260"/>
          </a:xfrm>
          <a:prstGeom xmlns:a="http://schemas.openxmlformats.org/drawingml/2006/main" prst="rect">
            <a:avLst/>
          </a:prstGeom>
          <a:solidFill xmlns:a="http://schemas.openxmlformats.org/drawingml/2006/main">
            <a:srgbClr val="FFFFFF"/>
          </a:solidFill>
          <a:ln xmlns:a="http://schemas.openxmlformats.org/drawingml/2006/main" w="7620">
            <a:solidFill>
              <a:srgbClr val="FFFFFF"/>
            </a:solidFill>
          </a:ln>
        </p:spPr>
      </p:sp>
      <p:sp>
        <p:nvSpPr>
          <p:cNvPr id="257" name="03_PREDICTIONS__filament_r2c9">
            <a:extLst xmlns:a="http://schemas.openxmlformats.org/drawingml/2006/main">
              <a:ext uri="{FF2B5EF4-FFF2-40B4-BE49-F238E27FC236}">
                <a16:creationId xmlns:a16="http://schemas.microsoft.com/office/drawing/2014/main" id="{CF5BD904-208E-4733-BEC5-AED20EF76DAE}"/>
              </a:ext>
            </a:extLst>
          </p:cNvPr>
          <p:cNvSpPr>
            <a:spLocks xmlns:a="http://schemas.openxmlformats.org/drawingml/2006/main" noGrp="1"/>
          </p:cNvSpPr>
          <p:nvPr/>
        </p:nvSpPr>
        <p:spPr>
          <a:xfrm xmlns:a="http://schemas.openxmlformats.org/drawingml/2006/main" rot="0" flipH="0" flipV="0">
            <a:off x="9008745" y="2459355"/>
            <a:ext cx="175260" cy="175260"/>
          </a:xfrm>
          <a:prstGeom xmlns:a="http://schemas.openxmlformats.org/drawingml/2006/main" prst="rect">
            <a:avLst/>
          </a:prstGeom>
          <a:solidFill xmlns:a="http://schemas.openxmlformats.org/drawingml/2006/main">
            <a:srgbClr val="FFFFFF"/>
          </a:solidFill>
          <a:ln xmlns:a="http://schemas.openxmlformats.org/drawingml/2006/main" w="7620">
            <a:solidFill>
              <a:srgbClr val="FFFFFF"/>
            </a:solidFill>
          </a:ln>
        </p:spPr>
      </p:sp>
      <p:sp>
        <p:nvSpPr>
          <p:cNvPr id="258" name="03_PREDICTIONS__filament_r3c0">
            <a:extLst xmlns:a="http://schemas.openxmlformats.org/drawingml/2006/main">
              <a:ext uri="{FF2B5EF4-FFF2-40B4-BE49-F238E27FC236}">
                <a16:creationId xmlns:a16="http://schemas.microsoft.com/office/drawing/2014/main" id="{A559D04B-D45F-4588-98C4-67930DEE7A39}"/>
              </a:ext>
            </a:extLst>
          </p:cNvPr>
          <p:cNvSpPr>
            <a:spLocks xmlns:a="http://schemas.openxmlformats.org/drawingml/2006/main" noGrp="1"/>
          </p:cNvSpPr>
          <p:nvPr/>
        </p:nvSpPr>
        <p:spPr>
          <a:xfrm xmlns:a="http://schemas.openxmlformats.org/drawingml/2006/main" rot="0" flipH="0" flipV="0">
            <a:off x="7431405" y="2634615"/>
            <a:ext cx="175260" cy="175260"/>
          </a:xfrm>
          <a:prstGeom xmlns:a="http://schemas.openxmlformats.org/drawingml/2006/main" prst="rect">
            <a:avLst/>
          </a:prstGeom>
          <a:solidFill xmlns:a="http://schemas.openxmlformats.org/drawingml/2006/main">
            <a:srgbClr val="FFFFFF"/>
          </a:solidFill>
          <a:ln xmlns:a="http://schemas.openxmlformats.org/drawingml/2006/main" w="7620">
            <a:solidFill>
              <a:srgbClr val="FFFFFF"/>
            </a:solidFill>
          </a:ln>
        </p:spPr>
      </p:sp>
      <p:sp>
        <p:nvSpPr>
          <p:cNvPr id="259" name="03_PREDICTIONS__filament_r3c1">
            <a:extLst xmlns:a="http://schemas.openxmlformats.org/drawingml/2006/main">
              <a:ext uri="{FF2B5EF4-FFF2-40B4-BE49-F238E27FC236}">
                <a16:creationId xmlns:a16="http://schemas.microsoft.com/office/drawing/2014/main" id="{5B33B60B-65FD-4C32-9128-2579BEFEB675}"/>
              </a:ext>
            </a:extLst>
          </p:cNvPr>
          <p:cNvSpPr>
            <a:spLocks xmlns:a="http://schemas.openxmlformats.org/drawingml/2006/main" noGrp="1"/>
          </p:cNvSpPr>
          <p:nvPr/>
        </p:nvSpPr>
        <p:spPr>
          <a:xfrm xmlns:a="http://schemas.openxmlformats.org/drawingml/2006/main" rot="0" flipH="0" flipV="0">
            <a:off x="7606665" y="2634615"/>
            <a:ext cx="175260" cy="175260"/>
          </a:xfrm>
          <a:prstGeom xmlns:a="http://schemas.openxmlformats.org/drawingml/2006/main" prst="rect">
            <a:avLst/>
          </a:prstGeom>
          <a:solidFill xmlns:a="http://schemas.openxmlformats.org/drawingml/2006/main">
            <a:srgbClr val="FFFFFF"/>
          </a:solidFill>
          <a:ln xmlns:a="http://schemas.openxmlformats.org/drawingml/2006/main" w="7620">
            <a:solidFill>
              <a:srgbClr val="FFFFFF"/>
            </a:solidFill>
          </a:ln>
        </p:spPr>
      </p:sp>
      <p:sp>
        <p:nvSpPr>
          <p:cNvPr id="260" name="03_PREDICTIONS__filament_r3c2">
            <a:extLst xmlns:a="http://schemas.openxmlformats.org/drawingml/2006/main">
              <a:ext uri="{FF2B5EF4-FFF2-40B4-BE49-F238E27FC236}">
                <a16:creationId xmlns:a16="http://schemas.microsoft.com/office/drawing/2014/main" id="{FC745BF5-89C0-444F-AD0A-599392F65D4F}"/>
              </a:ext>
            </a:extLst>
          </p:cNvPr>
          <p:cNvSpPr>
            <a:spLocks xmlns:a="http://schemas.openxmlformats.org/drawingml/2006/main" noGrp="1"/>
          </p:cNvSpPr>
          <p:nvPr/>
        </p:nvSpPr>
        <p:spPr>
          <a:xfrm xmlns:a="http://schemas.openxmlformats.org/drawingml/2006/main" rot="0" flipH="0" flipV="0">
            <a:off x="7781925" y="2634615"/>
            <a:ext cx="175260" cy="175260"/>
          </a:xfrm>
          <a:prstGeom xmlns:a="http://schemas.openxmlformats.org/drawingml/2006/main" prst="rect">
            <a:avLst/>
          </a:prstGeom>
          <a:solidFill xmlns:a="http://schemas.openxmlformats.org/drawingml/2006/main">
            <a:srgbClr val="FFFFFF"/>
          </a:solidFill>
          <a:ln xmlns:a="http://schemas.openxmlformats.org/drawingml/2006/main" w="7620">
            <a:solidFill>
              <a:srgbClr val="FFFFFF"/>
            </a:solidFill>
          </a:ln>
        </p:spPr>
      </p:sp>
      <p:sp>
        <p:nvSpPr>
          <p:cNvPr id="261" name="03_PREDICTIONS__filament_r3c3">
            <a:extLst xmlns:a="http://schemas.openxmlformats.org/drawingml/2006/main">
              <a:ext uri="{FF2B5EF4-FFF2-40B4-BE49-F238E27FC236}">
                <a16:creationId xmlns:a16="http://schemas.microsoft.com/office/drawing/2014/main" id="{F70F5486-C4C3-40A4-8E05-DE86619D9BBF}"/>
              </a:ext>
            </a:extLst>
          </p:cNvPr>
          <p:cNvSpPr>
            <a:spLocks xmlns:a="http://schemas.openxmlformats.org/drawingml/2006/main" noGrp="1"/>
          </p:cNvSpPr>
          <p:nvPr/>
        </p:nvSpPr>
        <p:spPr>
          <a:xfrm xmlns:a="http://schemas.openxmlformats.org/drawingml/2006/main" rot="0" flipH="0" flipV="0">
            <a:off x="7957185" y="2634615"/>
            <a:ext cx="175260" cy="175260"/>
          </a:xfrm>
          <a:prstGeom xmlns:a="http://schemas.openxmlformats.org/drawingml/2006/main" prst="rect">
            <a:avLst/>
          </a:prstGeom>
          <a:solidFill xmlns:a="http://schemas.openxmlformats.org/drawingml/2006/main">
            <a:srgbClr val="FFFFFF"/>
          </a:solidFill>
          <a:ln xmlns:a="http://schemas.openxmlformats.org/drawingml/2006/main" w="7620">
            <a:solidFill>
              <a:srgbClr val="FFFFFF"/>
            </a:solidFill>
          </a:ln>
        </p:spPr>
      </p:sp>
      <p:sp>
        <p:nvSpPr>
          <p:cNvPr id="262" name="03_PREDICTIONS__filament_r3c4">
            <a:extLst xmlns:a="http://schemas.openxmlformats.org/drawingml/2006/main">
              <a:ext uri="{FF2B5EF4-FFF2-40B4-BE49-F238E27FC236}">
                <a16:creationId xmlns:a16="http://schemas.microsoft.com/office/drawing/2014/main" id="{40BBC4FF-293A-4B55-8D86-4C5A21006DBE}"/>
              </a:ext>
            </a:extLst>
          </p:cNvPr>
          <p:cNvSpPr>
            <a:spLocks xmlns:a="http://schemas.openxmlformats.org/drawingml/2006/main" noGrp="1"/>
          </p:cNvSpPr>
          <p:nvPr/>
        </p:nvSpPr>
        <p:spPr>
          <a:xfrm xmlns:a="http://schemas.openxmlformats.org/drawingml/2006/main" rot="0" flipH="0" flipV="0">
            <a:off x="8132445" y="2634615"/>
            <a:ext cx="175260" cy="175260"/>
          </a:xfrm>
          <a:prstGeom xmlns:a="http://schemas.openxmlformats.org/drawingml/2006/main" prst="rect">
            <a:avLst/>
          </a:prstGeom>
          <a:solidFill xmlns:a="http://schemas.openxmlformats.org/drawingml/2006/main">
            <a:srgbClr val="FFFFFF"/>
          </a:solidFill>
          <a:ln xmlns:a="http://schemas.openxmlformats.org/drawingml/2006/main" w="7620">
            <a:solidFill>
              <a:srgbClr val="FFFFFF"/>
            </a:solidFill>
          </a:ln>
        </p:spPr>
      </p:sp>
      <p:sp>
        <p:nvSpPr>
          <p:cNvPr id="263" name="03_PREDICTIONS__filament_r3c5">
            <a:extLst xmlns:a="http://schemas.openxmlformats.org/drawingml/2006/main">
              <a:ext uri="{FF2B5EF4-FFF2-40B4-BE49-F238E27FC236}">
                <a16:creationId xmlns:a16="http://schemas.microsoft.com/office/drawing/2014/main" id="{F520EB66-8AC9-4032-A485-9588B8C557D6}"/>
              </a:ext>
            </a:extLst>
          </p:cNvPr>
          <p:cNvSpPr>
            <a:spLocks xmlns:a="http://schemas.openxmlformats.org/drawingml/2006/main" noGrp="1"/>
          </p:cNvSpPr>
          <p:nvPr/>
        </p:nvSpPr>
        <p:spPr>
          <a:xfrm xmlns:a="http://schemas.openxmlformats.org/drawingml/2006/main" rot="0" flipH="0" flipV="0">
            <a:off x="8307705" y="2634615"/>
            <a:ext cx="175260" cy="175260"/>
          </a:xfrm>
          <a:prstGeom xmlns:a="http://schemas.openxmlformats.org/drawingml/2006/main" prst="rect">
            <a:avLst/>
          </a:prstGeom>
          <a:solidFill xmlns:a="http://schemas.openxmlformats.org/drawingml/2006/main">
            <a:srgbClr val="FFFFFF"/>
          </a:solidFill>
          <a:ln xmlns:a="http://schemas.openxmlformats.org/drawingml/2006/main" w="7620">
            <a:solidFill>
              <a:srgbClr val="FFFFFF"/>
            </a:solidFill>
          </a:ln>
        </p:spPr>
      </p:sp>
      <p:sp>
        <p:nvSpPr>
          <p:cNvPr id="264" name="03_PREDICTIONS__filament_r3c6">
            <a:extLst xmlns:a="http://schemas.openxmlformats.org/drawingml/2006/main">
              <a:ext uri="{FF2B5EF4-FFF2-40B4-BE49-F238E27FC236}">
                <a16:creationId xmlns:a16="http://schemas.microsoft.com/office/drawing/2014/main" id="{9B6C88CA-3151-435E-8FBF-EEA578AF6DC1}"/>
              </a:ext>
            </a:extLst>
          </p:cNvPr>
          <p:cNvSpPr>
            <a:spLocks xmlns:a="http://schemas.openxmlformats.org/drawingml/2006/main" noGrp="1"/>
          </p:cNvSpPr>
          <p:nvPr/>
        </p:nvSpPr>
        <p:spPr>
          <a:xfrm xmlns:a="http://schemas.openxmlformats.org/drawingml/2006/main" rot="0" flipH="0" flipV="0">
            <a:off x="8482965" y="2634615"/>
            <a:ext cx="175260" cy="175260"/>
          </a:xfrm>
          <a:prstGeom xmlns:a="http://schemas.openxmlformats.org/drawingml/2006/main" prst="rect">
            <a:avLst/>
          </a:prstGeom>
          <a:solidFill xmlns:a="http://schemas.openxmlformats.org/drawingml/2006/main">
            <a:srgbClr val="FFFFFF"/>
          </a:solidFill>
          <a:ln xmlns:a="http://schemas.openxmlformats.org/drawingml/2006/main" w="7620">
            <a:solidFill>
              <a:srgbClr val="FFFFFF"/>
            </a:solidFill>
          </a:ln>
        </p:spPr>
      </p:sp>
      <p:sp>
        <p:nvSpPr>
          <p:cNvPr id="265" name="03_PREDICTIONS__filament_r3c7">
            <a:extLst xmlns:a="http://schemas.openxmlformats.org/drawingml/2006/main">
              <a:ext uri="{FF2B5EF4-FFF2-40B4-BE49-F238E27FC236}">
                <a16:creationId xmlns:a16="http://schemas.microsoft.com/office/drawing/2014/main" id="{14D78660-0659-44C4-8025-9F93F5C392AF}"/>
              </a:ext>
            </a:extLst>
          </p:cNvPr>
          <p:cNvSpPr>
            <a:spLocks xmlns:a="http://schemas.openxmlformats.org/drawingml/2006/main" noGrp="1"/>
          </p:cNvSpPr>
          <p:nvPr/>
        </p:nvSpPr>
        <p:spPr>
          <a:xfrm xmlns:a="http://schemas.openxmlformats.org/drawingml/2006/main" rot="0" flipH="0" flipV="0">
            <a:off x="8658225" y="2634615"/>
            <a:ext cx="175260" cy="175260"/>
          </a:xfrm>
          <a:prstGeom xmlns:a="http://schemas.openxmlformats.org/drawingml/2006/main" prst="rect">
            <a:avLst/>
          </a:prstGeom>
          <a:solidFill xmlns:a="http://schemas.openxmlformats.org/drawingml/2006/main">
            <a:srgbClr val="FFFFFF"/>
          </a:solidFill>
          <a:ln xmlns:a="http://schemas.openxmlformats.org/drawingml/2006/main" w="7620">
            <a:solidFill>
              <a:srgbClr val="FFFFFF"/>
            </a:solidFill>
          </a:ln>
        </p:spPr>
      </p:sp>
      <p:sp>
        <p:nvSpPr>
          <p:cNvPr id="266" name="03_PREDICTIONS__filament_r3c8">
            <a:extLst xmlns:a="http://schemas.openxmlformats.org/drawingml/2006/main">
              <a:ext uri="{FF2B5EF4-FFF2-40B4-BE49-F238E27FC236}">
                <a16:creationId xmlns:a16="http://schemas.microsoft.com/office/drawing/2014/main" id="{467A6587-E7AC-4A99-9BD6-DEA254129300}"/>
              </a:ext>
            </a:extLst>
          </p:cNvPr>
          <p:cNvSpPr>
            <a:spLocks xmlns:a="http://schemas.openxmlformats.org/drawingml/2006/main" noGrp="1"/>
          </p:cNvSpPr>
          <p:nvPr/>
        </p:nvSpPr>
        <p:spPr>
          <a:xfrm xmlns:a="http://schemas.openxmlformats.org/drawingml/2006/main" rot="0" flipH="0" flipV="0">
            <a:off x="8833485" y="2634615"/>
            <a:ext cx="175260" cy="175260"/>
          </a:xfrm>
          <a:prstGeom xmlns:a="http://schemas.openxmlformats.org/drawingml/2006/main" prst="rect">
            <a:avLst/>
          </a:prstGeom>
          <a:solidFill xmlns:a="http://schemas.openxmlformats.org/drawingml/2006/main">
            <a:srgbClr val="FFFFFF"/>
          </a:solidFill>
          <a:ln xmlns:a="http://schemas.openxmlformats.org/drawingml/2006/main" w="7620">
            <a:solidFill>
              <a:srgbClr val="FFFFFF"/>
            </a:solidFill>
          </a:ln>
        </p:spPr>
      </p:sp>
      <p:sp>
        <p:nvSpPr>
          <p:cNvPr id="267" name="03_PREDICTIONS__filament_r3c9">
            <a:extLst xmlns:a="http://schemas.openxmlformats.org/drawingml/2006/main">
              <a:ext uri="{FF2B5EF4-FFF2-40B4-BE49-F238E27FC236}">
                <a16:creationId xmlns:a16="http://schemas.microsoft.com/office/drawing/2014/main" id="{4377D37A-04C2-4D60-84C9-05E90858C23E}"/>
              </a:ext>
            </a:extLst>
          </p:cNvPr>
          <p:cNvSpPr>
            <a:spLocks xmlns:a="http://schemas.openxmlformats.org/drawingml/2006/main" noGrp="1"/>
          </p:cNvSpPr>
          <p:nvPr/>
        </p:nvSpPr>
        <p:spPr>
          <a:xfrm xmlns:a="http://schemas.openxmlformats.org/drawingml/2006/main" rot="0" flipH="0" flipV="0">
            <a:off x="9008745" y="2634615"/>
            <a:ext cx="175260" cy="175260"/>
          </a:xfrm>
          <a:prstGeom xmlns:a="http://schemas.openxmlformats.org/drawingml/2006/main" prst="rect">
            <a:avLst/>
          </a:prstGeom>
          <a:solidFill xmlns:a="http://schemas.openxmlformats.org/drawingml/2006/main">
            <a:srgbClr val="FFFFFF"/>
          </a:solidFill>
          <a:ln xmlns:a="http://schemas.openxmlformats.org/drawingml/2006/main" w="7620">
            <a:solidFill>
              <a:srgbClr val="FFFFFF"/>
            </a:solidFill>
          </a:ln>
        </p:spPr>
      </p:sp>
      <p:sp>
        <p:nvSpPr>
          <p:cNvPr id="268" name="03_PREDICTIONS__filament_r4c0">
            <a:extLst xmlns:a="http://schemas.openxmlformats.org/drawingml/2006/main">
              <a:ext uri="{FF2B5EF4-FFF2-40B4-BE49-F238E27FC236}">
                <a16:creationId xmlns:a16="http://schemas.microsoft.com/office/drawing/2014/main" id="{57A5136E-2C42-4CA7-8BD4-ACCE3AC0242C}"/>
              </a:ext>
            </a:extLst>
          </p:cNvPr>
          <p:cNvSpPr>
            <a:spLocks xmlns:a="http://schemas.openxmlformats.org/drawingml/2006/main" noGrp="1"/>
          </p:cNvSpPr>
          <p:nvPr/>
        </p:nvSpPr>
        <p:spPr>
          <a:xfrm xmlns:a="http://schemas.openxmlformats.org/drawingml/2006/main" rot="0" flipH="0" flipV="0">
            <a:off x="7431405" y="2809875"/>
            <a:ext cx="175260" cy="175260"/>
          </a:xfrm>
          <a:prstGeom xmlns:a="http://schemas.openxmlformats.org/drawingml/2006/main" prst="rect">
            <a:avLst/>
          </a:prstGeom>
          <a:solidFill xmlns:a="http://schemas.openxmlformats.org/drawingml/2006/main">
            <a:srgbClr val="FFFFFF"/>
          </a:solidFill>
          <a:ln xmlns:a="http://schemas.openxmlformats.org/drawingml/2006/main" w="7620">
            <a:solidFill>
              <a:srgbClr val="FFFFFF"/>
            </a:solidFill>
          </a:ln>
        </p:spPr>
      </p:sp>
      <p:sp>
        <p:nvSpPr>
          <p:cNvPr id="269" name="03_PREDICTIONS__filament_r4c1">
            <a:extLst xmlns:a="http://schemas.openxmlformats.org/drawingml/2006/main">
              <a:ext uri="{FF2B5EF4-FFF2-40B4-BE49-F238E27FC236}">
                <a16:creationId xmlns:a16="http://schemas.microsoft.com/office/drawing/2014/main" id="{FF18338D-B44E-4ED9-A5B0-27C643E74CDC}"/>
              </a:ext>
            </a:extLst>
          </p:cNvPr>
          <p:cNvSpPr>
            <a:spLocks xmlns:a="http://schemas.openxmlformats.org/drawingml/2006/main" noGrp="1"/>
          </p:cNvSpPr>
          <p:nvPr/>
        </p:nvSpPr>
        <p:spPr>
          <a:xfrm xmlns:a="http://schemas.openxmlformats.org/drawingml/2006/main" rot="0" flipH="0" flipV="0">
            <a:off x="7606665" y="2809875"/>
            <a:ext cx="175260" cy="175260"/>
          </a:xfrm>
          <a:prstGeom xmlns:a="http://schemas.openxmlformats.org/drawingml/2006/main" prst="rect">
            <a:avLst/>
          </a:prstGeom>
          <a:solidFill xmlns:a="http://schemas.openxmlformats.org/drawingml/2006/main">
            <a:srgbClr val="FFFFFF"/>
          </a:solidFill>
          <a:ln xmlns:a="http://schemas.openxmlformats.org/drawingml/2006/main" w="7620">
            <a:solidFill>
              <a:srgbClr val="FFFFFF"/>
            </a:solidFill>
          </a:ln>
        </p:spPr>
      </p:sp>
      <p:sp>
        <p:nvSpPr>
          <p:cNvPr id="270" name="03_PREDICTIONS__filament_r4c2">
            <a:extLst xmlns:a="http://schemas.openxmlformats.org/drawingml/2006/main">
              <a:ext uri="{FF2B5EF4-FFF2-40B4-BE49-F238E27FC236}">
                <a16:creationId xmlns:a16="http://schemas.microsoft.com/office/drawing/2014/main" id="{1AD28F16-250B-4497-885E-309A41F54139}"/>
              </a:ext>
            </a:extLst>
          </p:cNvPr>
          <p:cNvSpPr>
            <a:spLocks xmlns:a="http://schemas.openxmlformats.org/drawingml/2006/main" noGrp="1"/>
          </p:cNvSpPr>
          <p:nvPr/>
        </p:nvSpPr>
        <p:spPr>
          <a:xfrm xmlns:a="http://schemas.openxmlformats.org/drawingml/2006/main" rot="0" flipH="0" flipV="0">
            <a:off x="7781925" y="2809875"/>
            <a:ext cx="175260" cy="175260"/>
          </a:xfrm>
          <a:prstGeom xmlns:a="http://schemas.openxmlformats.org/drawingml/2006/main" prst="rect">
            <a:avLst/>
          </a:prstGeom>
          <a:solidFill xmlns:a="http://schemas.openxmlformats.org/drawingml/2006/main">
            <a:srgbClr val="FFFFFF"/>
          </a:solidFill>
          <a:ln xmlns:a="http://schemas.openxmlformats.org/drawingml/2006/main" w="7620">
            <a:solidFill>
              <a:srgbClr val="FFFFFF"/>
            </a:solidFill>
          </a:ln>
        </p:spPr>
      </p:sp>
      <p:sp>
        <p:nvSpPr>
          <p:cNvPr id="271" name="03_PREDICTIONS__filament_r4c3">
            <a:extLst xmlns:a="http://schemas.openxmlformats.org/drawingml/2006/main">
              <a:ext uri="{FF2B5EF4-FFF2-40B4-BE49-F238E27FC236}">
                <a16:creationId xmlns:a16="http://schemas.microsoft.com/office/drawing/2014/main" id="{C69242FC-04AD-40A2-A3D4-B2412B75B2B5}"/>
              </a:ext>
            </a:extLst>
          </p:cNvPr>
          <p:cNvSpPr>
            <a:spLocks xmlns:a="http://schemas.openxmlformats.org/drawingml/2006/main" noGrp="1"/>
          </p:cNvSpPr>
          <p:nvPr/>
        </p:nvSpPr>
        <p:spPr>
          <a:xfrm xmlns:a="http://schemas.openxmlformats.org/drawingml/2006/main" rot="0" flipH="0" flipV="0">
            <a:off x="7957185" y="2809875"/>
            <a:ext cx="175260" cy="175260"/>
          </a:xfrm>
          <a:prstGeom xmlns:a="http://schemas.openxmlformats.org/drawingml/2006/main" prst="rect">
            <a:avLst/>
          </a:prstGeom>
          <a:solidFill xmlns:a="http://schemas.openxmlformats.org/drawingml/2006/main">
            <a:srgbClr val="FFFFFF"/>
          </a:solidFill>
          <a:ln xmlns:a="http://schemas.openxmlformats.org/drawingml/2006/main" w="7620">
            <a:solidFill>
              <a:srgbClr val="FFFFFF"/>
            </a:solidFill>
          </a:ln>
        </p:spPr>
      </p:sp>
      <p:sp>
        <p:nvSpPr>
          <p:cNvPr id="272" name="03_PREDICTIONS__filament_r4c4">
            <a:extLst xmlns:a="http://schemas.openxmlformats.org/drawingml/2006/main">
              <a:ext uri="{FF2B5EF4-FFF2-40B4-BE49-F238E27FC236}">
                <a16:creationId xmlns:a16="http://schemas.microsoft.com/office/drawing/2014/main" id="{C054C3FE-A8F0-4D0F-8621-CACD7852A45C}"/>
              </a:ext>
            </a:extLst>
          </p:cNvPr>
          <p:cNvSpPr>
            <a:spLocks xmlns:a="http://schemas.openxmlformats.org/drawingml/2006/main" noGrp="1"/>
          </p:cNvSpPr>
          <p:nvPr/>
        </p:nvSpPr>
        <p:spPr>
          <a:xfrm xmlns:a="http://schemas.openxmlformats.org/drawingml/2006/main" rot="0" flipH="0" flipV="0">
            <a:off x="8132445" y="2809875"/>
            <a:ext cx="175260" cy="175260"/>
          </a:xfrm>
          <a:prstGeom xmlns:a="http://schemas.openxmlformats.org/drawingml/2006/main" prst="rect">
            <a:avLst/>
          </a:prstGeom>
          <a:solidFill xmlns:a="http://schemas.openxmlformats.org/drawingml/2006/main">
            <a:srgbClr val="FFFFFF"/>
          </a:solidFill>
          <a:ln xmlns:a="http://schemas.openxmlformats.org/drawingml/2006/main" w="7620">
            <a:solidFill>
              <a:srgbClr val="FFFFFF"/>
            </a:solidFill>
          </a:ln>
        </p:spPr>
      </p:sp>
      <p:sp>
        <p:nvSpPr>
          <p:cNvPr id="273" name="03_PREDICTIONS__filament_r4c5">
            <a:extLst xmlns:a="http://schemas.openxmlformats.org/drawingml/2006/main">
              <a:ext uri="{FF2B5EF4-FFF2-40B4-BE49-F238E27FC236}">
                <a16:creationId xmlns:a16="http://schemas.microsoft.com/office/drawing/2014/main" id="{AA57FB17-A6F1-4A02-994A-B5E12C485260}"/>
              </a:ext>
            </a:extLst>
          </p:cNvPr>
          <p:cNvSpPr>
            <a:spLocks xmlns:a="http://schemas.openxmlformats.org/drawingml/2006/main" noGrp="1"/>
          </p:cNvSpPr>
          <p:nvPr/>
        </p:nvSpPr>
        <p:spPr>
          <a:xfrm xmlns:a="http://schemas.openxmlformats.org/drawingml/2006/main" rot="0" flipH="0" flipV="0">
            <a:off x="8307705" y="2809875"/>
            <a:ext cx="175260" cy="175260"/>
          </a:xfrm>
          <a:prstGeom xmlns:a="http://schemas.openxmlformats.org/drawingml/2006/main" prst="rect">
            <a:avLst/>
          </a:prstGeom>
          <a:solidFill xmlns:a="http://schemas.openxmlformats.org/drawingml/2006/main">
            <a:srgbClr val="FFFFFF"/>
          </a:solidFill>
          <a:ln xmlns:a="http://schemas.openxmlformats.org/drawingml/2006/main" w="7620">
            <a:solidFill>
              <a:srgbClr val="FFFFFF"/>
            </a:solidFill>
          </a:ln>
        </p:spPr>
      </p:sp>
      <p:sp>
        <p:nvSpPr>
          <p:cNvPr id="274" name="03_PREDICTIONS__filament_r4c6">
            <a:extLst xmlns:a="http://schemas.openxmlformats.org/drawingml/2006/main">
              <a:ext uri="{FF2B5EF4-FFF2-40B4-BE49-F238E27FC236}">
                <a16:creationId xmlns:a16="http://schemas.microsoft.com/office/drawing/2014/main" id="{EE893392-8613-4D80-9FE8-A44A18473BDB}"/>
              </a:ext>
            </a:extLst>
          </p:cNvPr>
          <p:cNvSpPr>
            <a:spLocks xmlns:a="http://schemas.openxmlformats.org/drawingml/2006/main" noGrp="1"/>
          </p:cNvSpPr>
          <p:nvPr/>
        </p:nvSpPr>
        <p:spPr>
          <a:xfrm xmlns:a="http://schemas.openxmlformats.org/drawingml/2006/main" rot="0" flipH="0" flipV="0">
            <a:off x="8482965" y="2809875"/>
            <a:ext cx="175260" cy="175260"/>
          </a:xfrm>
          <a:prstGeom xmlns:a="http://schemas.openxmlformats.org/drawingml/2006/main" prst="rect">
            <a:avLst/>
          </a:prstGeom>
          <a:solidFill xmlns:a="http://schemas.openxmlformats.org/drawingml/2006/main">
            <a:srgbClr val="FFFFFF"/>
          </a:solidFill>
          <a:ln xmlns:a="http://schemas.openxmlformats.org/drawingml/2006/main" w="7620">
            <a:solidFill>
              <a:srgbClr val="FFFFFF"/>
            </a:solidFill>
          </a:ln>
        </p:spPr>
      </p:sp>
      <p:sp>
        <p:nvSpPr>
          <p:cNvPr id="275" name="03_PREDICTIONS__filament_r4c7">
            <a:extLst xmlns:a="http://schemas.openxmlformats.org/drawingml/2006/main">
              <a:ext uri="{FF2B5EF4-FFF2-40B4-BE49-F238E27FC236}">
                <a16:creationId xmlns:a16="http://schemas.microsoft.com/office/drawing/2014/main" id="{E8D585EB-6CB3-48B3-A0E5-58F42BF3EEE5}"/>
              </a:ext>
            </a:extLst>
          </p:cNvPr>
          <p:cNvSpPr>
            <a:spLocks xmlns:a="http://schemas.openxmlformats.org/drawingml/2006/main" noGrp="1"/>
          </p:cNvSpPr>
          <p:nvPr/>
        </p:nvSpPr>
        <p:spPr>
          <a:xfrm xmlns:a="http://schemas.openxmlformats.org/drawingml/2006/main" rot="0" flipH="0" flipV="0">
            <a:off x="8658225" y="2809875"/>
            <a:ext cx="175260" cy="175260"/>
          </a:xfrm>
          <a:prstGeom xmlns:a="http://schemas.openxmlformats.org/drawingml/2006/main" prst="rect">
            <a:avLst/>
          </a:prstGeom>
          <a:solidFill xmlns:a="http://schemas.openxmlformats.org/drawingml/2006/main">
            <a:srgbClr val="FFFFFF"/>
          </a:solidFill>
          <a:ln xmlns:a="http://schemas.openxmlformats.org/drawingml/2006/main" w="7620">
            <a:solidFill>
              <a:srgbClr val="FFFFFF"/>
            </a:solidFill>
          </a:ln>
        </p:spPr>
      </p:sp>
      <p:sp>
        <p:nvSpPr>
          <p:cNvPr id="276" name="03_PREDICTIONS__filament_r4c8">
            <a:extLst xmlns:a="http://schemas.openxmlformats.org/drawingml/2006/main">
              <a:ext uri="{FF2B5EF4-FFF2-40B4-BE49-F238E27FC236}">
                <a16:creationId xmlns:a16="http://schemas.microsoft.com/office/drawing/2014/main" id="{D1577327-B462-42DB-9AC6-A4256FD5B559}"/>
              </a:ext>
            </a:extLst>
          </p:cNvPr>
          <p:cNvSpPr>
            <a:spLocks xmlns:a="http://schemas.openxmlformats.org/drawingml/2006/main" noGrp="1"/>
          </p:cNvSpPr>
          <p:nvPr/>
        </p:nvSpPr>
        <p:spPr>
          <a:xfrm xmlns:a="http://schemas.openxmlformats.org/drawingml/2006/main" rot="0" flipH="0" flipV="0">
            <a:off x="8833485" y="2809875"/>
            <a:ext cx="175260" cy="175260"/>
          </a:xfrm>
          <a:prstGeom xmlns:a="http://schemas.openxmlformats.org/drawingml/2006/main" prst="rect">
            <a:avLst/>
          </a:prstGeom>
          <a:solidFill xmlns:a="http://schemas.openxmlformats.org/drawingml/2006/main">
            <a:srgbClr val="FFFFFF"/>
          </a:solidFill>
          <a:ln xmlns:a="http://schemas.openxmlformats.org/drawingml/2006/main" w="7620">
            <a:solidFill>
              <a:srgbClr val="FFFFFF"/>
            </a:solidFill>
          </a:ln>
        </p:spPr>
      </p:sp>
      <p:sp>
        <p:nvSpPr>
          <p:cNvPr id="277" name="03_PREDICTIONS__filament_r4c9">
            <a:extLst xmlns:a="http://schemas.openxmlformats.org/drawingml/2006/main">
              <a:ext uri="{FF2B5EF4-FFF2-40B4-BE49-F238E27FC236}">
                <a16:creationId xmlns:a16="http://schemas.microsoft.com/office/drawing/2014/main" id="{4C00A465-B5E4-439C-A503-AC270A54CE0D}"/>
              </a:ext>
            </a:extLst>
          </p:cNvPr>
          <p:cNvSpPr>
            <a:spLocks xmlns:a="http://schemas.openxmlformats.org/drawingml/2006/main" noGrp="1"/>
          </p:cNvSpPr>
          <p:nvPr/>
        </p:nvSpPr>
        <p:spPr>
          <a:xfrm xmlns:a="http://schemas.openxmlformats.org/drawingml/2006/main" rot="0" flipH="0" flipV="0">
            <a:off x="9008745" y="2809875"/>
            <a:ext cx="175260" cy="175260"/>
          </a:xfrm>
          <a:prstGeom xmlns:a="http://schemas.openxmlformats.org/drawingml/2006/main" prst="rect">
            <a:avLst/>
          </a:prstGeom>
          <a:solidFill xmlns:a="http://schemas.openxmlformats.org/drawingml/2006/main">
            <a:srgbClr val="FFFFFF"/>
          </a:solidFill>
          <a:ln xmlns:a="http://schemas.openxmlformats.org/drawingml/2006/main" w="7620">
            <a:solidFill>
              <a:srgbClr val="FFFFFF"/>
            </a:solidFill>
          </a:ln>
        </p:spPr>
      </p:sp>
      <p:sp>
        <p:nvSpPr>
          <p:cNvPr id="278" name="03_PREDICTIONS__filament_r5c0">
            <a:extLst xmlns:a="http://schemas.openxmlformats.org/drawingml/2006/main">
              <a:ext uri="{FF2B5EF4-FFF2-40B4-BE49-F238E27FC236}">
                <a16:creationId xmlns:a16="http://schemas.microsoft.com/office/drawing/2014/main" id="{666ACBEF-64E5-4D0B-A2E9-4AD8CFAE247C}"/>
              </a:ext>
            </a:extLst>
          </p:cNvPr>
          <p:cNvSpPr>
            <a:spLocks xmlns:a="http://schemas.openxmlformats.org/drawingml/2006/main" noGrp="1"/>
          </p:cNvSpPr>
          <p:nvPr/>
        </p:nvSpPr>
        <p:spPr>
          <a:xfrm xmlns:a="http://schemas.openxmlformats.org/drawingml/2006/main" rot="0" flipH="0" flipV="0">
            <a:off x="7431405" y="2985135"/>
            <a:ext cx="175260" cy="175260"/>
          </a:xfrm>
          <a:prstGeom xmlns:a="http://schemas.openxmlformats.org/drawingml/2006/main" prst="rect">
            <a:avLst/>
          </a:prstGeom>
          <a:solidFill xmlns:a="http://schemas.openxmlformats.org/drawingml/2006/main">
            <a:srgbClr val="FFFFFF"/>
          </a:solidFill>
          <a:ln xmlns:a="http://schemas.openxmlformats.org/drawingml/2006/main" w="7620">
            <a:solidFill>
              <a:srgbClr val="FFFFFF"/>
            </a:solidFill>
          </a:ln>
        </p:spPr>
      </p:sp>
      <p:sp>
        <p:nvSpPr>
          <p:cNvPr id="279" name="03_PREDICTIONS__filament_r5c1">
            <a:extLst xmlns:a="http://schemas.openxmlformats.org/drawingml/2006/main">
              <a:ext uri="{FF2B5EF4-FFF2-40B4-BE49-F238E27FC236}">
                <a16:creationId xmlns:a16="http://schemas.microsoft.com/office/drawing/2014/main" id="{E952EEDB-5409-4AD1-B17F-E5317F0091A6}"/>
              </a:ext>
            </a:extLst>
          </p:cNvPr>
          <p:cNvSpPr>
            <a:spLocks xmlns:a="http://schemas.openxmlformats.org/drawingml/2006/main" noGrp="1"/>
          </p:cNvSpPr>
          <p:nvPr/>
        </p:nvSpPr>
        <p:spPr>
          <a:xfrm xmlns:a="http://schemas.openxmlformats.org/drawingml/2006/main" rot="0" flipH="0" flipV="0">
            <a:off x="7606665" y="2985135"/>
            <a:ext cx="175260" cy="175260"/>
          </a:xfrm>
          <a:prstGeom xmlns:a="http://schemas.openxmlformats.org/drawingml/2006/main" prst="rect">
            <a:avLst/>
          </a:prstGeom>
          <a:solidFill xmlns:a="http://schemas.openxmlformats.org/drawingml/2006/main">
            <a:srgbClr val="FFFFFF"/>
          </a:solidFill>
          <a:ln xmlns:a="http://schemas.openxmlformats.org/drawingml/2006/main" w="7620">
            <a:solidFill>
              <a:srgbClr val="FFFFFF"/>
            </a:solidFill>
          </a:ln>
        </p:spPr>
      </p:sp>
      <p:sp>
        <p:nvSpPr>
          <p:cNvPr id="280" name="03_PREDICTIONS__filament_r5c2">
            <a:extLst xmlns:a="http://schemas.openxmlformats.org/drawingml/2006/main">
              <a:ext uri="{FF2B5EF4-FFF2-40B4-BE49-F238E27FC236}">
                <a16:creationId xmlns:a16="http://schemas.microsoft.com/office/drawing/2014/main" id="{C4CEAAD4-A0EE-4EB6-91F2-332D3521C60D}"/>
              </a:ext>
            </a:extLst>
          </p:cNvPr>
          <p:cNvSpPr>
            <a:spLocks xmlns:a="http://schemas.openxmlformats.org/drawingml/2006/main" noGrp="1"/>
          </p:cNvSpPr>
          <p:nvPr/>
        </p:nvSpPr>
        <p:spPr>
          <a:xfrm xmlns:a="http://schemas.openxmlformats.org/drawingml/2006/main" rot="0" flipH="0" flipV="0">
            <a:off x="7781925" y="2985135"/>
            <a:ext cx="175260" cy="175260"/>
          </a:xfrm>
          <a:prstGeom xmlns:a="http://schemas.openxmlformats.org/drawingml/2006/main" prst="rect">
            <a:avLst/>
          </a:prstGeom>
          <a:solidFill xmlns:a="http://schemas.openxmlformats.org/drawingml/2006/main">
            <a:srgbClr val="FFFFFF"/>
          </a:solidFill>
          <a:ln xmlns:a="http://schemas.openxmlformats.org/drawingml/2006/main" w="7620">
            <a:solidFill>
              <a:srgbClr val="FFFFFF"/>
            </a:solidFill>
          </a:ln>
        </p:spPr>
      </p:sp>
      <p:sp>
        <p:nvSpPr>
          <p:cNvPr id="281" name="03_PREDICTIONS__filament_r5c3">
            <a:extLst xmlns:a="http://schemas.openxmlformats.org/drawingml/2006/main">
              <a:ext uri="{FF2B5EF4-FFF2-40B4-BE49-F238E27FC236}">
                <a16:creationId xmlns:a16="http://schemas.microsoft.com/office/drawing/2014/main" id="{E36BDA35-77BB-4A02-B7AA-9AE4753BCB40}"/>
              </a:ext>
            </a:extLst>
          </p:cNvPr>
          <p:cNvSpPr>
            <a:spLocks xmlns:a="http://schemas.openxmlformats.org/drawingml/2006/main" noGrp="1"/>
          </p:cNvSpPr>
          <p:nvPr/>
        </p:nvSpPr>
        <p:spPr>
          <a:xfrm xmlns:a="http://schemas.openxmlformats.org/drawingml/2006/main" rot="0" flipH="0" flipV="0">
            <a:off x="7957185" y="2985135"/>
            <a:ext cx="175260" cy="175260"/>
          </a:xfrm>
          <a:prstGeom xmlns:a="http://schemas.openxmlformats.org/drawingml/2006/main" prst="rect">
            <a:avLst/>
          </a:prstGeom>
          <a:solidFill xmlns:a="http://schemas.openxmlformats.org/drawingml/2006/main">
            <a:srgbClr val="FFFFFF"/>
          </a:solidFill>
          <a:ln xmlns:a="http://schemas.openxmlformats.org/drawingml/2006/main" w="7620">
            <a:solidFill>
              <a:srgbClr val="FFFFFF"/>
            </a:solidFill>
          </a:ln>
        </p:spPr>
      </p:sp>
      <p:sp>
        <p:nvSpPr>
          <p:cNvPr id="282" name="03_PREDICTIONS__filament_r5c4">
            <a:extLst xmlns:a="http://schemas.openxmlformats.org/drawingml/2006/main">
              <a:ext uri="{FF2B5EF4-FFF2-40B4-BE49-F238E27FC236}">
                <a16:creationId xmlns:a16="http://schemas.microsoft.com/office/drawing/2014/main" id="{4B5BB27E-619B-4CD2-9CA8-B79757AB3F8A}"/>
              </a:ext>
            </a:extLst>
          </p:cNvPr>
          <p:cNvSpPr>
            <a:spLocks xmlns:a="http://schemas.openxmlformats.org/drawingml/2006/main" noGrp="1"/>
          </p:cNvSpPr>
          <p:nvPr/>
        </p:nvSpPr>
        <p:spPr>
          <a:xfrm xmlns:a="http://schemas.openxmlformats.org/drawingml/2006/main" rot="0" flipH="0" flipV="0">
            <a:off x="8132445" y="2985135"/>
            <a:ext cx="175260" cy="175260"/>
          </a:xfrm>
          <a:prstGeom xmlns:a="http://schemas.openxmlformats.org/drawingml/2006/main" prst="rect">
            <a:avLst/>
          </a:prstGeom>
          <a:solidFill xmlns:a="http://schemas.openxmlformats.org/drawingml/2006/main">
            <a:srgbClr val="606C73"/>
          </a:solidFill>
          <a:ln xmlns:a="http://schemas.openxmlformats.org/drawingml/2006/main" w="7620">
            <a:solidFill>
              <a:srgbClr val="FFFFFF"/>
            </a:solidFill>
          </a:ln>
        </p:spPr>
      </p:sp>
      <p:sp>
        <p:nvSpPr>
          <p:cNvPr id="283" name="03_PREDICTIONS__filament_r5c5">
            <a:extLst xmlns:a="http://schemas.openxmlformats.org/drawingml/2006/main">
              <a:ext uri="{FF2B5EF4-FFF2-40B4-BE49-F238E27FC236}">
                <a16:creationId xmlns:a16="http://schemas.microsoft.com/office/drawing/2014/main" id="{0F4D220A-4FA7-4857-9FD2-DC017FCFF4F4}"/>
              </a:ext>
            </a:extLst>
          </p:cNvPr>
          <p:cNvSpPr>
            <a:spLocks xmlns:a="http://schemas.openxmlformats.org/drawingml/2006/main" noGrp="1"/>
          </p:cNvSpPr>
          <p:nvPr/>
        </p:nvSpPr>
        <p:spPr>
          <a:xfrm xmlns:a="http://schemas.openxmlformats.org/drawingml/2006/main" rot="0" flipH="0" flipV="0">
            <a:off x="8307705" y="2985135"/>
            <a:ext cx="175260" cy="175260"/>
          </a:xfrm>
          <a:prstGeom xmlns:a="http://schemas.openxmlformats.org/drawingml/2006/main" prst="rect">
            <a:avLst/>
          </a:prstGeom>
          <a:solidFill xmlns:a="http://schemas.openxmlformats.org/drawingml/2006/main">
            <a:srgbClr val="FFFFFF"/>
          </a:solidFill>
          <a:ln xmlns:a="http://schemas.openxmlformats.org/drawingml/2006/main" w="7620">
            <a:solidFill>
              <a:srgbClr val="FFFFFF"/>
            </a:solidFill>
          </a:ln>
        </p:spPr>
      </p:sp>
      <p:sp>
        <p:nvSpPr>
          <p:cNvPr id="284" name="03_PREDICTIONS__filament_r5c6">
            <a:extLst xmlns:a="http://schemas.openxmlformats.org/drawingml/2006/main">
              <a:ext uri="{FF2B5EF4-FFF2-40B4-BE49-F238E27FC236}">
                <a16:creationId xmlns:a16="http://schemas.microsoft.com/office/drawing/2014/main" id="{ED6D290A-DA14-449F-9587-D1790EF70BE2}"/>
              </a:ext>
            </a:extLst>
          </p:cNvPr>
          <p:cNvSpPr>
            <a:spLocks xmlns:a="http://schemas.openxmlformats.org/drawingml/2006/main" noGrp="1"/>
          </p:cNvSpPr>
          <p:nvPr/>
        </p:nvSpPr>
        <p:spPr>
          <a:xfrm xmlns:a="http://schemas.openxmlformats.org/drawingml/2006/main" rot="0" flipH="0" flipV="0">
            <a:off x="8482965" y="2985135"/>
            <a:ext cx="175260" cy="175260"/>
          </a:xfrm>
          <a:prstGeom xmlns:a="http://schemas.openxmlformats.org/drawingml/2006/main" prst="rect">
            <a:avLst/>
          </a:prstGeom>
          <a:solidFill xmlns:a="http://schemas.openxmlformats.org/drawingml/2006/main">
            <a:srgbClr val="FFFFFF"/>
          </a:solidFill>
          <a:ln xmlns:a="http://schemas.openxmlformats.org/drawingml/2006/main" w="7620">
            <a:solidFill>
              <a:srgbClr val="FFFFFF"/>
            </a:solidFill>
          </a:ln>
        </p:spPr>
      </p:sp>
      <p:sp>
        <p:nvSpPr>
          <p:cNvPr id="285" name="03_PREDICTIONS__filament_r5c7">
            <a:extLst xmlns:a="http://schemas.openxmlformats.org/drawingml/2006/main">
              <a:ext uri="{FF2B5EF4-FFF2-40B4-BE49-F238E27FC236}">
                <a16:creationId xmlns:a16="http://schemas.microsoft.com/office/drawing/2014/main" id="{2F2C2851-AB57-4507-BE1B-2168E88228B1}"/>
              </a:ext>
            </a:extLst>
          </p:cNvPr>
          <p:cNvSpPr>
            <a:spLocks xmlns:a="http://schemas.openxmlformats.org/drawingml/2006/main" noGrp="1"/>
          </p:cNvSpPr>
          <p:nvPr/>
        </p:nvSpPr>
        <p:spPr>
          <a:xfrm xmlns:a="http://schemas.openxmlformats.org/drawingml/2006/main" rot="0" flipH="0" flipV="0">
            <a:off x="8658225" y="2985135"/>
            <a:ext cx="175260" cy="175260"/>
          </a:xfrm>
          <a:prstGeom xmlns:a="http://schemas.openxmlformats.org/drawingml/2006/main" prst="rect">
            <a:avLst/>
          </a:prstGeom>
          <a:solidFill xmlns:a="http://schemas.openxmlformats.org/drawingml/2006/main">
            <a:srgbClr val="606C73"/>
          </a:solidFill>
          <a:ln xmlns:a="http://schemas.openxmlformats.org/drawingml/2006/main" w="7620">
            <a:solidFill>
              <a:srgbClr val="FFFFFF"/>
            </a:solidFill>
          </a:ln>
        </p:spPr>
      </p:sp>
      <p:sp>
        <p:nvSpPr>
          <p:cNvPr id="286" name="03_PREDICTIONS__filament_r5c8">
            <a:extLst xmlns:a="http://schemas.openxmlformats.org/drawingml/2006/main">
              <a:ext uri="{FF2B5EF4-FFF2-40B4-BE49-F238E27FC236}">
                <a16:creationId xmlns:a16="http://schemas.microsoft.com/office/drawing/2014/main" id="{3DAD1511-202C-40FE-8DEE-BA1FAE0E4063}"/>
              </a:ext>
            </a:extLst>
          </p:cNvPr>
          <p:cNvSpPr>
            <a:spLocks xmlns:a="http://schemas.openxmlformats.org/drawingml/2006/main" noGrp="1"/>
          </p:cNvSpPr>
          <p:nvPr/>
        </p:nvSpPr>
        <p:spPr>
          <a:xfrm xmlns:a="http://schemas.openxmlformats.org/drawingml/2006/main" rot="0" flipH="0" flipV="0">
            <a:off x="8833485" y="2985135"/>
            <a:ext cx="175260" cy="175260"/>
          </a:xfrm>
          <a:prstGeom xmlns:a="http://schemas.openxmlformats.org/drawingml/2006/main" prst="rect">
            <a:avLst/>
          </a:prstGeom>
          <a:solidFill xmlns:a="http://schemas.openxmlformats.org/drawingml/2006/main">
            <a:srgbClr val="606C73"/>
          </a:solidFill>
          <a:ln xmlns:a="http://schemas.openxmlformats.org/drawingml/2006/main" w="7620">
            <a:solidFill>
              <a:srgbClr val="FFFFFF"/>
            </a:solidFill>
          </a:ln>
        </p:spPr>
      </p:sp>
      <p:sp>
        <p:nvSpPr>
          <p:cNvPr id="287" name="03_PREDICTIONS__filament_r5c9">
            <a:extLst xmlns:a="http://schemas.openxmlformats.org/drawingml/2006/main">
              <a:ext uri="{FF2B5EF4-FFF2-40B4-BE49-F238E27FC236}">
                <a16:creationId xmlns:a16="http://schemas.microsoft.com/office/drawing/2014/main" id="{37D4F4C4-114E-4D57-9D4F-D327BD8D914F}"/>
              </a:ext>
            </a:extLst>
          </p:cNvPr>
          <p:cNvSpPr>
            <a:spLocks xmlns:a="http://schemas.openxmlformats.org/drawingml/2006/main" noGrp="1"/>
          </p:cNvSpPr>
          <p:nvPr/>
        </p:nvSpPr>
        <p:spPr>
          <a:xfrm xmlns:a="http://schemas.openxmlformats.org/drawingml/2006/main" rot="0" flipH="0" flipV="0">
            <a:off x="9008745" y="2985135"/>
            <a:ext cx="175260" cy="175260"/>
          </a:xfrm>
          <a:prstGeom xmlns:a="http://schemas.openxmlformats.org/drawingml/2006/main" prst="rect">
            <a:avLst/>
          </a:prstGeom>
          <a:solidFill xmlns:a="http://schemas.openxmlformats.org/drawingml/2006/main">
            <a:srgbClr val="606C73"/>
          </a:solidFill>
          <a:ln xmlns:a="http://schemas.openxmlformats.org/drawingml/2006/main" w="7620">
            <a:solidFill>
              <a:srgbClr val="FFFFFF"/>
            </a:solidFill>
          </a:ln>
        </p:spPr>
      </p:sp>
      <p:sp>
        <p:nvSpPr>
          <p:cNvPr id="288" name="03_PREDICTIONS__filament_r6c0">
            <a:extLst xmlns:a="http://schemas.openxmlformats.org/drawingml/2006/main">
              <a:ext uri="{FF2B5EF4-FFF2-40B4-BE49-F238E27FC236}">
                <a16:creationId xmlns:a16="http://schemas.microsoft.com/office/drawing/2014/main" id="{5CBD4E91-ABBA-450F-8635-868539F3652A}"/>
              </a:ext>
            </a:extLst>
          </p:cNvPr>
          <p:cNvSpPr>
            <a:spLocks xmlns:a="http://schemas.openxmlformats.org/drawingml/2006/main" noGrp="1"/>
          </p:cNvSpPr>
          <p:nvPr/>
        </p:nvSpPr>
        <p:spPr>
          <a:xfrm xmlns:a="http://schemas.openxmlformats.org/drawingml/2006/main" rot="0" flipH="0" flipV="0">
            <a:off x="7431405" y="3160395"/>
            <a:ext cx="175260" cy="175260"/>
          </a:xfrm>
          <a:prstGeom xmlns:a="http://schemas.openxmlformats.org/drawingml/2006/main" prst="rect">
            <a:avLst/>
          </a:prstGeom>
          <a:solidFill xmlns:a="http://schemas.openxmlformats.org/drawingml/2006/main">
            <a:srgbClr val="FFFFFF"/>
          </a:solidFill>
          <a:ln xmlns:a="http://schemas.openxmlformats.org/drawingml/2006/main" w="7620">
            <a:solidFill>
              <a:srgbClr val="FFFFFF"/>
            </a:solidFill>
          </a:ln>
        </p:spPr>
      </p:sp>
      <p:sp>
        <p:nvSpPr>
          <p:cNvPr id="289" name="03_PREDICTIONS__filament_r6c1">
            <a:extLst xmlns:a="http://schemas.openxmlformats.org/drawingml/2006/main">
              <a:ext uri="{FF2B5EF4-FFF2-40B4-BE49-F238E27FC236}">
                <a16:creationId xmlns:a16="http://schemas.microsoft.com/office/drawing/2014/main" id="{5E8DFA00-EBB4-47CE-AC81-B75723600181}"/>
              </a:ext>
            </a:extLst>
          </p:cNvPr>
          <p:cNvSpPr>
            <a:spLocks xmlns:a="http://schemas.openxmlformats.org/drawingml/2006/main" noGrp="1"/>
          </p:cNvSpPr>
          <p:nvPr/>
        </p:nvSpPr>
        <p:spPr>
          <a:xfrm xmlns:a="http://schemas.openxmlformats.org/drawingml/2006/main" rot="0" flipH="0" flipV="0">
            <a:off x="7606665" y="3160395"/>
            <a:ext cx="175260" cy="175260"/>
          </a:xfrm>
          <a:prstGeom xmlns:a="http://schemas.openxmlformats.org/drawingml/2006/main" prst="rect">
            <a:avLst/>
          </a:prstGeom>
          <a:solidFill xmlns:a="http://schemas.openxmlformats.org/drawingml/2006/main">
            <a:srgbClr val="FFFFFF"/>
          </a:solidFill>
          <a:ln xmlns:a="http://schemas.openxmlformats.org/drawingml/2006/main" w="7620">
            <a:solidFill>
              <a:srgbClr val="FFFFFF"/>
            </a:solidFill>
          </a:ln>
        </p:spPr>
      </p:sp>
      <p:sp>
        <p:nvSpPr>
          <p:cNvPr id="290" name="03_PREDICTIONS__filament_r6c2">
            <a:extLst xmlns:a="http://schemas.openxmlformats.org/drawingml/2006/main">
              <a:ext uri="{FF2B5EF4-FFF2-40B4-BE49-F238E27FC236}">
                <a16:creationId xmlns:a16="http://schemas.microsoft.com/office/drawing/2014/main" id="{87C05608-10E5-4A44-8629-F3988CF2CAD5}"/>
              </a:ext>
            </a:extLst>
          </p:cNvPr>
          <p:cNvSpPr>
            <a:spLocks xmlns:a="http://schemas.openxmlformats.org/drawingml/2006/main" noGrp="1"/>
          </p:cNvSpPr>
          <p:nvPr/>
        </p:nvSpPr>
        <p:spPr>
          <a:xfrm xmlns:a="http://schemas.openxmlformats.org/drawingml/2006/main" rot="0" flipH="0" flipV="0">
            <a:off x="7781925" y="3160395"/>
            <a:ext cx="175260" cy="175260"/>
          </a:xfrm>
          <a:prstGeom xmlns:a="http://schemas.openxmlformats.org/drawingml/2006/main" prst="rect">
            <a:avLst/>
          </a:prstGeom>
          <a:solidFill xmlns:a="http://schemas.openxmlformats.org/drawingml/2006/main">
            <a:srgbClr val="FFFFFF"/>
          </a:solidFill>
          <a:ln xmlns:a="http://schemas.openxmlformats.org/drawingml/2006/main" w="7620">
            <a:solidFill>
              <a:srgbClr val="FFFFFF"/>
            </a:solidFill>
          </a:ln>
        </p:spPr>
      </p:sp>
      <p:sp>
        <p:nvSpPr>
          <p:cNvPr id="291" name="03_PREDICTIONS__filament_r6c3">
            <a:extLst xmlns:a="http://schemas.openxmlformats.org/drawingml/2006/main">
              <a:ext uri="{FF2B5EF4-FFF2-40B4-BE49-F238E27FC236}">
                <a16:creationId xmlns:a16="http://schemas.microsoft.com/office/drawing/2014/main" id="{56238897-5687-4F55-B309-C2218DB0C349}"/>
              </a:ext>
            </a:extLst>
          </p:cNvPr>
          <p:cNvSpPr>
            <a:spLocks xmlns:a="http://schemas.openxmlformats.org/drawingml/2006/main" noGrp="1"/>
          </p:cNvSpPr>
          <p:nvPr/>
        </p:nvSpPr>
        <p:spPr>
          <a:xfrm xmlns:a="http://schemas.openxmlformats.org/drawingml/2006/main" rot="0" flipH="0" flipV="0">
            <a:off x="7957185" y="3160395"/>
            <a:ext cx="175260" cy="175260"/>
          </a:xfrm>
          <a:prstGeom xmlns:a="http://schemas.openxmlformats.org/drawingml/2006/main" prst="rect">
            <a:avLst/>
          </a:prstGeom>
          <a:solidFill xmlns:a="http://schemas.openxmlformats.org/drawingml/2006/main">
            <a:srgbClr val="FFFFFF"/>
          </a:solidFill>
          <a:ln xmlns:a="http://schemas.openxmlformats.org/drawingml/2006/main" w="7620">
            <a:solidFill>
              <a:srgbClr val="FFFFFF"/>
            </a:solidFill>
          </a:ln>
        </p:spPr>
      </p:sp>
      <p:sp>
        <p:nvSpPr>
          <p:cNvPr id="292" name="03_PREDICTIONS__filament_r6c4">
            <a:extLst xmlns:a="http://schemas.openxmlformats.org/drawingml/2006/main">
              <a:ext uri="{FF2B5EF4-FFF2-40B4-BE49-F238E27FC236}">
                <a16:creationId xmlns:a16="http://schemas.microsoft.com/office/drawing/2014/main" id="{384423D0-5925-4D81-98A8-0AB358C8F30B}"/>
              </a:ext>
            </a:extLst>
          </p:cNvPr>
          <p:cNvSpPr>
            <a:spLocks xmlns:a="http://schemas.openxmlformats.org/drawingml/2006/main" noGrp="1"/>
          </p:cNvSpPr>
          <p:nvPr/>
        </p:nvSpPr>
        <p:spPr>
          <a:xfrm xmlns:a="http://schemas.openxmlformats.org/drawingml/2006/main" rot="0" flipH="0" flipV="0">
            <a:off x="8132445" y="3160395"/>
            <a:ext cx="175260" cy="175260"/>
          </a:xfrm>
          <a:prstGeom xmlns:a="http://schemas.openxmlformats.org/drawingml/2006/main" prst="rect">
            <a:avLst/>
          </a:prstGeom>
          <a:solidFill xmlns:a="http://schemas.openxmlformats.org/drawingml/2006/main">
            <a:srgbClr val="606C73"/>
          </a:solidFill>
          <a:ln xmlns:a="http://schemas.openxmlformats.org/drawingml/2006/main" w="7620">
            <a:solidFill>
              <a:srgbClr val="FFFFFF"/>
            </a:solidFill>
          </a:ln>
        </p:spPr>
      </p:sp>
      <p:sp>
        <p:nvSpPr>
          <p:cNvPr id="293" name="03_PREDICTIONS__filament_r6c5">
            <a:extLst xmlns:a="http://schemas.openxmlformats.org/drawingml/2006/main">
              <a:ext uri="{FF2B5EF4-FFF2-40B4-BE49-F238E27FC236}">
                <a16:creationId xmlns:a16="http://schemas.microsoft.com/office/drawing/2014/main" id="{6D914FCF-76FF-4656-95F3-4FBCF68BA6D5}"/>
              </a:ext>
            </a:extLst>
          </p:cNvPr>
          <p:cNvSpPr>
            <a:spLocks xmlns:a="http://schemas.openxmlformats.org/drawingml/2006/main" noGrp="1"/>
          </p:cNvSpPr>
          <p:nvPr/>
        </p:nvSpPr>
        <p:spPr>
          <a:xfrm xmlns:a="http://schemas.openxmlformats.org/drawingml/2006/main" rot="0" flipH="0" flipV="0">
            <a:off x="8307705" y="3160395"/>
            <a:ext cx="175260" cy="175260"/>
          </a:xfrm>
          <a:prstGeom xmlns:a="http://schemas.openxmlformats.org/drawingml/2006/main" prst="rect">
            <a:avLst/>
          </a:prstGeom>
          <a:solidFill xmlns:a="http://schemas.openxmlformats.org/drawingml/2006/main">
            <a:srgbClr val="FFFFFF"/>
          </a:solidFill>
          <a:ln xmlns:a="http://schemas.openxmlformats.org/drawingml/2006/main" w="7620">
            <a:solidFill>
              <a:srgbClr val="FFFFFF"/>
            </a:solidFill>
          </a:ln>
        </p:spPr>
      </p:sp>
      <p:sp>
        <p:nvSpPr>
          <p:cNvPr id="294" name="03_PREDICTIONS__filament_r6c6">
            <a:extLst xmlns:a="http://schemas.openxmlformats.org/drawingml/2006/main">
              <a:ext uri="{FF2B5EF4-FFF2-40B4-BE49-F238E27FC236}">
                <a16:creationId xmlns:a16="http://schemas.microsoft.com/office/drawing/2014/main" id="{0EA7A8A2-2ABF-433D-A26A-55D7CBC43284}"/>
              </a:ext>
            </a:extLst>
          </p:cNvPr>
          <p:cNvSpPr>
            <a:spLocks xmlns:a="http://schemas.openxmlformats.org/drawingml/2006/main" noGrp="1"/>
          </p:cNvSpPr>
          <p:nvPr/>
        </p:nvSpPr>
        <p:spPr>
          <a:xfrm xmlns:a="http://schemas.openxmlformats.org/drawingml/2006/main" rot="0" flipH="0" flipV="0">
            <a:off x="8482965" y="3160395"/>
            <a:ext cx="175260" cy="175260"/>
          </a:xfrm>
          <a:prstGeom xmlns:a="http://schemas.openxmlformats.org/drawingml/2006/main" prst="rect">
            <a:avLst/>
          </a:prstGeom>
          <a:solidFill xmlns:a="http://schemas.openxmlformats.org/drawingml/2006/main">
            <a:srgbClr val="FFFFFF"/>
          </a:solidFill>
          <a:ln xmlns:a="http://schemas.openxmlformats.org/drawingml/2006/main" w="7620">
            <a:solidFill>
              <a:srgbClr val="FFFFFF"/>
            </a:solidFill>
          </a:ln>
        </p:spPr>
      </p:sp>
      <p:sp>
        <p:nvSpPr>
          <p:cNvPr id="295" name="03_PREDICTIONS__filament_r6c7">
            <a:extLst xmlns:a="http://schemas.openxmlformats.org/drawingml/2006/main">
              <a:ext uri="{FF2B5EF4-FFF2-40B4-BE49-F238E27FC236}">
                <a16:creationId xmlns:a16="http://schemas.microsoft.com/office/drawing/2014/main" id="{91CD9C55-CF57-4EE7-B372-70C7A1BA88A5}"/>
              </a:ext>
            </a:extLst>
          </p:cNvPr>
          <p:cNvSpPr>
            <a:spLocks xmlns:a="http://schemas.openxmlformats.org/drawingml/2006/main" noGrp="1"/>
          </p:cNvSpPr>
          <p:nvPr/>
        </p:nvSpPr>
        <p:spPr>
          <a:xfrm xmlns:a="http://schemas.openxmlformats.org/drawingml/2006/main" rot="0" flipH="0" flipV="0">
            <a:off x="8658225" y="3160395"/>
            <a:ext cx="175260" cy="175260"/>
          </a:xfrm>
          <a:prstGeom xmlns:a="http://schemas.openxmlformats.org/drawingml/2006/main" prst="rect">
            <a:avLst/>
          </a:prstGeom>
          <a:solidFill xmlns:a="http://schemas.openxmlformats.org/drawingml/2006/main">
            <a:srgbClr val="FFFFFF"/>
          </a:solidFill>
          <a:ln xmlns:a="http://schemas.openxmlformats.org/drawingml/2006/main" w="7620">
            <a:solidFill>
              <a:srgbClr val="FFFFFF"/>
            </a:solidFill>
          </a:ln>
        </p:spPr>
      </p:sp>
      <p:sp>
        <p:nvSpPr>
          <p:cNvPr id="296" name="03_PREDICTIONS__filament_r6c8">
            <a:extLst xmlns:a="http://schemas.openxmlformats.org/drawingml/2006/main">
              <a:ext uri="{FF2B5EF4-FFF2-40B4-BE49-F238E27FC236}">
                <a16:creationId xmlns:a16="http://schemas.microsoft.com/office/drawing/2014/main" id="{8E3027DE-1790-4DDD-A2CC-C8AF5481B255}"/>
              </a:ext>
            </a:extLst>
          </p:cNvPr>
          <p:cNvSpPr>
            <a:spLocks xmlns:a="http://schemas.openxmlformats.org/drawingml/2006/main" noGrp="1"/>
          </p:cNvSpPr>
          <p:nvPr/>
        </p:nvSpPr>
        <p:spPr>
          <a:xfrm xmlns:a="http://schemas.openxmlformats.org/drawingml/2006/main" rot="0" flipH="0" flipV="0">
            <a:off x="8833485" y="3160395"/>
            <a:ext cx="175260" cy="175260"/>
          </a:xfrm>
          <a:prstGeom xmlns:a="http://schemas.openxmlformats.org/drawingml/2006/main" prst="rect">
            <a:avLst/>
          </a:prstGeom>
          <a:solidFill xmlns:a="http://schemas.openxmlformats.org/drawingml/2006/main">
            <a:srgbClr val="FFFFFF"/>
          </a:solidFill>
          <a:ln xmlns:a="http://schemas.openxmlformats.org/drawingml/2006/main" w="7620">
            <a:solidFill>
              <a:srgbClr val="FFFFFF"/>
            </a:solidFill>
          </a:ln>
        </p:spPr>
      </p:sp>
      <p:sp>
        <p:nvSpPr>
          <p:cNvPr id="297" name="03_PREDICTIONS__filament_r6c9">
            <a:extLst xmlns:a="http://schemas.openxmlformats.org/drawingml/2006/main">
              <a:ext uri="{FF2B5EF4-FFF2-40B4-BE49-F238E27FC236}">
                <a16:creationId xmlns:a16="http://schemas.microsoft.com/office/drawing/2014/main" id="{865EA381-1A2B-40FE-BD0B-4BCE9F520016}"/>
              </a:ext>
            </a:extLst>
          </p:cNvPr>
          <p:cNvSpPr>
            <a:spLocks xmlns:a="http://schemas.openxmlformats.org/drawingml/2006/main" noGrp="1"/>
          </p:cNvSpPr>
          <p:nvPr/>
        </p:nvSpPr>
        <p:spPr>
          <a:xfrm xmlns:a="http://schemas.openxmlformats.org/drawingml/2006/main" rot="0" flipH="0" flipV="0">
            <a:off x="9008745" y="3160395"/>
            <a:ext cx="175260" cy="175260"/>
          </a:xfrm>
          <a:prstGeom xmlns:a="http://schemas.openxmlformats.org/drawingml/2006/main" prst="rect">
            <a:avLst/>
          </a:prstGeom>
          <a:solidFill xmlns:a="http://schemas.openxmlformats.org/drawingml/2006/main">
            <a:srgbClr val="FFFFFF"/>
          </a:solidFill>
          <a:ln xmlns:a="http://schemas.openxmlformats.org/drawingml/2006/main" w="7620">
            <a:solidFill>
              <a:srgbClr val="FFFFFF"/>
            </a:solidFill>
          </a:ln>
        </p:spPr>
      </p:sp>
      <p:sp>
        <p:nvSpPr>
          <p:cNvPr id="298" name="03_PREDICTIONS__filament_frame">
            <a:extLst xmlns:a="http://schemas.openxmlformats.org/drawingml/2006/main">
              <a:ext uri="{FF2B5EF4-FFF2-40B4-BE49-F238E27FC236}">
                <a16:creationId xmlns:a16="http://schemas.microsoft.com/office/drawing/2014/main" id="{C1B3C77E-03A9-4066-A702-4BBCC32835F8}"/>
              </a:ext>
            </a:extLst>
          </p:cNvPr>
          <p:cNvSpPr>
            <a:spLocks xmlns:a="http://schemas.openxmlformats.org/drawingml/2006/main" noGrp="1"/>
          </p:cNvSpPr>
          <p:nvPr/>
        </p:nvSpPr>
        <p:spPr>
          <a:xfrm xmlns:a="http://schemas.openxmlformats.org/drawingml/2006/main" rot="0" flipH="0" flipV="0">
            <a:off x="7431405" y="2108835"/>
            <a:ext cx="1752600" cy="1226820"/>
          </a:xfrm>
          <a:prstGeom xmlns:a="http://schemas.openxmlformats.org/drawingml/2006/main" prst="rect">
            <a:avLst/>
          </a:prstGeom>
          <a:noFill xmlns:a="http://schemas.openxmlformats.org/drawingml/2006/main"/>
          <a:ln xmlns:a="http://schemas.openxmlformats.org/drawingml/2006/main" w="10478">
            <a:solidFill>
              <a:srgbClr val="B6C4CC"/>
            </a:solidFill>
          </a:ln>
        </p:spPr>
      </p:sp>
      <p:sp>
        <p:nvSpPr>
          <p:cNvPr id="299" name="03_PREDICTIONS__release_source">
            <a:extLst xmlns:a="http://schemas.openxmlformats.org/drawingml/2006/main">
              <a:ext uri="{FF2B5EF4-FFF2-40B4-BE49-F238E27FC236}">
                <a16:creationId xmlns:a16="http://schemas.microsoft.com/office/drawing/2014/main" id="{0D43CC89-8EBE-4C33-9097-4A7270BAD4F1}"/>
              </a:ext>
            </a:extLst>
          </p:cNvPr>
          <p:cNvSpPr>
            <a:spLocks xmlns:a="http://schemas.openxmlformats.org/drawingml/2006/main" noGrp="1"/>
          </p:cNvSpPr>
          <p:nvPr/>
        </p:nvSpPr>
        <p:spPr>
          <a:xfrm xmlns:a="http://schemas.openxmlformats.org/drawingml/2006/main" rot="0" flipH="0" flipV="0">
            <a:off x="7637145" y="2741295"/>
            <a:ext cx="91440" cy="91440"/>
          </a:xfrm>
          <a:prstGeom xmlns:a="http://schemas.openxmlformats.org/drawingml/2006/main" prst="ellipse">
            <a:avLst/>
          </a:prstGeom>
          <a:solidFill xmlns:a="http://schemas.openxmlformats.org/drawingml/2006/main">
            <a:srgbClr val="233440"/>
          </a:solidFill>
          <a:ln xmlns:a="http://schemas.openxmlformats.org/drawingml/2006/main" w="0">
            <a:noFill/>
          </a:ln>
        </p:spPr>
      </p:sp>
      <p:sp>
        <p:nvSpPr>
          <p:cNvPr id="300" name="03_PREDICTIONS__release_source_label">
            <a:extLst xmlns:a="http://schemas.openxmlformats.org/drawingml/2006/main">
              <a:ext uri="{FF2B5EF4-FFF2-40B4-BE49-F238E27FC236}">
                <a16:creationId xmlns:a16="http://schemas.microsoft.com/office/drawing/2014/main" id="{B59D85F0-2464-4307-9224-A66E0AD6292C}"/>
              </a:ext>
            </a:extLst>
          </p:cNvPr>
          <p:cNvSpPr>
            <a:spLocks xmlns:a="http://schemas.openxmlformats.org/drawingml/2006/main" noGrp="1"/>
          </p:cNvSpPr>
          <p:nvPr/>
        </p:nvSpPr>
        <p:spPr>
          <a:xfrm xmlns:a="http://schemas.openxmlformats.org/drawingml/2006/main" rot="0" flipH="0" flipV="0">
            <a:off x="7484745" y="2908935"/>
            <a:ext cx="182880" cy="213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575" b="1">
                <a:solidFill>
                  <a:srgbClr val="247F70"/>
                </a:solidFill>
                <a:latin typeface="Noto Sans CJK SC"/>
                <a:ea typeface="Noto Sans CJK SC"/>
                <a:cs typeface="Noto Sans CJK SC"/>
              </a:defRPr>
            </a:defPPr>
            <a:lvl1pPr algn="l">
              <a:defRPr sz="1575" b="1">
                <a:solidFill>
                  <a:srgbClr val="247F70"/>
                </a:solidFill>
                <a:latin typeface="Noto Sans CJK SC"/>
                <a:ea typeface="Noto Sans CJK SC"/>
                <a:cs typeface="Noto Sans CJK SC"/>
              </a:defRPr>
            </a:lvl1pPr>
            <a:lvl2pPr algn="l">
              <a:defRPr sz="1575" b="1">
                <a:solidFill>
                  <a:srgbClr val="247F70"/>
                </a:solidFill>
                <a:latin typeface="Noto Sans CJK SC"/>
                <a:ea typeface="Noto Sans CJK SC"/>
                <a:cs typeface="Noto Sans CJK SC"/>
              </a:defRPr>
            </a:lvl2pPr>
            <a:lvl3pPr algn="l">
              <a:defRPr sz="1575" b="1">
                <a:solidFill>
                  <a:srgbClr val="247F70"/>
                </a:solidFill>
                <a:latin typeface="Noto Sans CJK SC"/>
                <a:ea typeface="Noto Sans CJK SC"/>
                <a:cs typeface="Noto Sans CJK SC"/>
              </a:defRPr>
            </a:lvl3pPr>
            <a:lvl4pPr algn="l">
              <a:defRPr sz="1575" b="1">
                <a:solidFill>
                  <a:srgbClr val="247F70"/>
                </a:solidFill>
                <a:latin typeface="Noto Sans CJK SC"/>
                <a:ea typeface="Noto Sans CJK SC"/>
                <a:cs typeface="Noto Sans CJK SC"/>
              </a:defRPr>
            </a:lvl4pPr>
            <a:lvl5pPr algn="l">
              <a:defRPr sz="1575" b="1">
                <a:solidFill>
                  <a:srgbClr val="247F70"/>
                </a:solidFill>
                <a:latin typeface="Noto Sans CJK SC"/>
                <a:ea typeface="Noto Sans CJK SC"/>
                <a:cs typeface="Noto Sans CJK SC"/>
              </a:defRPr>
            </a:lvl5pPr>
            <a:lvl6pPr algn="l">
              <a:defRPr sz="1575" b="1">
                <a:solidFill>
                  <a:srgbClr val="247F70"/>
                </a:solidFill>
                <a:latin typeface="Noto Sans CJK SC"/>
                <a:ea typeface="Noto Sans CJK SC"/>
                <a:cs typeface="Noto Sans CJK SC"/>
              </a:defRPr>
            </a:lvl6pPr>
            <a:lvl7pPr algn="l">
              <a:defRPr sz="1575" b="1">
                <a:solidFill>
                  <a:srgbClr val="247F70"/>
                </a:solidFill>
                <a:latin typeface="Noto Sans CJK SC"/>
                <a:ea typeface="Noto Sans CJK SC"/>
                <a:cs typeface="Noto Sans CJK SC"/>
              </a:defRPr>
            </a:lvl7pPr>
            <a:lvl8pPr algn="l">
              <a:defRPr sz="1575" b="1">
                <a:solidFill>
                  <a:srgbClr val="247F70"/>
                </a:solidFill>
                <a:latin typeface="Noto Sans CJK SC"/>
                <a:ea typeface="Noto Sans CJK SC"/>
                <a:cs typeface="Noto Sans CJK SC"/>
              </a:defRPr>
            </a:lvl8pPr>
            <a:lvl9pPr algn="l">
              <a:defRPr sz="1575" b="1">
                <a:solidFill>
                  <a:srgbClr val="247F70"/>
                </a:solidFill>
                <a:latin typeface="Noto Sans CJK SC"/>
                <a:ea typeface="Noto Sans CJK SC"/>
                <a:cs typeface="Noto Sans CJK SC"/>
              </a:defRPr>
            </a:lvl9pPr>
          </a:lstStyle>
          <a:p xmlns:a="http://schemas.openxmlformats.org/drawingml/2006/main">
            <a:pPr algn="l">
              <a:buNone/>
              <a:defRPr sz="1575" b="1">
                <a:solidFill>
                  <a:srgbClr val="247F70"/>
                </a:solidFill>
                <a:latin typeface="Noto Sans CJK SC"/>
                <a:ea typeface="Noto Sans CJK SC"/>
                <a:cs typeface="Noto Sans CJK SC"/>
              </a:defRPr>
            </a:pPr>
            <a:r>
              <a:rPr sz="1575" b="1">
                <a:solidFill>
                  <a:srgbClr val="247F70"/>
                </a:solidFill>
                <a:latin typeface="Noto Sans CJK SC"/>
                <a:ea typeface="Noto Sans CJK SC"/>
                <a:cs typeface="Noto Sans CJK SC"/>
              </a:rPr>
              <a:t>s</a:t>
            </a:r>
            <a:endParaRPr sz="1800" b="0">
              <a:solidFill>
                <a:srgbClr val="233440"/>
              </a:solidFill>
              <a:latin typeface="Arial"/>
              <a:ea typeface="Arial"/>
              <a:cs typeface="Arial"/>
            </a:endParaRPr>
          </a:p>
        </p:txBody>
      </p:sp>
      <p:sp>
        <p:nvSpPr>
          <p:cNvPr id="301" name="03_PREDICTIONS__filament0">
            <a:extLst xmlns:a="http://schemas.openxmlformats.org/drawingml/2006/main">
              <a:ext uri="{FF2B5EF4-FFF2-40B4-BE49-F238E27FC236}">
                <a16:creationId xmlns:a16="http://schemas.microsoft.com/office/drawing/2014/main" id="{6287B856-5E3F-4552-8B71-B4FC359D3C91}"/>
              </a:ext>
            </a:extLst>
          </p:cNvPr>
          <p:cNvSpPr>
            <a:spLocks xmlns:a="http://schemas.openxmlformats.org/drawingml/2006/main" noGrp="1"/>
          </p:cNvSpPr>
          <p:nvPr/>
        </p:nvSpPr>
        <p:spPr>
          <a:xfrm xmlns:a="http://schemas.openxmlformats.org/drawingml/2006/main" rot="0" flipH="0" flipV="0">
            <a:off x="7761351" y="2666619"/>
            <a:ext cx="76200" cy="76200"/>
          </a:xfrm>
          <a:prstGeom xmlns:a="http://schemas.openxmlformats.org/drawingml/2006/main" prst="ellipse">
            <a:avLst/>
          </a:prstGeom>
          <a:solidFill xmlns:a="http://schemas.openxmlformats.org/drawingml/2006/main">
            <a:srgbClr val="6DADA7"/>
          </a:solidFill>
          <a:ln xmlns:a="http://schemas.openxmlformats.org/drawingml/2006/main" w="10478">
            <a:solidFill>
              <a:srgbClr val="26847D"/>
            </a:solidFill>
          </a:ln>
        </p:spPr>
      </p:sp>
      <p:sp>
        <p:nvSpPr>
          <p:cNvPr id="302" name="03_PREDICTIONS__filament1">
            <a:extLst xmlns:a="http://schemas.openxmlformats.org/drawingml/2006/main">
              <a:ext uri="{FF2B5EF4-FFF2-40B4-BE49-F238E27FC236}">
                <a16:creationId xmlns:a16="http://schemas.microsoft.com/office/drawing/2014/main" id="{B5FE230C-65F6-4EF2-B5B6-DF0A6A569EDB}"/>
              </a:ext>
            </a:extLst>
          </p:cNvPr>
          <p:cNvSpPr>
            <a:spLocks xmlns:a="http://schemas.openxmlformats.org/drawingml/2006/main" noGrp="1"/>
          </p:cNvSpPr>
          <p:nvPr/>
        </p:nvSpPr>
        <p:spPr>
          <a:xfrm xmlns:a="http://schemas.openxmlformats.org/drawingml/2006/main" rot="0" flipH="0" flipV="0">
            <a:off x="7893939" y="2606421"/>
            <a:ext cx="91440" cy="91440"/>
          </a:xfrm>
          <a:prstGeom xmlns:a="http://schemas.openxmlformats.org/drawingml/2006/main" prst="ellipse">
            <a:avLst/>
          </a:prstGeom>
          <a:solidFill xmlns:a="http://schemas.openxmlformats.org/drawingml/2006/main">
            <a:srgbClr val="75B2AC"/>
          </a:solidFill>
          <a:ln xmlns:a="http://schemas.openxmlformats.org/drawingml/2006/main" w="10478">
            <a:solidFill>
              <a:srgbClr val="26847D"/>
            </a:solidFill>
          </a:ln>
        </p:spPr>
      </p:sp>
      <p:sp>
        <p:nvSpPr>
          <p:cNvPr id="303" name="03_PREDICTIONS__filament2">
            <a:extLst xmlns:a="http://schemas.openxmlformats.org/drawingml/2006/main">
              <a:ext uri="{FF2B5EF4-FFF2-40B4-BE49-F238E27FC236}">
                <a16:creationId xmlns:a16="http://schemas.microsoft.com/office/drawing/2014/main" id="{0F12E8E6-C096-4004-8CC6-AC458EC0011A}"/>
              </a:ext>
            </a:extLst>
          </p:cNvPr>
          <p:cNvSpPr>
            <a:spLocks xmlns:a="http://schemas.openxmlformats.org/drawingml/2006/main" noGrp="1"/>
          </p:cNvSpPr>
          <p:nvPr/>
        </p:nvSpPr>
        <p:spPr>
          <a:xfrm xmlns:a="http://schemas.openxmlformats.org/drawingml/2006/main" rot="0" flipH="0" flipV="0">
            <a:off x="8026527" y="2668905"/>
            <a:ext cx="106680" cy="106680"/>
          </a:xfrm>
          <a:prstGeom xmlns:a="http://schemas.openxmlformats.org/drawingml/2006/main" prst="ellipse">
            <a:avLst/>
          </a:prstGeom>
          <a:solidFill xmlns:a="http://schemas.openxmlformats.org/drawingml/2006/main">
            <a:srgbClr val="7DB7B1"/>
          </a:solidFill>
          <a:ln xmlns:a="http://schemas.openxmlformats.org/drawingml/2006/main" w="10478">
            <a:solidFill>
              <a:srgbClr val="26847D"/>
            </a:solidFill>
          </a:ln>
        </p:spPr>
      </p:sp>
      <p:sp>
        <p:nvSpPr>
          <p:cNvPr id="304" name="03_PREDICTIONS__filament3">
            <a:extLst xmlns:a="http://schemas.openxmlformats.org/drawingml/2006/main">
              <a:ext uri="{FF2B5EF4-FFF2-40B4-BE49-F238E27FC236}">
                <a16:creationId xmlns:a16="http://schemas.microsoft.com/office/drawing/2014/main" id="{CE0A0747-F408-4FFC-B9EF-C88B107A515A}"/>
              </a:ext>
            </a:extLst>
          </p:cNvPr>
          <p:cNvSpPr>
            <a:spLocks xmlns:a="http://schemas.openxmlformats.org/drawingml/2006/main" noGrp="1"/>
          </p:cNvSpPr>
          <p:nvPr/>
        </p:nvSpPr>
        <p:spPr>
          <a:xfrm xmlns:a="http://schemas.openxmlformats.org/drawingml/2006/main" rot="0" flipH="0" flipV="0">
            <a:off x="8194167" y="2643759"/>
            <a:ext cx="121920" cy="121920"/>
          </a:xfrm>
          <a:prstGeom xmlns:a="http://schemas.openxmlformats.org/drawingml/2006/main" prst="ellipse">
            <a:avLst/>
          </a:prstGeom>
          <a:solidFill xmlns:a="http://schemas.openxmlformats.org/drawingml/2006/main">
            <a:srgbClr val="85BBB5"/>
          </a:solidFill>
          <a:ln xmlns:a="http://schemas.openxmlformats.org/drawingml/2006/main" w="10478">
            <a:solidFill>
              <a:srgbClr val="26847D"/>
            </a:solidFill>
          </a:ln>
        </p:spPr>
      </p:sp>
      <p:sp>
        <p:nvSpPr>
          <p:cNvPr id="305" name="03_PREDICTIONS__filament4">
            <a:extLst xmlns:a="http://schemas.openxmlformats.org/drawingml/2006/main">
              <a:ext uri="{FF2B5EF4-FFF2-40B4-BE49-F238E27FC236}">
                <a16:creationId xmlns:a16="http://schemas.microsoft.com/office/drawing/2014/main" id="{FE555E2F-E83B-444B-BF9F-1F9E46089A7A}"/>
              </a:ext>
            </a:extLst>
          </p:cNvPr>
          <p:cNvSpPr>
            <a:spLocks xmlns:a="http://schemas.openxmlformats.org/drawingml/2006/main" noGrp="1"/>
          </p:cNvSpPr>
          <p:nvPr/>
        </p:nvSpPr>
        <p:spPr>
          <a:xfrm xmlns:a="http://schemas.openxmlformats.org/drawingml/2006/main" rot="0" flipH="0" flipV="0">
            <a:off x="8369427" y="2573655"/>
            <a:ext cx="121920" cy="121920"/>
          </a:xfrm>
          <a:prstGeom xmlns:a="http://schemas.openxmlformats.org/drawingml/2006/main" prst="ellipse">
            <a:avLst/>
          </a:prstGeom>
          <a:solidFill xmlns:a="http://schemas.openxmlformats.org/drawingml/2006/main">
            <a:srgbClr val="8EC0BA"/>
          </a:solidFill>
          <a:ln xmlns:a="http://schemas.openxmlformats.org/drawingml/2006/main" w="10478">
            <a:solidFill>
              <a:srgbClr val="26847D"/>
            </a:solidFill>
          </a:ln>
        </p:spPr>
      </p:sp>
      <p:sp>
        <p:nvSpPr>
          <p:cNvPr id="306" name="03_PREDICTIONS__filament5">
            <a:extLst xmlns:a="http://schemas.openxmlformats.org/drawingml/2006/main">
              <a:ext uri="{FF2B5EF4-FFF2-40B4-BE49-F238E27FC236}">
                <a16:creationId xmlns:a16="http://schemas.microsoft.com/office/drawing/2014/main" id="{8BEAD555-242A-49B3-9B8C-43B53C4DAD92}"/>
              </a:ext>
            </a:extLst>
          </p:cNvPr>
          <p:cNvSpPr>
            <a:spLocks xmlns:a="http://schemas.openxmlformats.org/drawingml/2006/main" noGrp="1"/>
          </p:cNvSpPr>
          <p:nvPr/>
        </p:nvSpPr>
        <p:spPr>
          <a:xfrm xmlns:a="http://schemas.openxmlformats.org/drawingml/2006/main" rot="0" flipH="0" flipV="0">
            <a:off x="8537067" y="2495931"/>
            <a:ext cx="137160" cy="137160"/>
          </a:xfrm>
          <a:prstGeom xmlns:a="http://schemas.openxmlformats.org/drawingml/2006/main" prst="ellipse">
            <a:avLst/>
          </a:prstGeom>
          <a:solidFill xmlns:a="http://schemas.openxmlformats.org/drawingml/2006/main">
            <a:srgbClr val="96C5BF"/>
          </a:solidFill>
          <a:ln xmlns:a="http://schemas.openxmlformats.org/drawingml/2006/main" w="10478">
            <a:solidFill>
              <a:srgbClr val="26847D"/>
            </a:solidFill>
          </a:ln>
        </p:spPr>
      </p:sp>
      <p:sp>
        <p:nvSpPr>
          <p:cNvPr id="307" name="03_PREDICTIONS__filament6">
            <a:extLst xmlns:a="http://schemas.openxmlformats.org/drawingml/2006/main">
              <a:ext uri="{FF2B5EF4-FFF2-40B4-BE49-F238E27FC236}">
                <a16:creationId xmlns:a16="http://schemas.microsoft.com/office/drawing/2014/main" id="{AED8ACB5-51A4-4BB6-A643-2FC625AAA8C1}"/>
              </a:ext>
            </a:extLst>
          </p:cNvPr>
          <p:cNvSpPr>
            <a:spLocks xmlns:a="http://schemas.openxmlformats.org/drawingml/2006/main" noGrp="1"/>
          </p:cNvSpPr>
          <p:nvPr/>
        </p:nvSpPr>
        <p:spPr>
          <a:xfrm xmlns:a="http://schemas.openxmlformats.org/drawingml/2006/main" rot="0" flipH="0" flipV="0">
            <a:off x="8669655" y="2610993"/>
            <a:ext cx="152400" cy="152400"/>
          </a:xfrm>
          <a:prstGeom xmlns:a="http://schemas.openxmlformats.org/drawingml/2006/main" prst="ellipse">
            <a:avLst/>
          </a:prstGeom>
          <a:solidFill xmlns:a="http://schemas.openxmlformats.org/drawingml/2006/main">
            <a:srgbClr val="9ECAC4"/>
          </a:solidFill>
          <a:ln xmlns:a="http://schemas.openxmlformats.org/drawingml/2006/main" w="10478">
            <a:solidFill>
              <a:srgbClr val="26847D"/>
            </a:solidFill>
          </a:ln>
        </p:spPr>
      </p:sp>
      <p:sp>
        <p:nvSpPr>
          <p:cNvPr id="308" name="03_PREDICTIONS__filament7">
            <a:extLst xmlns:a="http://schemas.openxmlformats.org/drawingml/2006/main">
              <a:ext uri="{FF2B5EF4-FFF2-40B4-BE49-F238E27FC236}">
                <a16:creationId xmlns:a16="http://schemas.microsoft.com/office/drawing/2014/main" id="{2BE00007-DCF8-42A3-977B-778168EA1A0F}"/>
              </a:ext>
            </a:extLst>
          </p:cNvPr>
          <p:cNvSpPr>
            <a:spLocks xmlns:a="http://schemas.openxmlformats.org/drawingml/2006/main" noGrp="1"/>
          </p:cNvSpPr>
          <p:nvPr/>
        </p:nvSpPr>
        <p:spPr>
          <a:xfrm xmlns:a="http://schemas.openxmlformats.org/drawingml/2006/main" rot="0" flipH="0" flipV="0">
            <a:off x="8774811" y="2400681"/>
            <a:ext cx="152400" cy="152400"/>
          </a:xfrm>
          <a:prstGeom xmlns:a="http://schemas.openxmlformats.org/drawingml/2006/main" prst="ellipse">
            <a:avLst/>
          </a:prstGeom>
          <a:solidFill xmlns:a="http://schemas.openxmlformats.org/drawingml/2006/main">
            <a:srgbClr val="A7CFC9"/>
          </a:solidFill>
          <a:ln xmlns:a="http://schemas.openxmlformats.org/drawingml/2006/main" w="10478">
            <a:solidFill>
              <a:srgbClr val="26847D"/>
            </a:solidFill>
          </a:ln>
        </p:spPr>
      </p:sp>
      <p:sp>
        <p:nvSpPr>
          <p:cNvPr id="309" name="03_PREDICTIONS__filament8">
            <a:extLst xmlns:a="http://schemas.openxmlformats.org/drawingml/2006/main">
              <a:ext uri="{FF2B5EF4-FFF2-40B4-BE49-F238E27FC236}">
                <a16:creationId xmlns:a16="http://schemas.microsoft.com/office/drawing/2014/main" id="{7FCE6CB7-EFA6-44F5-8470-AEACE07EB507}"/>
              </a:ext>
            </a:extLst>
          </p:cNvPr>
          <p:cNvSpPr>
            <a:spLocks xmlns:a="http://schemas.openxmlformats.org/drawingml/2006/main" noGrp="1"/>
          </p:cNvSpPr>
          <p:nvPr/>
        </p:nvSpPr>
        <p:spPr>
          <a:xfrm xmlns:a="http://schemas.openxmlformats.org/drawingml/2006/main" rot="0" flipH="0" flipV="0">
            <a:off x="8854821" y="2726055"/>
            <a:ext cx="167640" cy="167640"/>
          </a:xfrm>
          <a:prstGeom xmlns:a="http://schemas.openxmlformats.org/drawingml/2006/main" prst="ellipse">
            <a:avLst/>
          </a:prstGeom>
          <a:solidFill xmlns:a="http://schemas.openxmlformats.org/drawingml/2006/main">
            <a:srgbClr val="AFD3CE"/>
          </a:solidFill>
          <a:ln xmlns:a="http://schemas.openxmlformats.org/drawingml/2006/main" w="10478">
            <a:solidFill>
              <a:srgbClr val="26847D"/>
            </a:solidFill>
          </a:ln>
        </p:spPr>
      </p:sp>
      <p:sp>
        <p:nvSpPr>
          <p:cNvPr id="310" name="03_PREDICTIONS__transport_upstream">
            <a:extLst xmlns:a="http://schemas.openxmlformats.org/drawingml/2006/main">
              <a:ext uri="{FF2B5EF4-FFF2-40B4-BE49-F238E27FC236}">
                <a16:creationId xmlns:a16="http://schemas.microsoft.com/office/drawing/2014/main" id="{A9746A4F-6179-4245-80D5-A55AE25C0864}"/>
              </a:ext>
            </a:extLst>
          </p:cNvPr>
          <p:cNvSpPr>
            <a:spLocks xmlns:a="http://schemas.openxmlformats.org/drawingml/2006/main" noGrp="1"/>
          </p:cNvSpPr>
          <p:nvPr/>
        </p:nvSpPr>
        <p:spPr>
          <a:xfrm xmlns:a="http://schemas.openxmlformats.org/drawingml/2006/main" rot="0" flipH="0" flipV="0">
            <a:off x="7667625" y="2421255"/>
            <a:ext cx="259080" cy="1524"/>
          </a:xfrm>
          <a:custGeom xmlns:a="http://schemas.openxmlformats.org/drawingml/2006/main">
            <a:rect l="0" t="0" r="0" b="0"/>
            <a:pathLst>
              <a:path w="323850" h="1905">
                <a:moveTo>
                  <a:pt x="0" y="0"/>
                </a:moveTo>
                <a:lnTo>
                  <a:pt x="323850" y="0"/>
                </a:lnTo>
              </a:path>
            </a:pathLst>
          </a:custGeom>
          <a:noFill xmlns:a="http://schemas.openxmlformats.org/drawingml/2006/main"/>
          <a:ln xmlns:a="http://schemas.openxmlformats.org/drawingml/2006/main" w="19050">
            <a:solidFill>
              <a:srgbClr val="26847D"/>
            </a:solidFill>
            <a:prstDash val="solid"/>
          </a:ln>
        </p:spPr>
      </p:sp>
      <p:sp>
        <p:nvSpPr>
          <p:cNvPr id="311" name="03_PREDICTIONS__transport_upstream_head">
            <a:extLst xmlns:a="http://schemas.openxmlformats.org/drawingml/2006/main">
              <a:ext uri="{FF2B5EF4-FFF2-40B4-BE49-F238E27FC236}">
                <a16:creationId xmlns:a16="http://schemas.microsoft.com/office/drawing/2014/main" id="{90F68F73-FF01-4EC9-A835-8FBEB41CB84A}"/>
              </a:ext>
            </a:extLst>
          </p:cNvPr>
          <p:cNvSpPr>
            <a:spLocks xmlns:a="http://schemas.openxmlformats.org/drawingml/2006/main" noGrp="1"/>
          </p:cNvSpPr>
          <p:nvPr/>
        </p:nvSpPr>
        <p:spPr>
          <a:xfrm xmlns:a="http://schemas.openxmlformats.org/drawingml/2006/main" rot="0" flipH="0" flipV="0">
            <a:off x="7886151" y="2400142"/>
            <a:ext cx="40554" cy="42225"/>
          </a:xfrm>
          <a:custGeom xmlns:a="http://schemas.openxmlformats.org/drawingml/2006/main">
            <a:rect l="0" t="0" r="0" b="0"/>
            <a:pathLst>
              <a:path w="50692" h="52781">
                <a:moveTo>
                  <a:pt x="0" y="52781"/>
                </a:moveTo>
                <a:lnTo>
                  <a:pt x="50692" y="26391"/>
                </a:lnTo>
                <a:lnTo>
                  <a:pt x="0" y="0"/>
                </a:lnTo>
              </a:path>
            </a:pathLst>
          </a:custGeom>
          <a:noFill xmlns:a="http://schemas.openxmlformats.org/drawingml/2006/main"/>
          <a:ln xmlns:a="http://schemas.openxmlformats.org/drawingml/2006/main" w="19050">
            <a:solidFill>
              <a:srgbClr val="26847D"/>
            </a:solidFill>
            <a:prstDash val="solid"/>
          </a:ln>
        </p:spPr>
      </p:sp>
      <p:sp>
        <p:nvSpPr>
          <p:cNvPr id="312" name="03_PREDICTIONS__transport_downstream">
            <a:extLst xmlns:a="http://schemas.openxmlformats.org/drawingml/2006/main">
              <a:ext uri="{FF2B5EF4-FFF2-40B4-BE49-F238E27FC236}">
                <a16:creationId xmlns:a16="http://schemas.microsoft.com/office/drawing/2014/main" id="{FC377D7F-BDA8-402A-B0AF-59CD6563D13C}"/>
              </a:ext>
            </a:extLst>
          </p:cNvPr>
          <p:cNvSpPr>
            <a:spLocks xmlns:a="http://schemas.openxmlformats.org/drawingml/2006/main" noGrp="1"/>
          </p:cNvSpPr>
          <p:nvPr/>
        </p:nvSpPr>
        <p:spPr>
          <a:xfrm xmlns:a="http://schemas.openxmlformats.org/drawingml/2006/main" rot="0" flipH="0" flipV="0">
            <a:off x="8566785" y="2390775"/>
            <a:ext cx="297180" cy="1524"/>
          </a:xfrm>
          <a:custGeom xmlns:a="http://schemas.openxmlformats.org/drawingml/2006/main">
            <a:rect l="0" t="0" r="0" b="0"/>
            <a:pathLst>
              <a:path w="371475" h="1905">
                <a:moveTo>
                  <a:pt x="0" y="0"/>
                </a:moveTo>
                <a:lnTo>
                  <a:pt x="371475" y="0"/>
                </a:lnTo>
              </a:path>
            </a:pathLst>
          </a:custGeom>
          <a:noFill xmlns:a="http://schemas.openxmlformats.org/drawingml/2006/main"/>
          <a:ln xmlns:a="http://schemas.openxmlformats.org/drawingml/2006/main" w="19050">
            <a:solidFill>
              <a:srgbClr val="26847D"/>
            </a:solidFill>
            <a:prstDash val="solid"/>
          </a:ln>
        </p:spPr>
      </p:sp>
      <p:sp>
        <p:nvSpPr>
          <p:cNvPr id="313" name="03_PREDICTIONS__transport_downstream_head">
            <a:extLst xmlns:a="http://schemas.openxmlformats.org/drawingml/2006/main">
              <a:ext uri="{FF2B5EF4-FFF2-40B4-BE49-F238E27FC236}">
                <a16:creationId xmlns:a16="http://schemas.microsoft.com/office/drawing/2014/main" id="{80BF5D26-E4A6-4C40-9F98-41F63EEB2CE1}"/>
              </a:ext>
            </a:extLst>
          </p:cNvPr>
          <p:cNvSpPr>
            <a:spLocks xmlns:a="http://schemas.openxmlformats.org/drawingml/2006/main" noGrp="1"/>
          </p:cNvSpPr>
          <p:nvPr/>
        </p:nvSpPr>
        <p:spPr>
          <a:xfrm xmlns:a="http://schemas.openxmlformats.org/drawingml/2006/main" rot="0" flipH="0" flipV="0">
            <a:off x="8823411" y="2369662"/>
            <a:ext cx="40554" cy="42225"/>
          </a:xfrm>
          <a:custGeom xmlns:a="http://schemas.openxmlformats.org/drawingml/2006/main">
            <a:rect l="0" t="0" r="0" b="0"/>
            <a:pathLst>
              <a:path w="50692" h="52781">
                <a:moveTo>
                  <a:pt x="0" y="52781"/>
                </a:moveTo>
                <a:lnTo>
                  <a:pt x="50692" y="26391"/>
                </a:lnTo>
                <a:lnTo>
                  <a:pt x="0" y="0"/>
                </a:lnTo>
              </a:path>
            </a:pathLst>
          </a:custGeom>
          <a:noFill xmlns:a="http://schemas.openxmlformats.org/drawingml/2006/main"/>
          <a:ln xmlns:a="http://schemas.openxmlformats.org/drawingml/2006/main" w="19050">
            <a:solidFill>
              <a:srgbClr val="26847D"/>
            </a:solidFill>
            <a:prstDash val="solid"/>
          </a:ln>
        </p:spPr>
      </p:sp>
      <p:sp>
        <p:nvSpPr>
          <p:cNvPr id="314" name="03_PREDICTIONS__stochastic">
            <a:extLst xmlns:a="http://schemas.openxmlformats.org/drawingml/2006/main">
              <a:ext uri="{FF2B5EF4-FFF2-40B4-BE49-F238E27FC236}">
                <a16:creationId xmlns:a16="http://schemas.microsoft.com/office/drawing/2014/main" id="{71FF5A64-A998-42A5-9F46-4CA7B509C538}"/>
              </a:ext>
            </a:extLst>
          </p:cNvPr>
          <p:cNvSpPr>
            <a:spLocks xmlns:a="http://schemas.openxmlformats.org/drawingml/2006/main" noGrp="1"/>
          </p:cNvSpPr>
          <p:nvPr/>
        </p:nvSpPr>
        <p:spPr>
          <a:xfrm xmlns:a="http://schemas.openxmlformats.org/drawingml/2006/main" rot="0" flipH="0" flipV="0">
            <a:off x="7301865" y="3442335"/>
            <a:ext cx="2171700" cy="259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575" b="0">
                <a:solidFill>
                  <a:srgbClr val="247F70"/>
                </a:solidFill>
                <a:latin typeface="Noto Sans CJK SC"/>
                <a:ea typeface="Noto Sans CJK SC"/>
                <a:cs typeface="Noto Sans CJK SC"/>
              </a:defRPr>
            </a:defPPr>
            <a:lvl1pPr algn="l">
              <a:defRPr sz="1575" b="0">
                <a:solidFill>
                  <a:srgbClr val="247F70"/>
                </a:solidFill>
                <a:latin typeface="Noto Sans CJK SC"/>
                <a:ea typeface="Noto Sans CJK SC"/>
                <a:cs typeface="Noto Sans CJK SC"/>
              </a:defRPr>
            </a:lvl1pPr>
            <a:lvl2pPr algn="l">
              <a:defRPr sz="1575" b="0">
                <a:solidFill>
                  <a:srgbClr val="247F70"/>
                </a:solidFill>
                <a:latin typeface="Noto Sans CJK SC"/>
                <a:ea typeface="Noto Sans CJK SC"/>
                <a:cs typeface="Noto Sans CJK SC"/>
              </a:defRPr>
            </a:lvl2pPr>
            <a:lvl3pPr algn="l">
              <a:defRPr sz="1575" b="0">
                <a:solidFill>
                  <a:srgbClr val="247F70"/>
                </a:solidFill>
                <a:latin typeface="Noto Sans CJK SC"/>
                <a:ea typeface="Noto Sans CJK SC"/>
                <a:cs typeface="Noto Sans CJK SC"/>
              </a:defRPr>
            </a:lvl3pPr>
            <a:lvl4pPr algn="l">
              <a:defRPr sz="1575" b="0">
                <a:solidFill>
                  <a:srgbClr val="247F70"/>
                </a:solidFill>
                <a:latin typeface="Noto Sans CJK SC"/>
                <a:ea typeface="Noto Sans CJK SC"/>
                <a:cs typeface="Noto Sans CJK SC"/>
              </a:defRPr>
            </a:lvl4pPr>
            <a:lvl5pPr algn="l">
              <a:defRPr sz="1575" b="0">
                <a:solidFill>
                  <a:srgbClr val="247F70"/>
                </a:solidFill>
                <a:latin typeface="Noto Sans CJK SC"/>
                <a:ea typeface="Noto Sans CJK SC"/>
                <a:cs typeface="Noto Sans CJK SC"/>
              </a:defRPr>
            </a:lvl5pPr>
            <a:lvl6pPr algn="l">
              <a:defRPr sz="1575" b="0">
                <a:solidFill>
                  <a:srgbClr val="247F70"/>
                </a:solidFill>
                <a:latin typeface="Noto Sans CJK SC"/>
                <a:ea typeface="Noto Sans CJK SC"/>
                <a:cs typeface="Noto Sans CJK SC"/>
              </a:defRPr>
            </a:lvl6pPr>
            <a:lvl7pPr algn="l">
              <a:defRPr sz="1575" b="0">
                <a:solidFill>
                  <a:srgbClr val="247F70"/>
                </a:solidFill>
                <a:latin typeface="Noto Sans CJK SC"/>
                <a:ea typeface="Noto Sans CJK SC"/>
                <a:cs typeface="Noto Sans CJK SC"/>
              </a:defRPr>
            </a:lvl7pPr>
            <a:lvl8pPr algn="l">
              <a:defRPr sz="1575" b="0">
                <a:solidFill>
                  <a:srgbClr val="247F70"/>
                </a:solidFill>
                <a:latin typeface="Noto Sans CJK SC"/>
                <a:ea typeface="Noto Sans CJK SC"/>
                <a:cs typeface="Noto Sans CJK SC"/>
              </a:defRPr>
            </a:lvl8pPr>
            <a:lvl9pPr algn="l">
              <a:defRPr sz="1575" b="0">
                <a:solidFill>
                  <a:srgbClr val="247F70"/>
                </a:solidFill>
                <a:latin typeface="Noto Sans CJK SC"/>
                <a:ea typeface="Noto Sans CJK SC"/>
                <a:cs typeface="Noto Sans CJK SC"/>
              </a:defRPr>
            </a:lvl9pPr>
          </a:lstStyle>
          <a:p xmlns:a="http://schemas.openxmlformats.org/drawingml/2006/main">
            <a:pPr algn="l">
              <a:buNone/>
              <a:defRPr sz="1575" b="0">
                <a:solidFill>
                  <a:srgbClr val="247F70"/>
                </a:solidFill>
                <a:latin typeface="Noto Sans CJK SC"/>
                <a:ea typeface="Noto Sans CJK SC"/>
                <a:cs typeface="Noto Sans CJK SC"/>
              </a:defRPr>
            </a:pPr>
            <a:r>
              <a:rPr sz="1575" b="0">
                <a:solidFill>
                  <a:srgbClr val="247F70"/>
                </a:solidFill>
                <a:latin typeface="Noto Sans CJK SC"/>
                <a:ea typeface="Noto Sans CJK SC"/>
                <a:cs typeface="Noto Sans CJK SC"/>
              </a:rPr>
              <a:t>格点占据频率</a:t>
            </a:r>
            <a:endParaRPr sz="1950" b="0">
              <a:solidFill>
                <a:srgbClr val="26847D"/>
              </a:solidFill>
              <a:latin typeface="Arial"/>
              <a:ea typeface="Arial"/>
              <a:cs typeface="Arial"/>
            </a:endParaRPr>
          </a:p>
        </p:txBody>
      </p:sp>
      <p:sp>
        <p:nvSpPr>
          <p:cNvPr id="315" name="08_ROUTES__wind_to_filaments_port0">
            <a:extLst xmlns:a="http://schemas.openxmlformats.org/drawingml/2006/main">
              <a:ext uri="{FF2B5EF4-FFF2-40B4-BE49-F238E27FC236}">
                <a16:creationId xmlns:a16="http://schemas.microsoft.com/office/drawing/2014/main" id="{2019F66A-BCD4-4B99-A25F-893488870FF8}"/>
              </a:ext>
            </a:extLst>
          </p:cNvPr>
          <p:cNvSpPr>
            <a:spLocks xmlns:a="http://schemas.openxmlformats.org/drawingml/2006/main" noGrp="1"/>
          </p:cNvSpPr>
          <p:nvPr/>
        </p:nvSpPr>
        <p:spPr>
          <a:xfrm xmlns:a="http://schemas.openxmlformats.org/drawingml/2006/main" rot="0" flipH="0" flipV="0">
            <a:off x="7049643" y="2702433"/>
            <a:ext cx="1524" cy="1524"/>
          </a:xfrm>
          <a:prstGeom xmlns:a="http://schemas.openxmlformats.org/drawingml/2006/main" prst="rect">
            <a:avLst/>
          </a:prstGeom>
          <a:noFill xmlns:a="http://schemas.openxmlformats.org/drawingml/2006/main"/>
          <a:ln xmlns:a="http://schemas.openxmlformats.org/drawingml/2006/main" w="0">
            <a:noFill/>
          </a:ln>
        </p:spPr>
      </p:sp>
      <p:sp>
        <p:nvSpPr>
          <p:cNvPr id="316" name="08_ROUTES__wind_to_filaments_port1">
            <a:extLst xmlns:a="http://schemas.openxmlformats.org/drawingml/2006/main">
              <a:ext uri="{FF2B5EF4-FFF2-40B4-BE49-F238E27FC236}">
                <a16:creationId xmlns:a16="http://schemas.microsoft.com/office/drawing/2014/main" id="{8CCA2F44-56B5-4E8B-8B47-7E26B5B61CB0}"/>
              </a:ext>
            </a:extLst>
          </p:cNvPr>
          <p:cNvSpPr>
            <a:spLocks xmlns:a="http://schemas.openxmlformats.org/drawingml/2006/main" noGrp="1"/>
          </p:cNvSpPr>
          <p:nvPr/>
        </p:nvSpPr>
        <p:spPr>
          <a:xfrm xmlns:a="http://schemas.openxmlformats.org/drawingml/2006/main" rot="0" flipH="0" flipV="0">
            <a:off x="7354443" y="2702433"/>
            <a:ext cx="1524" cy="1524"/>
          </a:xfrm>
          <a:prstGeom xmlns:a="http://schemas.openxmlformats.org/drawingml/2006/main" prst="rect">
            <a:avLst/>
          </a:prstGeom>
          <a:noFill xmlns:a="http://schemas.openxmlformats.org/drawingml/2006/main"/>
          <a:ln xmlns:a="http://schemas.openxmlformats.org/drawingml/2006/main" w="0">
            <a:noFill/>
          </a:ln>
        </p:spPr>
      </p:sp>
      <p:cxnSp>
        <p:nvCxnSpPr>
          <p:cNvPr id="1037" name="08_ROUTES__wind_to_filaments_segment0">
            <a:extLst xmlns:a="http://schemas.openxmlformats.org/drawingml/2006/main">
              <a:ext uri="{FF2B5EF4-FFF2-40B4-BE49-F238E27FC236}">
                <a16:creationId xmlns:a16="http://schemas.microsoft.com/office/drawing/2014/main" id="{4CFFF880-4CEC-44D0-A3A2-FD092662713D}"/>
              </a:ext>
            </a:extLst>
          </p:cNvPr>
          <p:cNvCxnSpPr>
            <a:stCxn xmlns:a="http://schemas.openxmlformats.org/drawingml/2006/main" id="315" idx="3"/>
            <a:endCxn xmlns:a="http://schemas.openxmlformats.org/drawingml/2006/main" id="316" idx="1"/>
          </p:cNvCxnSpPr>
          <p:nvPr/>
        </p:nvCxnSpPr>
        <p:spPr>
          <a:xfrm xmlns:a="http://schemas.openxmlformats.org/drawingml/2006/main" rot="0" flipH="0" flipV="0">
            <a:off x="7051167" y="2703196"/>
            <a:ext cx="303276" cy="0"/>
          </a:xfrm>
          <a:prstGeom xmlns:a="http://schemas.openxmlformats.org/drawingml/2006/main" prst="straightConnector1">
            <a:avLst/>
          </a:prstGeom>
          <a:ln xmlns:a="http://schemas.openxmlformats.org/drawingml/2006/main" w="22860">
            <a:solidFill>
              <a:srgbClr val="26847D"/>
            </a:solidFill>
            <a:headEnd type="none"/>
            <a:tailEnd type="triangle" w="med" len="med"/>
          </a:ln>
        </p:spPr>
      </p:cxnSp>
      <p:sp>
        <p:nvSpPr>
          <p:cNvPr id="318" name="03_PREDICTIONS__predicted_title">
            <a:extLst xmlns:a="http://schemas.openxmlformats.org/drawingml/2006/main">
              <a:ext uri="{FF2B5EF4-FFF2-40B4-BE49-F238E27FC236}">
                <a16:creationId xmlns:a16="http://schemas.microsoft.com/office/drawing/2014/main" id="{C6212D8C-711D-4D91-A225-0CDCD67D8936}"/>
              </a:ext>
            </a:extLst>
          </p:cNvPr>
          <p:cNvSpPr>
            <a:spLocks xmlns:a="http://schemas.openxmlformats.org/drawingml/2006/main" noGrp="1"/>
          </p:cNvSpPr>
          <p:nvPr/>
        </p:nvSpPr>
        <p:spPr>
          <a:xfrm xmlns:a="http://schemas.openxmlformats.org/drawingml/2006/main" rot="0" flipH="0" flipV="0">
            <a:off x="9580245" y="1735455"/>
            <a:ext cx="2125980" cy="2514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575" b="1">
                <a:solidFill>
                  <a:srgbClr val="247F70"/>
                </a:solidFill>
                <a:latin typeface="Noto Sans CJK SC"/>
                <a:ea typeface="Noto Sans CJK SC"/>
                <a:cs typeface="Noto Sans CJK SC"/>
              </a:defRPr>
            </a:defPPr>
            <a:lvl1pPr algn="l">
              <a:defRPr sz="1575" b="1">
                <a:solidFill>
                  <a:srgbClr val="247F70"/>
                </a:solidFill>
                <a:latin typeface="Noto Sans CJK SC"/>
                <a:ea typeface="Noto Sans CJK SC"/>
                <a:cs typeface="Noto Sans CJK SC"/>
              </a:defRPr>
            </a:lvl1pPr>
            <a:lvl2pPr algn="l">
              <a:defRPr sz="1575" b="1">
                <a:solidFill>
                  <a:srgbClr val="247F70"/>
                </a:solidFill>
                <a:latin typeface="Noto Sans CJK SC"/>
                <a:ea typeface="Noto Sans CJK SC"/>
                <a:cs typeface="Noto Sans CJK SC"/>
              </a:defRPr>
            </a:lvl2pPr>
            <a:lvl3pPr algn="l">
              <a:defRPr sz="1575" b="1">
                <a:solidFill>
                  <a:srgbClr val="247F70"/>
                </a:solidFill>
                <a:latin typeface="Noto Sans CJK SC"/>
                <a:ea typeface="Noto Sans CJK SC"/>
                <a:cs typeface="Noto Sans CJK SC"/>
              </a:defRPr>
            </a:lvl3pPr>
            <a:lvl4pPr algn="l">
              <a:defRPr sz="1575" b="1">
                <a:solidFill>
                  <a:srgbClr val="247F70"/>
                </a:solidFill>
                <a:latin typeface="Noto Sans CJK SC"/>
                <a:ea typeface="Noto Sans CJK SC"/>
                <a:cs typeface="Noto Sans CJK SC"/>
              </a:defRPr>
            </a:lvl4pPr>
            <a:lvl5pPr algn="l">
              <a:defRPr sz="1575" b="1">
                <a:solidFill>
                  <a:srgbClr val="247F70"/>
                </a:solidFill>
                <a:latin typeface="Noto Sans CJK SC"/>
                <a:ea typeface="Noto Sans CJK SC"/>
                <a:cs typeface="Noto Sans CJK SC"/>
              </a:defRPr>
            </a:lvl5pPr>
            <a:lvl6pPr algn="l">
              <a:defRPr sz="1575" b="1">
                <a:solidFill>
                  <a:srgbClr val="247F70"/>
                </a:solidFill>
                <a:latin typeface="Noto Sans CJK SC"/>
                <a:ea typeface="Noto Sans CJK SC"/>
                <a:cs typeface="Noto Sans CJK SC"/>
              </a:defRPr>
            </a:lvl6pPr>
            <a:lvl7pPr algn="l">
              <a:defRPr sz="1575" b="1">
                <a:solidFill>
                  <a:srgbClr val="247F70"/>
                </a:solidFill>
                <a:latin typeface="Noto Sans CJK SC"/>
                <a:ea typeface="Noto Sans CJK SC"/>
                <a:cs typeface="Noto Sans CJK SC"/>
              </a:defRPr>
            </a:lvl7pPr>
            <a:lvl8pPr algn="l">
              <a:defRPr sz="1575" b="1">
                <a:solidFill>
                  <a:srgbClr val="247F70"/>
                </a:solidFill>
                <a:latin typeface="Noto Sans CJK SC"/>
                <a:ea typeface="Noto Sans CJK SC"/>
                <a:cs typeface="Noto Sans CJK SC"/>
              </a:defRPr>
            </a:lvl8pPr>
            <a:lvl9pPr algn="l">
              <a:defRPr sz="1575" b="1">
                <a:solidFill>
                  <a:srgbClr val="247F70"/>
                </a:solidFill>
                <a:latin typeface="Noto Sans CJK SC"/>
                <a:ea typeface="Noto Sans CJK SC"/>
                <a:cs typeface="Noto Sans CJK SC"/>
              </a:defRPr>
            </a:lvl9pPr>
          </a:lstStyle>
          <a:p xmlns:a="http://schemas.openxmlformats.org/drawingml/2006/main">
            <a:pPr algn="l">
              <a:buNone/>
              <a:defRPr sz="1575" b="1">
                <a:solidFill>
                  <a:srgbClr val="247F70"/>
                </a:solidFill>
                <a:latin typeface="Noto Sans CJK SC"/>
                <a:ea typeface="Noto Sans CJK SC"/>
                <a:cs typeface="Noto Sans CJK SC"/>
              </a:defRPr>
            </a:pPr>
            <a:r>
              <a:rPr sz="1575" b="1">
                <a:solidFill>
                  <a:srgbClr val="247F70"/>
                </a:solidFill>
                <a:latin typeface="Noto Sans CJK SC"/>
                <a:ea typeface="Noto Sans CJK SC"/>
                <a:cs typeface="Noto Sans CJK SC"/>
              </a:rPr>
              <a:t>预测命中图</a:t>
            </a:r>
            <a:endParaRPr sz="1875" b="1">
              <a:solidFill>
                <a:srgbClr val="26847D"/>
              </a:solidFill>
              <a:latin typeface="Arial"/>
              <a:ea typeface="Arial"/>
              <a:cs typeface="Arial"/>
            </a:endParaRPr>
          </a:p>
        </p:txBody>
      </p:sp>
      <p:sp>
        <p:nvSpPr>
          <p:cNvPr id="319" name="03_PREDICTIONS__pred1_r0c0">
            <a:extLst xmlns:a="http://schemas.openxmlformats.org/drawingml/2006/main">
              <a:ext uri="{FF2B5EF4-FFF2-40B4-BE49-F238E27FC236}">
                <a16:creationId xmlns:a16="http://schemas.microsoft.com/office/drawing/2014/main" id="{F42C675C-DDC9-4A56-ABAF-962611434A19}"/>
              </a:ext>
            </a:extLst>
          </p:cNvPr>
          <p:cNvSpPr>
            <a:spLocks xmlns:a="http://schemas.openxmlformats.org/drawingml/2006/main" noGrp="1"/>
          </p:cNvSpPr>
          <p:nvPr/>
        </p:nvSpPr>
        <p:spPr>
          <a:xfrm xmlns:a="http://schemas.openxmlformats.org/drawingml/2006/main" rot="0" flipH="0" flipV="0">
            <a:off x="9801225" y="2078355"/>
            <a:ext cx="121920" cy="121920"/>
          </a:xfrm>
          <a:prstGeom xmlns:a="http://schemas.openxmlformats.org/drawingml/2006/main" prst="rect">
            <a:avLst/>
          </a:prstGeom>
          <a:solidFill xmlns:a="http://schemas.openxmlformats.org/drawingml/2006/main">
            <a:srgbClr val="E7F0F0"/>
          </a:solidFill>
          <a:ln xmlns:a="http://schemas.openxmlformats.org/drawingml/2006/main" w="7620">
            <a:solidFill>
              <a:srgbClr val="FFFFFF"/>
            </a:solidFill>
          </a:ln>
        </p:spPr>
      </p:sp>
      <p:sp>
        <p:nvSpPr>
          <p:cNvPr id="320" name="03_PREDICTIONS__pred1_r0c1">
            <a:extLst xmlns:a="http://schemas.openxmlformats.org/drawingml/2006/main">
              <a:ext uri="{FF2B5EF4-FFF2-40B4-BE49-F238E27FC236}">
                <a16:creationId xmlns:a16="http://schemas.microsoft.com/office/drawing/2014/main" id="{A646D28F-66C8-49ED-8921-CF9FEB9EB940}"/>
              </a:ext>
            </a:extLst>
          </p:cNvPr>
          <p:cNvSpPr>
            <a:spLocks xmlns:a="http://schemas.openxmlformats.org/drawingml/2006/main" noGrp="1"/>
          </p:cNvSpPr>
          <p:nvPr/>
        </p:nvSpPr>
        <p:spPr>
          <a:xfrm xmlns:a="http://schemas.openxmlformats.org/drawingml/2006/main" rot="0" flipH="0" flipV="0">
            <a:off x="9923145" y="2078355"/>
            <a:ext cx="121920" cy="121920"/>
          </a:xfrm>
          <a:prstGeom xmlns:a="http://schemas.openxmlformats.org/drawingml/2006/main" prst="rect">
            <a:avLst/>
          </a:prstGeom>
          <a:solidFill xmlns:a="http://schemas.openxmlformats.org/drawingml/2006/main">
            <a:srgbClr val="E6F0EF"/>
          </a:solidFill>
          <a:ln xmlns:a="http://schemas.openxmlformats.org/drawingml/2006/main" w="7620">
            <a:solidFill>
              <a:srgbClr val="FFFFFF"/>
            </a:solidFill>
          </a:ln>
        </p:spPr>
      </p:sp>
      <p:sp>
        <p:nvSpPr>
          <p:cNvPr id="321" name="03_PREDICTIONS__pred1_r0c2">
            <a:extLst xmlns:a="http://schemas.openxmlformats.org/drawingml/2006/main">
              <a:ext uri="{FF2B5EF4-FFF2-40B4-BE49-F238E27FC236}">
                <a16:creationId xmlns:a16="http://schemas.microsoft.com/office/drawing/2014/main" id="{AB2F52F8-B881-4BD0-A248-3D7656418C52}"/>
              </a:ext>
            </a:extLst>
          </p:cNvPr>
          <p:cNvSpPr>
            <a:spLocks xmlns:a="http://schemas.openxmlformats.org/drawingml/2006/main" noGrp="1"/>
          </p:cNvSpPr>
          <p:nvPr/>
        </p:nvSpPr>
        <p:spPr>
          <a:xfrm xmlns:a="http://schemas.openxmlformats.org/drawingml/2006/main" rot="0" flipH="0" flipV="0">
            <a:off x="10045065" y="2078355"/>
            <a:ext cx="121920" cy="121920"/>
          </a:xfrm>
          <a:prstGeom xmlns:a="http://schemas.openxmlformats.org/drawingml/2006/main" prst="rect">
            <a:avLst/>
          </a:prstGeom>
          <a:solidFill xmlns:a="http://schemas.openxmlformats.org/drawingml/2006/main">
            <a:srgbClr val="E4EFEE"/>
          </a:solidFill>
          <a:ln xmlns:a="http://schemas.openxmlformats.org/drawingml/2006/main" w="7620">
            <a:solidFill>
              <a:srgbClr val="FFFFFF"/>
            </a:solidFill>
          </a:ln>
        </p:spPr>
      </p:sp>
      <p:sp>
        <p:nvSpPr>
          <p:cNvPr id="322" name="03_PREDICTIONS__pred1_r0c3">
            <a:extLst xmlns:a="http://schemas.openxmlformats.org/drawingml/2006/main">
              <a:ext uri="{FF2B5EF4-FFF2-40B4-BE49-F238E27FC236}">
                <a16:creationId xmlns:a16="http://schemas.microsoft.com/office/drawing/2014/main" id="{9E52A397-E1D1-471C-B1B6-C392227B8525}"/>
              </a:ext>
            </a:extLst>
          </p:cNvPr>
          <p:cNvSpPr>
            <a:spLocks xmlns:a="http://schemas.openxmlformats.org/drawingml/2006/main" noGrp="1"/>
          </p:cNvSpPr>
          <p:nvPr/>
        </p:nvSpPr>
        <p:spPr>
          <a:xfrm xmlns:a="http://schemas.openxmlformats.org/drawingml/2006/main" rot="0" flipH="0" flipV="0">
            <a:off x="10166985" y="2078355"/>
            <a:ext cx="121920" cy="121920"/>
          </a:xfrm>
          <a:prstGeom xmlns:a="http://schemas.openxmlformats.org/drawingml/2006/main" prst="rect">
            <a:avLst/>
          </a:prstGeom>
          <a:solidFill xmlns:a="http://schemas.openxmlformats.org/drawingml/2006/main">
            <a:srgbClr val="E1EDEC"/>
          </a:solidFill>
          <a:ln xmlns:a="http://schemas.openxmlformats.org/drawingml/2006/main" w="7620">
            <a:solidFill>
              <a:srgbClr val="FFFFFF"/>
            </a:solidFill>
          </a:ln>
        </p:spPr>
      </p:sp>
      <p:sp>
        <p:nvSpPr>
          <p:cNvPr id="323" name="03_PREDICTIONS__pred1_r0c4">
            <a:extLst xmlns:a="http://schemas.openxmlformats.org/drawingml/2006/main">
              <a:ext uri="{FF2B5EF4-FFF2-40B4-BE49-F238E27FC236}">
                <a16:creationId xmlns:a16="http://schemas.microsoft.com/office/drawing/2014/main" id="{288CF0F0-BC5F-48C2-AFCC-A0F854157799}"/>
              </a:ext>
            </a:extLst>
          </p:cNvPr>
          <p:cNvSpPr>
            <a:spLocks xmlns:a="http://schemas.openxmlformats.org/drawingml/2006/main" noGrp="1"/>
          </p:cNvSpPr>
          <p:nvPr/>
        </p:nvSpPr>
        <p:spPr>
          <a:xfrm xmlns:a="http://schemas.openxmlformats.org/drawingml/2006/main" rot="0" flipH="0" flipV="0">
            <a:off x="10288905" y="2078355"/>
            <a:ext cx="121920" cy="121920"/>
          </a:xfrm>
          <a:prstGeom xmlns:a="http://schemas.openxmlformats.org/drawingml/2006/main" prst="rect">
            <a:avLst/>
          </a:prstGeom>
          <a:solidFill xmlns:a="http://schemas.openxmlformats.org/drawingml/2006/main">
            <a:srgbClr val="606C73"/>
          </a:solidFill>
          <a:ln xmlns:a="http://schemas.openxmlformats.org/drawingml/2006/main" w="7620">
            <a:solidFill>
              <a:srgbClr val="FFFFFF"/>
            </a:solidFill>
          </a:ln>
        </p:spPr>
      </p:sp>
      <p:sp>
        <p:nvSpPr>
          <p:cNvPr id="324" name="03_PREDICTIONS__pred1_r0c5">
            <a:extLst xmlns:a="http://schemas.openxmlformats.org/drawingml/2006/main">
              <a:ext uri="{FF2B5EF4-FFF2-40B4-BE49-F238E27FC236}">
                <a16:creationId xmlns:a16="http://schemas.microsoft.com/office/drawing/2014/main" id="{E8CFA662-FCA6-447C-B63A-11EE64F2AD15}"/>
              </a:ext>
            </a:extLst>
          </p:cNvPr>
          <p:cNvSpPr>
            <a:spLocks xmlns:a="http://schemas.openxmlformats.org/drawingml/2006/main" noGrp="1"/>
          </p:cNvSpPr>
          <p:nvPr/>
        </p:nvSpPr>
        <p:spPr>
          <a:xfrm xmlns:a="http://schemas.openxmlformats.org/drawingml/2006/main" rot="0" flipH="0" flipV="0">
            <a:off x="10410825" y="2078355"/>
            <a:ext cx="121920" cy="121920"/>
          </a:xfrm>
          <a:prstGeom xmlns:a="http://schemas.openxmlformats.org/drawingml/2006/main" prst="rect">
            <a:avLst/>
          </a:prstGeom>
          <a:solidFill xmlns:a="http://schemas.openxmlformats.org/drawingml/2006/main">
            <a:srgbClr val="DBEAE9"/>
          </a:solidFill>
          <a:ln xmlns:a="http://schemas.openxmlformats.org/drawingml/2006/main" w="7620">
            <a:solidFill>
              <a:srgbClr val="FFFFFF"/>
            </a:solidFill>
          </a:ln>
        </p:spPr>
      </p:sp>
      <p:sp>
        <p:nvSpPr>
          <p:cNvPr id="325" name="03_PREDICTIONS__pred1_r0c6">
            <a:extLst xmlns:a="http://schemas.openxmlformats.org/drawingml/2006/main">
              <a:ext uri="{FF2B5EF4-FFF2-40B4-BE49-F238E27FC236}">
                <a16:creationId xmlns:a16="http://schemas.microsoft.com/office/drawing/2014/main" id="{8F873071-54BC-459B-A29B-86145F0F1B58}"/>
              </a:ext>
            </a:extLst>
          </p:cNvPr>
          <p:cNvSpPr>
            <a:spLocks xmlns:a="http://schemas.openxmlformats.org/drawingml/2006/main" noGrp="1"/>
          </p:cNvSpPr>
          <p:nvPr/>
        </p:nvSpPr>
        <p:spPr>
          <a:xfrm xmlns:a="http://schemas.openxmlformats.org/drawingml/2006/main" rot="0" flipH="0" flipV="0">
            <a:off x="10532745" y="2078355"/>
            <a:ext cx="121920" cy="121920"/>
          </a:xfrm>
          <a:prstGeom xmlns:a="http://schemas.openxmlformats.org/drawingml/2006/main" prst="rect">
            <a:avLst/>
          </a:prstGeom>
          <a:solidFill xmlns:a="http://schemas.openxmlformats.org/drawingml/2006/main">
            <a:srgbClr val="DBEAE9"/>
          </a:solidFill>
          <a:ln xmlns:a="http://schemas.openxmlformats.org/drawingml/2006/main" w="7620">
            <a:solidFill>
              <a:srgbClr val="FFFFFF"/>
            </a:solidFill>
          </a:ln>
        </p:spPr>
      </p:sp>
      <p:sp>
        <p:nvSpPr>
          <p:cNvPr id="326" name="03_PREDICTIONS__pred1_r0c7">
            <a:extLst xmlns:a="http://schemas.openxmlformats.org/drawingml/2006/main">
              <a:ext uri="{FF2B5EF4-FFF2-40B4-BE49-F238E27FC236}">
                <a16:creationId xmlns:a16="http://schemas.microsoft.com/office/drawing/2014/main" id="{588857E3-F027-44A5-ADBC-8E5437FF4CFD}"/>
              </a:ext>
            </a:extLst>
          </p:cNvPr>
          <p:cNvSpPr>
            <a:spLocks xmlns:a="http://schemas.openxmlformats.org/drawingml/2006/main" noGrp="1"/>
          </p:cNvSpPr>
          <p:nvPr/>
        </p:nvSpPr>
        <p:spPr>
          <a:xfrm xmlns:a="http://schemas.openxmlformats.org/drawingml/2006/main" rot="0" flipH="0" flipV="0">
            <a:off x="10654665" y="2078355"/>
            <a:ext cx="121920" cy="121920"/>
          </a:xfrm>
          <a:prstGeom xmlns:a="http://schemas.openxmlformats.org/drawingml/2006/main" prst="rect">
            <a:avLst/>
          </a:prstGeom>
          <a:solidFill xmlns:a="http://schemas.openxmlformats.org/drawingml/2006/main">
            <a:srgbClr val="DDEBEA"/>
          </a:solidFill>
          <a:ln xmlns:a="http://schemas.openxmlformats.org/drawingml/2006/main" w="7620">
            <a:solidFill>
              <a:srgbClr val="FFFFFF"/>
            </a:solidFill>
          </a:ln>
        </p:spPr>
      </p:sp>
      <p:sp>
        <p:nvSpPr>
          <p:cNvPr id="327" name="03_PREDICTIONS__pred1_r0c8">
            <a:extLst xmlns:a="http://schemas.openxmlformats.org/drawingml/2006/main">
              <a:ext uri="{FF2B5EF4-FFF2-40B4-BE49-F238E27FC236}">
                <a16:creationId xmlns:a16="http://schemas.microsoft.com/office/drawing/2014/main" id="{16AD05E2-F8DD-4BC3-B784-7E4ACD5FB3E6}"/>
              </a:ext>
            </a:extLst>
          </p:cNvPr>
          <p:cNvSpPr>
            <a:spLocks xmlns:a="http://schemas.openxmlformats.org/drawingml/2006/main" noGrp="1"/>
          </p:cNvSpPr>
          <p:nvPr/>
        </p:nvSpPr>
        <p:spPr>
          <a:xfrm xmlns:a="http://schemas.openxmlformats.org/drawingml/2006/main" rot="0" flipH="0" flipV="0">
            <a:off x="10776585" y="2078355"/>
            <a:ext cx="121920" cy="121920"/>
          </a:xfrm>
          <a:prstGeom xmlns:a="http://schemas.openxmlformats.org/drawingml/2006/main" prst="rect">
            <a:avLst/>
          </a:prstGeom>
          <a:solidFill xmlns:a="http://schemas.openxmlformats.org/drawingml/2006/main">
            <a:srgbClr val="E0EDEC"/>
          </a:solidFill>
          <a:ln xmlns:a="http://schemas.openxmlformats.org/drawingml/2006/main" w="7620">
            <a:solidFill>
              <a:srgbClr val="FFFFFF"/>
            </a:solidFill>
          </a:ln>
        </p:spPr>
      </p:sp>
      <p:sp>
        <p:nvSpPr>
          <p:cNvPr id="328" name="03_PREDICTIONS__pred1_r0c9">
            <a:extLst xmlns:a="http://schemas.openxmlformats.org/drawingml/2006/main">
              <a:ext uri="{FF2B5EF4-FFF2-40B4-BE49-F238E27FC236}">
                <a16:creationId xmlns:a16="http://schemas.microsoft.com/office/drawing/2014/main" id="{FD79FB85-1E72-4E75-922E-800E2C5D0B79}"/>
              </a:ext>
            </a:extLst>
          </p:cNvPr>
          <p:cNvSpPr>
            <a:spLocks xmlns:a="http://schemas.openxmlformats.org/drawingml/2006/main" noGrp="1"/>
          </p:cNvSpPr>
          <p:nvPr/>
        </p:nvSpPr>
        <p:spPr>
          <a:xfrm xmlns:a="http://schemas.openxmlformats.org/drawingml/2006/main" rot="0" flipH="0" flipV="0">
            <a:off x="10898505" y="2078355"/>
            <a:ext cx="121920" cy="121920"/>
          </a:xfrm>
          <a:prstGeom xmlns:a="http://schemas.openxmlformats.org/drawingml/2006/main" prst="rect">
            <a:avLst/>
          </a:prstGeom>
          <a:solidFill xmlns:a="http://schemas.openxmlformats.org/drawingml/2006/main">
            <a:srgbClr val="E4EFEE"/>
          </a:solidFill>
          <a:ln xmlns:a="http://schemas.openxmlformats.org/drawingml/2006/main" w="7620">
            <a:solidFill>
              <a:srgbClr val="FFFFFF"/>
            </a:solidFill>
          </a:ln>
        </p:spPr>
      </p:sp>
      <p:sp>
        <p:nvSpPr>
          <p:cNvPr id="329" name="03_PREDICTIONS__pred1_r1c0">
            <a:extLst xmlns:a="http://schemas.openxmlformats.org/drawingml/2006/main">
              <a:ext uri="{FF2B5EF4-FFF2-40B4-BE49-F238E27FC236}">
                <a16:creationId xmlns:a16="http://schemas.microsoft.com/office/drawing/2014/main" id="{18CB06D2-CE85-4213-AA95-355EF99180CA}"/>
              </a:ext>
            </a:extLst>
          </p:cNvPr>
          <p:cNvSpPr>
            <a:spLocks xmlns:a="http://schemas.openxmlformats.org/drawingml/2006/main" noGrp="1"/>
          </p:cNvSpPr>
          <p:nvPr/>
        </p:nvSpPr>
        <p:spPr>
          <a:xfrm xmlns:a="http://schemas.openxmlformats.org/drawingml/2006/main" rot="0" flipH="0" flipV="0">
            <a:off x="9801225" y="2200275"/>
            <a:ext cx="121920" cy="121920"/>
          </a:xfrm>
          <a:prstGeom xmlns:a="http://schemas.openxmlformats.org/drawingml/2006/main" prst="rect">
            <a:avLst/>
          </a:prstGeom>
          <a:solidFill xmlns:a="http://schemas.openxmlformats.org/drawingml/2006/main">
            <a:srgbClr val="E6F0EF"/>
          </a:solidFill>
          <a:ln xmlns:a="http://schemas.openxmlformats.org/drawingml/2006/main" w="7620">
            <a:solidFill>
              <a:srgbClr val="FFFFFF"/>
            </a:solidFill>
          </a:ln>
        </p:spPr>
      </p:sp>
      <p:sp>
        <p:nvSpPr>
          <p:cNvPr id="330" name="03_PREDICTIONS__pred1_r1c1">
            <a:extLst xmlns:a="http://schemas.openxmlformats.org/drawingml/2006/main">
              <a:ext uri="{FF2B5EF4-FFF2-40B4-BE49-F238E27FC236}">
                <a16:creationId xmlns:a16="http://schemas.microsoft.com/office/drawing/2014/main" id="{8FFC1BA1-48EF-4D08-87AD-8A8BF63D3949}"/>
              </a:ext>
            </a:extLst>
          </p:cNvPr>
          <p:cNvSpPr>
            <a:spLocks xmlns:a="http://schemas.openxmlformats.org/drawingml/2006/main" noGrp="1"/>
          </p:cNvSpPr>
          <p:nvPr/>
        </p:nvSpPr>
        <p:spPr>
          <a:xfrm xmlns:a="http://schemas.openxmlformats.org/drawingml/2006/main" rot="0" flipH="0" flipV="0">
            <a:off x="9923145" y="2200275"/>
            <a:ext cx="121920" cy="121920"/>
          </a:xfrm>
          <a:prstGeom xmlns:a="http://schemas.openxmlformats.org/drawingml/2006/main" prst="rect">
            <a:avLst/>
          </a:prstGeom>
          <a:solidFill xmlns:a="http://schemas.openxmlformats.org/drawingml/2006/main">
            <a:srgbClr val="E2EEED"/>
          </a:solidFill>
          <a:ln xmlns:a="http://schemas.openxmlformats.org/drawingml/2006/main" w="7620">
            <a:solidFill>
              <a:srgbClr val="FFFFFF"/>
            </a:solidFill>
          </a:ln>
        </p:spPr>
      </p:sp>
      <p:sp>
        <p:nvSpPr>
          <p:cNvPr id="331" name="03_PREDICTIONS__pred1_r1c2">
            <a:extLst xmlns:a="http://schemas.openxmlformats.org/drawingml/2006/main">
              <a:ext uri="{FF2B5EF4-FFF2-40B4-BE49-F238E27FC236}">
                <a16:creationId xmlns:a16="http://schemas.microsoft.com/office/drawing/2014/main" id="{F1986D5E-3957-4A20-B74A-958C92914908}"/>
              </a:ext>
            </a:extLst>
          </p:cNvPr>
          <p:cNvSpPr>
            <a:spLocks xmlns:a="http://schemas.openxmlformats.org/drawingml/2006/main" noGrp="1"/>
          </p:cNvSpPr>
          <p:nvPr/>
        </p:nvSpPr>
        <p:spPr>
          <a:xfrm xmlns:a="http://schemas.openxmlformats.org/drawingml/2006/main" rot="0" flipH="0" flipV="0">
            <a:off x="10045065" y="2200275"/>
            <a:ext cx="121920" cy="121920"/>
          </a:xfrm>
          <a:prstGeom xmlns:a="http://schemas.openxmlformats.org/drawingml/2006/main" prst="rect">
            <a:avLst/>
          </a:prstGeom>
          <a:solidFill xmlns:a="http://schemas.openxmlformats.org/drawingml/2006/main">
            <a:srgbClr val="DBEAE9"/>
          </a:solidFill>
          <a:ln xmlns:a="http://schemas.openxmlformats.org/drawingml/2006/main" w="7620">
            <a:solidFill>
              <a:srgbClr val="FFFFFF"/>
            </a:solidFill>
          </a:ln>
        </p:spPr>
      </p:sp>
      <p:sp>
        <p:nvSpPr>
          <p:cNvPr id="332" name="03_PREDICTIONS__pred1_r1c3">
            <a:extLst xmlns:a="http://schemas.openxmlformats.org/drawingml/2006/main">
              <a:ext uri="{FF2B5EF4-FFF2-40B4-BE49-F238E27FC236}">
                <a16:creationId xmlns:a16="http://schemas.microsoft.com/office/drawing/2014/main" id="{59737FE5-F2A3-477B-8F45-6AB8D79E3660}"/>
              </a:ext>
            </a:extLst>
          </p:cNvPr>
          <p:cNvSpPr>
            <a:spLocks xmlns:a="http://schemas.openxmlformats.org/drawingml/2006/main" noGrp="1"/>
          </p:cNvSpPr>
          <p:nvPr/>
        </p:nvSpPr>
        <p:spPr>
          <a:xfrm xmlns:a="http://schemas.openxmlformats.org/drawingml/2006/main" rot="0" flipH="0" flipV="0">
            <a:off x="10166985" y="2200275"/>
            <a:ext cx="121920" cy="121920"/>
          </a:xfrm>
          <a:prstGeom xmlns:a="http://schemas.openxmlformats.org/drawingml/2006/main" prst="rect">
            <a:avLst/>
          </a:prstGeom>
          <a:solidFill xmlns:a="http://schemas.openxmlformats.org/drawingml/2006/main">
            <a:srgbClr val="CFE3E2"/>
          </a:solidFill>
          <a:ln xmlns:a="http://schemas.openxmlformats.org/drawingml/2006/main" w="7620">
            <a:solidFill>
              <a:srgbClr val="FFFFFF"/>
            </a:solidFill>
          </a:ln>
        </p:spPr>
      </p:sp>
      <p:sp>
        <p:nvSpPr>
          <p:cNvPr id="333" name="03_PREDICTIONS__pred1_r1c4">
            <a:extLst xmlns:a="http://schemas.openxmlformats.org/drawingml/2006/main">
              <a:ext uri="{FF2B5EF4-FFF2-40B4-BE49-F238E27FC236}">
                <a16:creationId xmlns:a16="http://schemas.microsoft.com/office/drawing/2014/main" id="{942A35EE-28F6-4AE1-B9E4-1C477971909F}"/>
              </a:ext>
            </a:extLst>
          </p:cNvPr>
          <p:cNvSpPr>
            <a:spLocks xmlns:a="http://schemas.openxmlformats.org/drawingml/2006/main" noGrp="1"/>
          </p:cNvSpPr>
          <p:nvPr/>
        </p:nvSpPr>
        <p:spPr>
          <a:xfrm xmlns:a="http://schemas.openxmlformats.org/drawingml/2006/main" rot="0" flipH="0" flipV="0">
            <a:off x="10288905" y="2200275"/>
            <a:ext cx="121920" cy="121920"/>
          </a:xfrm>
          <a:prstGeom xmlns:a="http://schemas.openxmlformats.org/drawingml/2006/main" prst="rect">
            <a:avLst/>
          </a:prstGeom>
          <a:solidFill xmlns:a="http://schemas.openxmlformats.org/drawingml/2006/main">
            <a:srgbClr val="606C73"/>
          </a:solidFill>
          <a:ln xmlns:a="http://schemas.openxmlformats.org/drawingml/2006/main" w="7620">
            <a:solidFill>
              <a:srgbClr val="FFFFFF"/>
            </a:solidFill>
          </a:ln>
        </p:spPr>
      </p:sp>
      <p:sp>
        <p:nvSpPr>
          <p:cNvPr id="334" name="03_PREDICTIONS__pred1_r1c5">
            <a:extLst xmlns:a="http://schemas.openxmlformats.org/drawingml/2006/main">
              <a:ext uri="{FF2B5EF4-FFF2-40B4-BE49-F238E27FC236}">
                <a16:creationId xmlns:a16="http://schemas.microsoft.com/office/drawing/2014/main" id="{BA0ABD61-EE3A-4101-AFE7-E9DC0AEBAA9F}"/>
              </a:ext>
            </a:extLst>
          </p:cNvPr>
          <p:cNvSpPr>
            <a:spLocks xmlns:a="http://schemas.openxmlformats.org/drawingml/2006/main" noGrp="1"/>
          </p:cNvSpPr>
          <p:nvPr/>
        </p:nvSpPr>
        <p:spPr>
          <a:xfrm xmlns:a="http://schemas.openxmlformats.org/drawingml/2006/main" rot="0" flipH="0" flipV="0">
            <a:off x="10410825" y="2200275"/>
            <a:ext cx="121920" cy="121920"/>
          </a:xfrm>
          <a:prstGeom xmlns:a="http://schemas.openxmlformats.org/drawingml/2006/main" prst="rect">
            <a:avLst/>
          </a:prstGeom>
          <a:solidFill xmlns:a="http://schemas.openxmlformats.org/drawingml/2006/main">
            <a:srgbClr val="B6D5D3"/>
          </a:solidFill>
          <a:ln xmlns:a="http://schemas.openxmlformats.org/drawingml/2006/main" w="7620">
            <a:solidFill>
              <a:srgbClr val="FFFFFF"/>
            </a:solidFill>
          </a:ln>
        </p:spPr>
      </p:sp>
      <p:sp>
        <p:nvSpPr>
          <p:cNvPr id="335" name="03_PREDICTIONS__pred1_r1c6">
            <a:extLst xmlns:a="http://schemas.openxmlformats.org/drawingml/2006/main">
              <a:ext uri="{FF2B5EF4-FFF2-40B4-BE49-F238E27FC236}">
                <a16:creationId xmlns:a16="http://schemas.microsoft.com/office/drawing/2014/main" id="{62C4B637-6F75-48C5-8AAD-E30789A3A60F}"/>
              </a:ext>
            </a:extLst>
          </p:cNvPr>
          <p:cNvSpPr>
            <a:spLocks xmlns:a="http://schemas.openxmlformats.org/drawingml/2006/main" noGrp="1"/>
          </p:cNvSpPr>
          <p:nvPr/>
        </p:nvSpPr>
        <p:spPr>
          <a:xfrm xmlns:a="http://schemas.openxmlformats.org/drawingml/2006/main" rot="0" flipH="0" flipV="0">
            <a:off x="10532745" y="2200275"/>
            <a:ext cx="121920" cy="121920"/>
          </a:xfrm>
          <a:prstGeom xmlns:a="http://schemas.openxmlformats.org/drawingml/2006/main" prst="rect">
            <a:avLst/>
          </a:prstGeom>
          <a:solidFill xmlns:a="http://schemas.openxmlformats.org/drawingml/2006/main">
            <a:srgbClr val="B5D4D2"/>
          </a:solidFill>
          <a:ln xmlns:a="http://schemas.openxmlformats.org/drawingml/2006/main" w="7620">
            <a:solidFill>
              <a:srgbClr val="FFFFFF"/>
            </a:solidFill>
          </a:ln>
        </p:spPr>
      </p:sp>
      <p:sp>
        <p:nvSpPr>
          <p:cNvPr id="336" name="03_PREDICTIONS__pred1_r1c7">
            <a:extLst xmlns:a="http://schemas.openxmlformats.org/drawingml/2006/main">
              <a:ext uri="{FF2B5EF4-FFF2-40B4-BE49-F238E27FC236}">
                <a16:creationId xmlns:a16="http://schemas.microsoft.com/office/drawing/2014/main" id="{895B687E-1C15-4B24-AD57-64C4E1563C2F}"/>
              </a:ext>
            </a:extLst>
          </p:cNvPr>
          <p:cNvSpPr>
            <a:spLocks xmlns:a="http://schemas.openxmlformats.org/drawingml/2006/main" noGrp="1"/>
          </p:cNvSpPr>
          <p:nvPr/>
        </p:nvSpPr>
        <p:spPr>
          <a:xfrm xmlns:a="http://schemas.openxmlformats.org/drawingml/2006/main" rot="0" flipH="0" flipV="0">
            <a:off x="10654665" y="2200275"/>
            <a:ext cx="121920" cy="121920"/>
          </a:xfrm>
          <a:prstGeom xmlns:a="http://schemas.openxmlformats.org/drawingml/2006/main" prst="rect">
            <a:avLst/>
          </a:prstGeom>
          <a:solidFill xmlns:a="http://schemas.openxmlformats.org/drawingml/2006/main">
            <a:srgbClr val="BEDAD8"/>
          </a:solidFill>
          <a:ln xmlns:a="http://schemas.openxmlformats.org/drawingml/2006/main" w="7620">
            <a:solidFill>
              <a:srgbClr val="FFFFFF"/>
            </a:solidFill>
          </a:ln>
        </p:spPr>
      </p:sp>
      <p:sp>
        <p:nvSpPr>
          <p:cNvPr id="337" name="03_PREDICTIONS__pred1_r1c8">
            <a:extLst xmlns:a="http://schemas.openxmlformats.org/drawingml/2006/main">
              <a:ext uri="{FF2B5EF4-FFF2-40B4-BE49-F238E27FC236}">
                <a16:creationId xmlns:a16="http://schemas.microsoft.com/office/drawing/2014/main" id="{678E9F3A-A1FB-41C4-8FD7-F66E6C30FAC4}"/>
              </a:ext>
            </a:extLst>
          </p:cNvPr>
          <p:cNvSpPr>
            <a:spLocks xmlns:a="http://schemas.openxmlformats.org/drawingml/2006/main" noGrp="1"/>
          </p:cNvSpPr>
          <p:nvPr/>
        </p:nvSpPr>
        <p:spPr>
          <a:xfrm xmlns:a="http://schemas.openxmlformats.org/drawingml/2006/main" rot="0" flipH="0" flipV="0">
            <a:off x="10776585" y="2200275"/>
            <a:ext cx="121920" cy="121920"/>
          </a:xfrm>
          <a:prstGeom xmlns:a="http://schemas.openxmlformats.org/drawingml/2006/main" prst="rect">
            <a:avLst/>
          </a:prstGeom>
          <a:solidFill xmlns:a="http://schemas.openxmlformats.org/drawingml/2006/main">
            <a:srgbClr val="CCE1E0"/>
          </a:solidFill>
          <a:ln xmlns:a="http://schemas.openxmlformats.org/drawingml/2006/main" w="7620">
            <a:solidFill>
              <a:srgbClr val="FFFFFF"/>
            </a:solidFill>
          </a:ln>
        </p:spPr>
      </p:sp>
      <p:sp>
        <p:nvSpPr>
          <p:cNvPr id="338" name="03_PREDICTIONS__pred1_r1c9">
            <a:extLst xmlns:a="http://schemas.openxmlformats.org/drawingml/2006/main">
              <a:ext uri="{FF2B5EF4-FFF2-40B4-BE49-F238E27FC236}">
                <a16:creationId xmlns:a16="http://schemas.microsoft.com/office/drawing/2014/main" id="{E851131D-D9AE-4800-AD31-281DBE5F42CF}"/>
              </a:ext>
            </a:extLst>
          </p:cNvPr>
          <p:cNvSpPr>
            <a:spLocks xmlns:a="http://schemas.openxmlformats.org/drawingml/2006/main" noGrp="1"/>
          </p:cNvSpPr>
          <p:nvPr/>
        </p:nvSpPr>
        <p:spPr>
          <a:xfrm xmlns:a="http://schemas.openxmlformats.org/drawingml/2006/main" rot="0" flipH="0" flipV="0">
            <a:off x="10898505" y="2200275"/>
            <a:ext cx="121920" cy="121920"/>
          </a:xfrm>
          <a:prstGeom xmlns:a="http://schemas.openxmlformats.org/drawingml/2006/main" prst="rect">
            <a:avLst/>
          </a:prstGeom>
          <a:solidFill xmlns:a="http://schemas.openxmlformats.org/drawingml/2006/main">
            <a:srgbClr val="D9E9E8"/>
          </a:solidFill>
          <a:ln xmlns:a="http://schemas.openxmlformats.org/drawingml/2006/main" w="7620">
            <a:solidFill>
              <a:srgbClr val="FFFFFF"/>
            </a:solidFill>
          </a:ln>
        </p:spPr>
      </p:sp>
      <p:sp>
        <p:nvSpPr>
          <p:cNvPr id="339" name="03_PREDICTIONS__pred1_r2c0">
            <a:extLst xmlns:a="http://schemas.openxmlformats.org/drawingml/2006/main">
              <a:ext uri="{FF2B5EF4-FFF2-40B4-BE49-F238E27FC236}">
                <a16:creationId xmlns:a16="http://schemas.microsoft.com/office/drawing/2014/main" id="{ABE5E2B4-DEA3-4C01-9B58-533755424B70}"/>
              </a:ext>
            </a:extLst>
          </p:cNvPr>
          <p:cNvSpPr>
            <a:spLocks xmlns:a="http://schemas.openxmlformats.org/drawingml/2006/main" noGrp="1"/>
          </p:cNvSpPr>
          <p:nvPr/>
        </p:nvSpPr>
        <p:spPr>
          <a:xfrm xmlns:a="http://schemas.openxmlformats.org/drawingml/2006/main" rot="0" flipH="0" flipV="0">
            <a:off x="9801225" y="2322195"/>
            <a:ext cx="121920" cy="121920"/>
          </a:xfrm>
          <a:prstGeom xmlns:a="http://schemas.openxmlformats.org/drawingml/2006/main" prst="rect">
            <a:avLst/>
          </a:prstGeom>
          <a:solidFill xmlns:a="http://schemas.openxmlformats.org/drawingml/2006/main">
            <a:srgbClr val="E3EEEE"/>
          </a:solidFill>
          <a:ln xmlns:a="http://schemas.openxmlformats.org/drawingml/2006/main" w="7620">
            <a:solidFill>
              <a:srgbClr val="FFFFFF"/>
            </a:solidFill>
          </a:ln>
        </p:spPr>
      </p:sp>
      <p:sp>
        <p:nvSpPr>
          <p:cNvPr id="340" name="03_PREDICTIONS__pred1_r2c1">
            <a:extLst xmlns:a="http://schemas.openxmlformats.org/drawingml/2006/main">
              <a:ext uri="{FF2B5EF4-FFF2-40B4-BE49-F238E27FC236}">
                <a16:creationId xmlns:a16="http://schemas.microsoft.com/office/drawing/2014/main" id="{337DB444-92E9-48B7-A522-D9CDF5205DE6}"/>
              </a:ext>
            </a:extLst>
          </p:cNvPr>
          <p:cNvSpPr>
            <a:spLocks xmlns:a="http://schemas.openxmlformats.org/drawingml/2006/main" noGrp="1"/>
          </p:cNvSpPr>
          <p:nvPr/>
        </p:nvSpPr>
        <p:spPr>
          <a:xfrm xmlns:a="http://schemas.openxmlformats.org/drawingml/2006/main" rot="0" flipH="0" flipV="0">
            <a:off x="9923145" y="2322195"/>
            <a:ext cx="121920" cy="121920"/>
          </a:xfrm>
          <a:prstGeom xmlns:a="http://schemas.openxmlformats.org/drawingml/2006/main" prst="rect">
            <a:avLst/>
          </a:prstGeom>
          <a:solidFill xmlns:a="http://schemas.openxmlformats.org/drawingml/2006/main">
            <a:srgbClr val="DCEAE9"/>
          </a:solidFill>
          <a:ln xmlns:a="http://schemas.openxmlformats.org/drawingml/2006/main" w="7620">
            <a:solidFill>
              <a:srgbClr val="FFFFFF"/>
            </a:solidFill>
          </a:ln>
        </p:spPr>
      </p:sp>
      <p:sp>
        <p:nvSpPr>
          <p:cNvPr id="341" name="03_PREDICTIONS__pred1_r2c2">
            <a:extLst xmlns:a="http://schemas.openxmlformats.org/drawingml/2006/main">
              <a:ext uri="{FF2B5EF4-FFF2-40B4-BE49-F238E27FC236}">
                <a16:creationId xmlns:a16="http://schemas.microsoft.com/office/drawing/2014/main" id="{6A60E132-4E2B-455F-B1F8-DB1CB7F7F500}"/>
              </a:ext>
            </a:extLst>
          </p:cNvPr>
          <p:cNvSpPr>
            <a:spLocks xmlns:a="http://schemas.openxmlformats.org/drawingml/2006/main" noGrp="1"/>
          </p:cNvSpPr>
          <p:nvPr/>
        </p:nvSpPr>
        <p:spPr>
          <a:xfrm xmlns:a="http://schemas.openxmlformats.org/drawingml/2006/main" rot="0" flipH="0" flipV="0">
            <a:off x="10045065" y="2322195"/>
            <a:ext cx="121920" cy="121920"/>
          </a:xfrm>
          <a:prstGeom xmlns:a="http://schemas.openxmlformats.org/drawingml/2006/main" prst="rect">
            <a:avLst/>
          </a:prstGeom>
          <a:solidFill xmlns:a="http://schemas.openxmlformats.org/drawingml/2006/main">
            <a:srgbClr val="CAE0DF"/>
          </a:solidFill>
          <a:ln xmlns:a="http://schemas.openxmlformats.org/drawingml/2006/main" w="7620">
            <a:solidFill>
              <a:srgbClr val="FFFFFF"/>
            </a:solidFill>
          </a:ln>
        </p:spPr>
      </p:sp>
      <p:sp>
        <p:nvSpPr>
          <p:cNvPr id="342" name="03_PREDICTIONS__pred1_r2c3">
            <a:extLst xmlns:a="http://schemas.openxmlformats.org/drawingml/2006/main">
              <a:ext uri="{FF2B5EF4-FFF2-40B4-BE49-F238E27FC236}">
                <a16:creationId xmlns:a16="http://schemas.microsoft.com/office/drawing/2014/main" id="{86543A03-5EFD-4A55-A393-48F59D1DAF28}"/>
              </a:ext>
            </a:extLst>
          </p:cNvPr>
          <p:cNvSpPr>
            <a:spLocks xmlns:a="http://schemas.openxmlformats.org/drawingml/2006/main" noGrp="1"/>
          </p:cNvSpPr>
          <p:nvPr/>
        </p:nvSpPr>
        <p:spPr>
          <a:xfrm xmlns:a="http://schemas.openxmlformats.org/drawingml/2006/main" rot="0" flipH="0" flipV="0">
            <a:off x="10166985" y="2322195"/>
            <a:ext cx="121920" cy="121920"/>
          </a:xfrm>
          <a:prstGeom xmlns:a="http://schemas.openxmlformats.org/drawingml/2006/main" prst="rect">
            <a:avLst/>
          </a:prstGeom>
          <a:solidFill xmlns:a="http://schemas.openxmlformats.org/drawingml/2006/main">
            <a:srgbClr val="AED0CE"/>
          </a:solidFill>
          <a:ln xmlns:a="http://schemas.openxmlformats.org/drawingml/2006/main" w="7620">
            <a:solidFill>
              <a:srgbClr val="FFFFFF"/>
            </a:solidFill>
          </a:ln>
        </p:spPr>
      </p:sp>
      <p:sp>
        <p:nvSpPr>
          <p:cNvPr id="343" name="03_PREDICTIONS__pred1_r2c4">
            <a:extLst xmlns:a="http://schemas.openxmlformats.org/drawingml/2006/main">
              <a:ext uri="{FF2B5EF4-FFF2-40B4-BE49-F238E27FC236}">
                <a16:creationId xmlns:a16="http://schemas.microsoft.com/office/drawing/2014/main" id="{09983BDC-7EB1-4FE0-BBC8-1D1CFF93DCA0}"/>
              </a:ext>
            </a:extLst>
          </p:cNvPr>
          <p:cNvSpPr>
            <a:spLocks xmlns:a="http://schemas.openxmlformats.org/drawingml/2006/main" noGrp="1"/>
          </p:cNvSpPr>
          <p:nvPr/>
        </p:nvSpPr>
        <p:spPr>
          <a:xfrm xmlns:a="http://schemas.openxmlformats.org/drawingml/2006/main" rot="0" flipH="0" flipV="0">
            <a:off x="10288905" y="2322195"/>
            <a:ext cx="121920" cy="121920"/>
          </a:xfrm>
          <a:prstGeom xmlns:a="http://schemas.openxmlformats.org/drawingml/2006/main" prst="rect">
            <a:avLst/>
          </a:prstGeom>
          <a:solidFill xmlns:a="http://schemas.openxmlformats.org/drawingml/2006/main">
            <a:srgbClr val="606C73"/>
          </a:solidFill>
          <a:ln xmlns:a="http://schemas.openxmlformats.org/drawingml/2006/main" w="7620">
            <a:solidFill>
              <a:srgbClr val="FFFFFF"/>
            </a:solidFill>
          </a:ln>
        </p:spPr>
      </p:sp>
      <p:sp>
        <p:nvSpPr>
          <p:cNvPr id="344" name="03_PREDICTIONS__pred1_r2c5">
            <a:extLst xmlns:a="http://schemas.openxmlformats.org/drawingml/2006/main">
              <a:ext uri="{FF2B5EF4-FFF2-40B4-BE49-F238E27FC236}">
                <a16:creationId xmlns:a16="http://schemas.microsoft.com/office/drawing/2014/main" id="{750113D9-EA99-4310-8DC8-98205D7B82D7}"/>
              </a:ext>
            </a:extLst>
          </p:cNvPr>
          <p:cNvSpPr>
            <a:spLocks xmlns:a="http://schemas.openxmlformats.org/drawingml/2006/main" noGrp="1"/>
          </p:cNvSpPr>
          <p:nvPr/>
        </p:nvSpPr>
        <p:spPr>
          <a:xfrm xmlns:a="http://schemas.openxmlformats.org/drawingml/2006/main" rot="0" flipH="0" flipV="0">
            <a:off x="10410825" y="2322195"/>
            <a:ext cx="121920" cy="121920"/>
          </a:xfrm>
          <a:prstGeom xmlns:a="http://schemas.openxmlformats.org/drawingml/2006/main" prst="rect">
            <a:avLst/>
          </a:prstGeom>
          <a:solidFill xmlns:a="http://schemas.openxmlformats.org/drawingml/2006/main">
            <a:srgbClr val="72AFAA"/>
          </a:solidFill>
          <a:ln xmlns:a="http://schemas.openxmlformats.org/drawingml/2006/main" w="7620">
            <a:solidFill>
              <a:srgbClr val="FFFFFF"/>
            </a:solidFill>
          </a:ln>
        </p:spPr>
      </p:sp>
      <p:sp>
        <p:nvSpPr>
          <p:cNvPr id="345" name="03_PREDICTIONS__pred1_r2c6">
            <a:extLst xmlns:a="http://schemas.openxmlformats.org/drawingml/2006/main">
              <a:ext uri="{FF2B5EF4-FFF2-40B4-BE49-F238E27FC236}">
                <a16:creationId xmlns:a16="http://schemas.microsoft.com/office/drawing/2014/main" id="{D7AB8821-412B-4C39-9A58-1A814AF57ED4}"/>
              </a:ext>
            </a:extLst>
          </p:cNvPr>
          <p:cNvSpPr>
            <a:spLocks xmlns:a="http://schemas.openxmlformats.org/drawingml/2006/main" noGrp="1"/>
          </p:cNvSpPr>
          <p:nvPr/>
        </p:nvSpPr>
        <p:spPr>
          <a:xfrm xmlns:a="http://schemas.openxmlformats.org/drawingml/2006/main" rot="0" flipH="0" flipV="0">
            <a:off x="10532745" y="2322195"/>
            <a:ext cx="121920" cy="121920"/>
          </a:xfrm>
          <a:prstGeom xmlns:a="http://schemas.openxmlformats.org/drawingml/2006/main" prst="rect">
            <a:avLst/>
          </a:prstGeom>
          <a:solidFill xmlns:a="http://schemas.openxmlformats.org/drawingml/2006/main">
            <a:srgbClr val="6FADA9"/>
          </a:solidFill>
          <a:ln xmlns:a="http://schemas.openxmlformats.org/drawingml/2006/main" w="7620">
            <a:solidFill>
              <a:srgbClr val="FFFFFF"/>
            </a:solidFill>
          </a:ln>
        </p:spPr>
      </p:sp>
      <p:sp>
        <p:nvSpPr>
          <p:cNvPr id="346" name="03_PREDICTIONS__pred1_r2c7">
            <a:extLst xmlns:a="http://schemas.openxmlformats.org/drawingml/2006/main">
              <a:ext uri="{FF2B5EF4-FFF2-40B4-BE49-F238E27FC236}">
                <a16:creationId xmlns:a16="http://schemas.microsoft.com/office/drawing/2014/main" id="{6A37F4D1-FD14-4029-8B4A-7008E42BA49A}"/>
              </a:ext>
            </a:extLst>
          </p:cNvPr>
          <p:cNvSpPr>
            <a:spLocks xmlns:a="http://schemas.openxmlformats.org/drawingml/2006/main" noGrp="1"/>
          </p:cNvSpPr>
          <p:nvPr/>
        </p:nvSpPr>
        <p:spPr>
          <a:xfrm xmlns:a="http://schemas.openxmlformats.org/drawingml/2006/main" rot="0" flipH="0" flipV="0">
            <a:off x="10654665" y="2322195"/>
            <a:ext cx="121920" cy="121920"/>
          </a:xfrm>
          <a:prstGeom xmlns:a="http://schemas.openxmlformats.org/drawingml/2006/main" prst="rect">
            <a:avLst/>
          </a:prstGeom>
          <a:solidFill xmlns:a="http://schemas.openxmlformats.org/drawingml/2006/main">
            <a:srgbClr val="85B9B6"/>
          </a:solidFill>
          <a:ln xmlns:a="http://schemas.openxmlformats.org/drawingml/2006/main" w="7620">
            <a:solidFill>
              <a:srgbClr val="FFFFFF"/>
            </a:solidFill>
          </a:ln>
        </p:spPr>
      </p:sp>
      <p:sp>
        <p:nvSpPr>
          <p:cNvPr id="347" name="03_PREDICTIONS__pred1_r2c8">
            <a:extLst xmlns:a="http://schemas.openxmlformats.org/drawingml/2006/main">
              <a:ext uri="{FF2B5EF4-FFF2-40B4-BE49-F238E27FC236}">
                <a16:creationId xmlns:a16="http://schemas.microsoft.com/office/drawing/2014/main" id="{5059F404-F4BC-4444-A67D-5133D5304B13}"/>
              </a:ext>
            </a:extLst>
          </p:cNvPr>
          <p:cNvSpPr>
            <a:spLocks xmlns:a="http://schemas.openxmlformats.org/drawingml/2006/main" noGrp="1"/>
          </p:cNvSpPr>
          <p:nvPr/>
        </p:nvSpPr>
        <p:spPr>
          <a:xfrm xmlns:a="http://schemas.openxmlformats.org/drawingml/2006/main" rot="0" flipH="0" flipV="0">
            <a:off x="10776585" y="2322195"/>
            <a:ext cx="121920" cy="121920"/>
          </a:xfrm>
          <a:prstGeom xmlns:a="http://schemas.openxmlformats.org/drawingml/2006/main" prst="rect">
            <a:avLst/>
          </a:prstGeom>
          <a:solidFill xmlns:a="http://schemas.openxmlformats.org/drawingml/2006/main">
            <a:srgbClr val="A7CCCA"/>
          </a:solidFill>
          <a:ln xmlns:a="http://schemas.openxmlformats.org/drawingml/2006/main" w="7620">
            <a:solidFill>
              <a:srgbClr val="FFFFFF"/>
            </a:solidFill>
          </a:ln>
        </p:spPr>
      </p:sp>
      <p:sp>
        <p:nvSpPr>
          <p:cNvPr id="348" name="03_PREDICTIONS__pred1_r2c9">
            <a:extLst xmlns:a="http://schemas.openxmlformats.org/drawingml/2006/main">
              <a:ext uri="{FF2B5EF4-FFF2-40B4-BE49-F238E27FC236}">
                <a16:creationId xmlns:a16="http://schemas.microsoft.com/office/drawing/2014/main" id="{BBA98084-1681-47B9-AD61-8AB8A9EAC445}"/>
              </a:ext>
            </a:extLst>
          </p:cNvPr>
          <p:cNvSpPr>
            <a:spLocks xmlns:a="http://schemas.openxmlformats.org/drawingml/2006/main" noGrp="1"/>
          </p:cNvSpPr>
          <p:nvPr/>
        </p:nvSpPr>
        <p:spPr>
          <a:xfrm xmlns:a="http://schemas.openxmlformats.org/drawingml/2006/main" rot="0" flipH="0" flipV="0">
            <a:off x="10898505" y="2322195"/>
            <a:ext cx="121920" cy="121920"/>
          </a:xfrm>
          <a:prstGeom xmlns:a="http://schemas.openxmlformats.org/drawingml/2006/main" prst="rect">
            <a:avLst/>
          </a:prstGeom>
          <a:solidFill xmlns:a="http://schemas.openxmlformats.org/drawingml/2006/main">
            <a:srgbClr val="C5DEDC"/>
          </a:solidFill>
          <a:ln xmlns:a="http://schemas.openxmlformats.org/drawingml/2006/main" w="7620">
            <a:solidFill>
              <a:srgbClr val="FFFFFF"/>
            </a:solidFill>
          </a:ln>
        </p:spPr>
      </p:sp>
      <p:sp>
        <p:nvSpPr>
          <p:cNvPr id="349" name="03_PREDICTIONS__pred1_r3c0">
            <a:extLst xmlns:a="http://schemas.openxmlformats.org/drawingml/2006/main">
              <a:ext uri="{FF2B5EF4-FFF2-40B4-BE49-F238E27FC236}">
                <a16:creationId xmlns:a16="http://schemas.microsoft.com/office/drawing/2014/main" id="{FCB07FE3-5A8C-471C-AC98-A0EC6E39E1D7}"/>
              </a:ext>
            </a:extLst>
          </p:cNvPr>
          <p:cNvSpPr>
            <a:spLocks xmlns:a="http://schemas.openxmlformats.org/drawingml/2006/main" noGrp="1"/>
          </p:cNvSpPr>
          <p:nvPr/>
        </p:nvSpPr>
        <p:spPr>
          <a:xfrm xmlns:a="http://schemas.openxmlformats.org/drawingml/2006/main" rot="0" flipH="0" flipV="0">
            <a:off x="9801225" y="2444115"/>
            <a:ext cx="121920" cy="121920"/>
          </a:xfrm>
          <a:prstGeom xmlns:a="http://schemas.openxmlformats.org/drawingml/2006/main" prst="rect">
            <a:avLst/>
          </a:prstGeom>
          <a:solidFill xmlns:a="http://schemas.openxmlformats.org/drawingml/2006/main">
            <a:srgbClr val="E2EEED"/>
          </a:solidFill>
          <a:ln xmlns:a="http://schemas.openxmlformats.org/drawingml/2006/main" w="7620">
            <a:solidFill>
              <a:srgbClr val="FFFFFF"/>
            </a:solidFill>
          </a:ln>
        </p:spPr>
      </p:sp>
      <p:sp>
        <p:nvSpPr>
          <p:cNvPr id="350" name="03_PREDICTIONS__pred1_r3c1">
            <a:extLst xmlns:a="http://schemas.openxmlformats.org/drawingml/2006/main">
              <a:ext uri="{FF2B5EF4-FFF2-40B4-BE49-F238E27FC236}">
                <a16:creationId xmlns:a16="http://schemas.microsoft.com/office/drawing/2014/main" id="{10AB20C1-25B3-4F50-83A6-F24713E6EEF8}"/>
              </a:ext>
            </a:extLst>
          </p:cNvPr>
          <p:cNvSpPr>
            <a:spLocks xmlns:a="http://schemas.openxmlformats.org/drawingml/2006/main" noGrp="1"/>
          </p:cNvSpPr>
          <p:nvPr/>
        </p:nvSpPr>
        <p:spPr>
          <a:xfrm xmlns:a="http://schemas.openxmlformats.org/drawingml/2006/main" rot="0" flipH="0" flipV="0">
            <a:off x="9923145" y="2444115"/>
            <a:ext cx="121920" cy="121920"/>
          </a:xfrm>
          <a:prstGeom xmlns:a="http://schemas.openxmlformats.org/drawingml/2006/main" prst="rect">
            <a:avLst/>
          </a:prstGeom>
          <a:solidFill xmlns:a="http://schemas.openxmlformats.org/drawingml/2006/main">
            <a:srgbClr val="D7E7E6"/>
          </a:solidFill>
          <a:ln xmlns:a="http://schemas.openxmlformats.org/drawingml/2006/main" w="7620">
            <a:solidFill>
              <a:srgbClr val="FFFFFF"/>
            </a:solidFill>
          </a:ln>
        </p:spPr>
      </p:sp>
      <p:sp>
        <p:nvSpPr>
          <p:cNvPr id="351" name="03_PREDICTIONS__pred1_r3c2">
            <a:extLst xmlns:a="http://schemas.openxmlformats.org/drawingml/2006/main">
              <a:ext uri="{FF2B5EF4-FFF2-40B4-BE49-F238E27FC236}">
                <a16:creationId xmlns:a16="http://schemas.microsoft.com/office/drawing/2014/main" id="{2A6366B9-FF73-43BC-B931-6499D0D85A31}"/>
              </a:ext>
            </a:extLst>
          </p:cNvPr>
          <p:cNvSpPr>
            <a:spLocks xmlns:a="http://schemas.openxmlformats.org/drawingml/2006/main" noGrp="1"/>
          </p:cNvSpPr>
          <p:nvPr/>
        </p:nvSpPr>
        <p:spPr>
          <a:xfrm xmlns:a="http://schemas.openxmlformats.org/drawingml/2006/main" rot="0" flipH="0" flipV="0">
            <a:off x="10045065" y="2444115"/>
            <a:ext cx="121920" cy="121920"/>
          </a:xfrm>
          <a:prstGeom xmlns:a="http://schemas.openxmlformats.org/drawingml/2006/main" prst="rect">
            <a:avLst/>
          </a:prstGeom>
          <a:solidFill xmlns:a="http://schemas.openxmlformats.org/drawingml/2006/main">
            <a:srgbClr val="BED9D7"/>
          </a:solidFill>
          <a:ln xmlns:a="http://schemas.openxmlformats.org/drawingml/2006/main" w="7620">
            <a:solidFill>
              <a:srgbClr val="FFFFFF"/>
            </a:solidFill>
          </a:ln>
        </p:spPr>
      </p:sp>
      <p:sp>
        <p:nvSpPr>
          <p:cNvPr id="352" name="03_PREDICTIONS__pred1_r3c3">
            <a:extLst xmlns:a="http://schemas.openxmlformats.org/drawingml/2006/main">
              <a:ext uri="{FF2B5EF4-FFF2-40B4-BE49-F238E27FC236}">
                <a16:creationId xmlns:a16="http://schemas.microsoft.com/office/drawing/2014/main" id="{F3C747F6-3297-4909-B0D8-A24808B2D3C0}"/>
              </a:ext>
            </a:extLst>
          </p:cNvPr>
          <p:cNvSpPr>
            <a:spLocks xmlns:a="http://schemas.openxmlformats.org/drawingml/2006/main" noGrp="1"/>
          </p:cNvSpPr>
          <p:nvPr/>
        </p:nvSpPr>
        <p:spPr>
          <a:xfrm xmlns:a="http://schemas.openxmlformats.org/drawingml/2006/main" rot="0" flipH="0" flipV="0">
            <a:off x="10166985" y="2444115"/>
            <a:ext cx="121920" cy="121920"/>
          </a:xfrm>
          <a:prstGeom xmlns:a="http://schemas.openxmlformats.org/drawingml/2006/main" prst="rect">
            <a:avLst/>
          </a:prstGeom>
          <a:solidFill xmlns:a="http://schemas.openxmlformats.org/drawingml/2006/main">
            <a:srgbClr val="95C2BF"/>
          </a:solidFill>
          <a:ln xmlns:a="http://schemas.openxmlformats.org/drawingml/2006/main" w="7620">
            <a:solidFill>
              <a:srgbClr val="FFFFFF"/>
            </a:solidFill>
          </a:ln>
        </p:spPr>
      </p:sp>
      <p:sp>
        <p:nvSpPr>
          <p:cNvPr id="353" name="03_PREDICTIONS__pred1_r3c4">
            <a:extLst xmlns:a="http://schemas.openxmlformats.org/drawingml/2006/main">
              <a:ext uri="{FF2B5EF4-FFF2-40B4-BE49-F238E27FC236}">
                <a16:creationId xmlns:a16="http://schemas.microsoft.com/office/drawing/2014/main" id="{2E6005B2-C6F4-402E-9A7F-76C2AF4A237E}"/>
              </a:ext>
            </a:extLst>
          </p:cNvPr>
          <p:cNvSpPr>
            <a:spLocks xmlns:a="http://schemas.openxmlformats.org/drawingml/2006/main" noGrp="1"/>
          </p:cNvSpPr>
          <p:nvPr/>
        </p:nvSpPr>
        <p:spPr>
          <a:xfrm xmlns:a="http://schemas.openxmlformats.org/drawingml/2006/main" rot="0" flipH="0" flipV="0">
            <a:off x="10288905" y="2444115"/>
            <a:ext cx="121920" cy="121920"/>
          </a:xfrm>
          <a:prstGeom xmlns:a="http://schemas.openxmlformats.org/drawingml/2006/main" prst="rect">
            <a:avLst/>
          </a:prstGeom>
          <a:solidFill xmlns:a="http://schemas.openxmlformats.org/drawingml/2006/main">
            <a:srgbClr val="64A7A2"/>
          </a:solidFill>
          <a:ln xmlns:a="http://schemas.openxmlformats.org/drawingml/2006/main" w="7620">
            <a:solidFill>
              <a:srgbClr val="FFFFFF"/>
            </a:solidFill>
          </a:ln>
        </p:spPr>
      </p:sp>
      <p:sp>
        <p:nvSpPr>
          <p:cNvPr id="354" name="03_PREDICTIONS__pred1_r3c5">
            <a:extLst xmlns:a="http://schemas.openxmlformats.org/drawingml/2006/main">
              <a:ext uri="{FF2B5EF4-FFF2-40B4-BE49-F238E27FC236}">
                <a16:creationId xmlns:a16="http://schemas.microsoft.com/office/drawing/2014/main" id="{BBFA5236-828E-4027-B811-14F40917EAD1}"/>
              </a:ext>
            </a:extLst>
          </p:cNvPr>
          <p:cNvSpPr>
            <a:spLocks xmlns:a="http://schemas.openxmlformats.org/drawingml/2006/main" noGrp="1"/>
          </p:cNvSpPr>
          <p:nvPr/>
        </p:nvSpPr>
        <p:spPr>
          <a:xfrm xmlns:a="http://schemas.openxmlformats.org/drawingml/2006/main" rot="0" flipH="0" flipV="0">
            <a:off x="10410825" y="2444115"/>
            <a:ext cx="121920" cy="121920"/>
          </a:xfrm>
          <a:prstGeom xmlns:a="http://schemas.openxmlformats.org/drawingml/2006/main" prst="rect">
            <a:avLst/>
          </a:prstGeom>
          <a:solidFill xmlns:a="http://schemas.openxmlformats.org/drawingml/2006/main">
            <a:srgbClr val="3F928C"/>
          </a:solidFill>
          <a:ln xmlns:a="http://schemas.openxmlformats.org/drawingml/2006/main" w="7620">
            <a:solidFill>
              <a:srgbClr val="FFFFFF"/>
            </a:solidFill>
          </a:ln>
        </p:spPr>
      </p:sp>
      <p:sp>
        <p:nvSpPr>
          <p:cNvPr id="355" name="03_PREDICTIONS__pred1_r3c6">
            <a:extLst xmlns:a="http://schemas.openxmlformats.org/drawingml/2006/main">
              <a:ext uri="{FF2B5EF4-FFF2-40B4-BE49-F238E27FC236}">
                <a16:creationId xmlns:a16="http://schemas.microsoft.com/office/drawing/2014/main" id="{7BA1CAD3-5968-4119-9474-18B2AB795584}"/>
              </a:ext>
            </a:extLst>
          </p:cNvPr>
          <p:cNvSpPr>
            <a:spLocks xmlns:a="http://schemas.openxmlformats.org/drawingml/2006/main" noGrp="1"/>
          </p:cNvSpPr>
          <p:nvPr/>
        </p:nvSpPr>
        <p:spPr>
          <a:xfrm xmlns:a="http://schemas.openxmlformats.org/drawingml/2006/main" rot="0" flipH="0" flipV="0">
            <a:off x="10532745" y="2444115"/>
            <a:ext cx="121920" cy="121920"/>
          </a:xfrm>
          <a:prstGeom xmlns:a="http://schemas.openxmlformats.org/drawingml/2006/main" prst="rect">
            <a:avLst/>
          </a:prstGeom>
          <a:solidFill xmlns:a="http://schemas.openxmlformats.org/drawingml/2006/main">
            <a:srgbClr val="3C908A"/>
          </a:solidFill>
          <a:ln xmlns:a="http://schemas.openxmlformats.org/drawingml/2006/main" w="7620">
            <a:solidFill>
              <a:srgbClr val="FFFFFF"/>
            </a:solidFill>
          </a:ln>
        </p:spPr>
      </p:sp>
      <p:sp>
        <p:nvSpPr>
          <p:cNvPr id="356" name="03_PREDICTIONS__pred1_r3c7">
            <a:extLst xmlns:a="http://schemas.openxmlformats.org/drawingml/2006/main">
              <a:ext uri="{FF2B5EF4-FFF2-40B4-BE49-F238E27FC236}">
                <a16:creationId xmlns:a16="http://schemas.microsoft.com/office/drawing/2014/main" id="{4C61F772-18FC-4C19-A1B9-1B696DD12F7F}"/>
              </a:ext>
            </a:extLst>
          </p:cNvPr>
          <p:cNvSpPr>
            <a:spLocks xmlns:a="http://schemas.openxmlformats.org/drawingml/2006/main" noGrp="1"/>
          </p:cNvSpPr>
          <p:nvPr/>
        </p:nvSpPr>
        <p:spPr>
          <a:xfrm xmlns:a="http://schemas.openxmlformats.org/drawingml/2006/main" rot="0" flipH="0" flipV="0">
            <a:off x="10654665" y="2444115"/>
            <a:ext cx="121920" cy="121920"/>
          </a:xfrm>
          <a:prstGeom xmlns:a="http://schemas.openxmlformats.org/drawingml/2006/main" prst="rect">
            <a:avLst/>
          </a:prstGeom>
          <a:solidFill xmlns:a="http://schemas.openxmlformats.org/drawingml/2006/main">
            <a:srgbClr val="5BA29C"/>
          </a:solidFill>
          <a:ln xmlns:a="http://schemas.openxmlformats.org/drawingml/2006/main" w="7620">
            <a:solidFill>
              <a:srgbClr val="FFFFFF"/>
            </a:solidFill>
          </a:ln>
        </p:spPr>
      </p:sp>
      <p:sp>
        <p:nvSpPr>
          <p:cNvPr id="357" name="03_PREDICTIONS__pred1_r3c8">
            <a:extLst xmlns:a="http://schemas.openxmlformats.org/drawingml/2006/main">
              <a:ext uri="{FF2B5EF4-FFF2-40B4-BE49-F238E27FC236}">
                <a16:creationId xmlns:a16="http://schemas.microsoft.com/office/drawing/2014/main" id="{0207F6E5-FA96-4A21-870D-19C43F7755E9}"/>
              </a:ext>
            </a:extLst>
          </p:cNvPr>
          <p:cNvSpPr>
            <a:spLocks xmlns:a="http://schemas.openxmlformats.org/drawingml/2006/main" noGrp="1"/>
          </p:cNvSpPr>
          <p:nvPr/>
        </p:nvSpPr>
        <p:spPr>
          <a:xfrm xmlns:a="http://schemas.openxmlformats.org/drawingml/2006/main" rot="0" flipH="0" flipV="0">
            <a:off x="10776585" y="2444115"/>
            <a:ext cx="121920" cy="121920"/>
          </a:xfrm>
          <a:prstGeom xmlns:a="http://schemas.openxmlformats.org/drawingml/2006/main" prst="rect">
            <a:avLst/>
          </a:prstGeom>
          <a:solidFill xmlns:a="http://schemas.openxmlformats.org/drawingml/2006/main">
            <a:srgbClr val="8BBDB9"/>
          </a:solidFill>
          <a:ln xmlns:a="http://schemas.openxmlformats.org/drawingml/2006/main" w="7620">
            <a:solidFill>
              <a:srgbClr val="FFFFFF"/>
            </a:solidFill>
          </a:ln>
        </p:spPr>
      </p:sp>
      <p:sp>
        <p:nvSpPr>
          <p:cNvPr id="358" name="03_PREDICTIONS__pred1_r3c9">
            <a:extLst xmlns:a="http://schemas.openxmlformats.org/drawingml/2006/main">
              <a:ext uri="{FF2B5EF4-FFF2-40B4-BE49-F238E27FC236}">
                <a16:creationId xmlns:a16="http://schemas.microsoft.com/office/drawing/2014/main" id="{F5381778-5D0F-48BE-85F1-EC027CD6ED88}"/>
              </a:ext>
            </a:extLst>
          </p:cNvPr>
          <p:cNvSpPr>
            <a:spLocks xmlns:a="http://schemas.openxmlformats.org/drawingml/2006/main" noGrp="1"/>
          </p:cNvSpPr>
          <p:nvPr/>
        </p:nvSpPr>
        <p:spPr>
          <a:xfrm xmlns:a="http://schemas.openxmlformats.org/drawingml/2006/main" rot="0" flipH="0" flipV="0">
            <a:off x="10898505" y="2444115"/>
            <a:ext cx="121920" cy="121920"/>
          </a:xfrm>
          <a:prstGeom xmlns:a="http://schemas.openxmlformats.org/drawingml/2006/main" prst="rect">
            <a:avLst/>
          </a:prstGeom>
          <a:solidFill xmlns:a="http://schemas.openxmlformats.org/drawingml/2006/main">
            <a:srgbClr val="B7D5D3"/>
          </a:solidFill>
          <a:ln xmlns:a="http://schemas.openxmlformats.org/drawingml/2006/main" w="7620">
            <a:solidFill>
              <a:srgbClr val="FFFFFF"/>
            </a:solidFill>
          </a:ln>
        </p:spPr>
      </p:sp>
      <p:sp>
        <p:nvSpPr>
          <p:cNvPr id="359" name="03_PREDICTIONS__pred1_r4c0">
            <a:extLst xmlns:a="http://schemas.openxmlformats.org/drawingml/2006/main">
              <a:ext uri="{FF2B5EF4-FFF2-40B4-BE49-F238E27FC236}">
                <a16:creationId xmlns:a16="http://schemas.microsoft.com/office/drawing/2014/main" id="{02E16E89-FB2C-4816-BCC1-9D3C2E7D1A2E}"/>
              </a:ext>
            </a:extLst>
          </p:cNvPr>
          <p:cNvSpPr>
            <a:spLocks xmlns:a="http://schemas.openxmlformats.org/drawingml/2006/main" noGrp="1"/>
          </p:cNvSpPr>
          <p:nvPr/>
        </p:nvSpPr>
        <p:spPr>
          <a:xfrm xmlns:a="http://schemas.openxmlformats.org/drawingml/2006/main" rot="0" flipH="0" flipV="0">
            <a:off x="9801225" y="2566035"/>
            <a:ext cx="121920" cy="121920"/>
          </a:xfrm>
          <a:prstGeom xmlns:a="http://schemas.openxmlformats.org/drawingml/2006/main" prst="rect">
            <a:avLst/>
          </a:prstGeom>
          <a:solidFill xmlns:a="http://schemas.openxmlformats.org/drawingml/2006/main">
            <a:srgbClr val="E3EEED"/>
          </a:solidFill>
          <a:ln xmlns:a="http://schemas.openxmlformats.org/drawingml/2006/main" w="7620">
            <a:solidFill>
              <a:srgbClr val="FFFFFF"/>
            </a:solidFill>
          </a:ln>
        </p:spPr>
      </p:sp>
      <p:sp>
        <p:nvSpPr>
          <p:cNvPr id="360" name="03_PREDICTIONS__pred1_r4c1">
            <a:extLst xmlns:a="http://schemas.openxmlformats.org/drawingml/2006/main">
              <a:ext uri="{FF2B5EF4-FFF2-40B4-BE49-F238E27FC236}">
                <a16:creationId xmlns:a16="http://schemas.microsoft.com/office/drawing/2014/main" id="{A43E9E15-4EC2-4A3F-86EA-04A172838D99}"/>
              </a:ext>
            </a:extLst>
          </p:cNvPr>
          <p:cNvSpPr>
            <a:spLocks xmlns:a="http://schemas.openxmlformats.org/drawingml/2006/main" noGrp="1"/>
          </p:cNvSpPr>
          <p:nvPr/>
        </p:nvSpPr>
        <p:spPr>
          <a:xfrm xmlns:a="http://schemas.openxmlformats.org/drawingml/2006/main" rot="0" flipH="0" flipV="0">
            <a:off x="9923145" y="2566035"/>
            <a:ext cx="121920" cy="121920"/>
          </a:xfrm>
          <a:prstGeom xmlns:a="http://schemas.openxmlformats.org/drawingml/2006/main" prst="rect">
            <a:avLst/>
          </a:prstGeom>
          <a:solidFill xmlns:a="http://schemas.openxmlformats.org/drawingml/2006/main">
            <a:srgbClr val="D9E9E8"/>
          </a:solidFill>
          <a:ln xmlns:a="http://schemas.openxmlformats.org/drawingml/2006/main" w="7620">
            <a:solidFill>
              <a:srgbClr val="FFFFFF"/>
            </a:solidFill>
          </a:ln>
        </p:spPr>
      </p:sp>
      <p:sp>
        <p:nvSpPr>
          <p:cNvPr id="361" name="03_PREDICTIONS__pred1_r4c2">
            <a:extLst xmlns:a="http://schemas.openxmlformats.org/drawingml/2006/main">
              <a:ext uri="{FF2B5EF4-FFF2-40B4-BE49-F238E27FC236}">
                <a16:creationId xmlns:a16="http://schemas.microsoft.com/office/drawing/2014/main" id="{E9332F19-C642-4FCF-80C6-95AD5D008CC9}"/>
              </a:ext>
            </a:extLst>
          </p:cNvPr>
          <p:cNvSpPr>
            <a:spLocks xmlns:a="http://schemas.openxmlformats.org/drawingml/2006/main" noGrp="1"/>
          </p:cNvSpPr>
          <p:nvPr/>
        </p:nvSpPr>
        <p:spPr>
          <a:xfrm xmlns:a="http://schemas.openxmlformats.org/drawingml/2006/main" rot="0" flipH="0" flipV="0">
            <a:off x="10045065" y="2566035"/>
            <a:ext cx="121920" cy="121920"/>
          </a:xfrm>
          <a:prstGeom xmlns:a="http://schemas.openxmlformats.org/drawingml/2006/main" prst="rect">
            <a:avLst/>
          </a:prstGeom>
          <a:solidFill xmlns:a="http://schemas.openxmlformats.org/drawingml/2006/main">
            <a:srgbClr val="C4DDDB"/>
          </a:solidFill>
          <a:ln xmlns:a="http://schemas.openxmlformats.org/drawingml/2006/main" w="7620">
            <a:solidFill>
              <a:srgbClr val="FFFFFF"/>
            </a:solidFill>
          </a:ln>
        </p:spPr>
      </p:sp>
      <p:sp>
        <p:nvSpPr>
          <p:cNvPr id="362" name="03_PREDICTIONS__pred1_r4c3">
            <a:extLst xmlns:a="http://schemas.openxmlformats.org/drawingml/2006/main">
              <a:ext uri="{FF2B5EF4-FFF2-40B4-BE49-F238E27FC236}">
                <a16:creationId xmlns:a16="http://schemas.microsoft.com/office/drawing/2014/main" id="{5F8A9023-C6CD-457F-A403-396F6DB1695A}"/>
              </a:ext>
            </a:extLst>
          </p:cNvPr>
          <p:cNvSpPr>
            <a:spLocks xmlns:a="http://schemas.openxmlformats.org/drawingml/2006/main" noGrp="1"/>
          </p:cNvSpPr>
          <p:nvPr/>
        </p:nvSpPr>
        <p:spPr>
          <a:xfrm xmlns:a="http://schemas.openxmlformats.org/drawingml/2006/main" rot="0" flipH="0" flipV="0">
            <a:off x="10166985" y="2566035"/>
            <a:ext cx="121920" cy="121920"/>
          </a:xfrm>
          <a:prstGeom xmlns:a="http://schemas.openxmlformats.org/drawingml/2006/main" prst="rect">
            <a:avLst/>
          </a:prstGeom>
          <a:solidFill xmlns:a="http://schemas.openxmlformats.org/drawingml/2006/main">
            <a:srgbClr val="A1C9C6"/>
          </a:solidFill>
          <a:ln xmlns:a="http://schemas.openxmlformats.org/drawingml/2006/main" w="7620">
            <a:solidFill>
              <a:srgbClr val="FFFFFF"/>
            </a:solidFill>
          </a:ln>
        </p:spPr>
      </p:sp>
      <p:sp>
        <p:nvSpPr>
          <p:cNvPr id="363" name="03_PREDICTIONS__pred1_r4c4">
            <a:extLst xmlns:a="http://schemas.openxmlformats.org/drawingml/2006/main">
              <a:ext uri="{FF2B5EF4-FFF2-40B4-BE49-F238E27FC236}">
                <a16:creationId xmlns:a16="http://schemas.microsoft.com/office/drawing/2014/main" id="{639B7C86-98B0-4BD3-8F57-4A8474A410AD}"/>
              </a:ext>
            </a:extLst>
          </p:cNvPr>
          <p:cNvSpPr>
            <a:spLocks xmlns:a="http://schemas.openxmlformats.org/drawingml/2006/main" noGrp="1"/>
          </p:cNvSpPr>
          <p:nvPr/>
        </p:nvSpPr>
        <p:spPr>
          <a:xfrm xmlns:a="http://schemas.openxmlformats.org/drawingml/2006/main" rot="0" flipH="0" flipV="0">
            <a:off x="10288905" y="2566035"/>
            <a:ext cx="121920" cy="121920"/>
          </a:xfrm>
          <a:prstGeom xmlns:a="http://schemas.openxmlformats.org/drawingml/2006/main" prst="rect">
            <a:avLst/>
          </a:prstGeom>
          <a:solidFill xmlns:a="http://schemas.openxmlformats.org/drawingml/2006/main">
            <a:srgbClr val="77B1AD"/>
          </a:solidFill>
          <a:ln xmlns:a="http://schemas.openxmlformats.org/drawingml/2006/main" w="7620">
            <a:solidFill>
              <a:srgbClr val="FFFFFF"/>
            </a:solidFill>
          </a:ln>
        </p:spPr>
      </p:sp>
      <p:sp>
        <p:nvSpPr>
          <p:cNvPr id="364" name="03_PREDICTIONS__pred1_r4c5">
            <a:extLst xmlns:a="http://schemas.openxmlformats.org/drawingml/2006/main">
              <a:ext uri="{FF2B5EF4-FFF2-40B4-BE49-F238E27FC236}">
                <a16:creationId xmlns:a16="http://schemas.microsoft.com/office/drawing/2014/main" id="{02D59530-C01A-4129-BF58-7C4C166A3626}"/>
              </a:ext>
            </a:extLst>
          </p:cNvPr>
          <p:cNvSpPr>
            <a:spLocks xmlns:a="http://schemas.openxmlformats.org/drawingml/2006/main" noGrp="1"/>
          </p:cNvSpPr>
          <p:nvPr/>
        </p:nvSpPr>
        <p:spPr>
          <a:xfrm xmlns:a="http://schemas.openxmlformats.org/drawingml/2006/main" rot="0" flipH="0" flipV="0">
            <a:off x="10410825" y="2566035"/>
            <a:ext cx="121920" cy="121920"/>
          </a:xfrm>
          <a:prstGeom xmlns:a="http://schemas.openxmlformats.org/drawingml/2006/main" prst="rect">
            <a:avLst/>
          </a:prstGeom>
          <a:solidFill xmlns:a="http://schemas.openxmlformats.org/drawingml/2006/main">
            <a:srgbClr val="57A09A"/>
          </a:solidFill>
          <a:ln xmlns:a="http://schemas.openxmlformats.org/drawingml/2006/main" w="7620">
            <a:solidFill>
              <a:srgbClr val="FFFFFF"/>
            </a:solidFill>
          </a:ln>
        </p:spPr>
      </p:sp>
      <p:sp>
        <p:nvSpPr>
          <p:cNvPr id="365" name="03_PREDICTIONS__pred1_r4c6">
            <a:extLst xmlns:a="http://schemas.openxmlformats.org/drawingml/2006/main">
              <a:ext uri="{FF2B5EF4-FFF2-40B4-BE49-F238E27FC236}">
                <a16:creationId xmlns:a16="http://schemas.microsoft.com/office/drawing/2014/main" id="{55D7A709-A8E7-448E-A0EB-680017115670}"/>
              </a:ext>
            </a:extLst>
          </p:cNvPr>
          <p:cNvSpPr>
            <a:spLocks xmlns:a="http://schemas.openxmlformats.org/drawingml/2006/main" noGrp="1"/>
          </p:cNvSpPr>
          <p:nvPr/>
        </p:nvSpPr>
        <p:spPr>
          <a:xfrm xmlns:a="http://schemas.openxmlformats.org/drawingml/2006/main" rot="0" flipH="0" flipV="0">
            <a:off x="10532745" y="2566035"/>
            <a:ext cx="121920" cy="121920"/>
          </a:xfrm>
          <a:prstGeom xmlns:a="http://schemas.openxmlformats.org/drawingml/2006/main" prst="rect">
            <a:avLst/>
          </a:prstGeom>
          <a:solidFill xmlns:a="http://schemas.openxmlformats.org/drawingml/2006/main">
            <a:srgbClr val="549E98"/>
          </a:solidFill>
          <a:ln xmlns:a="http://schemas.openxmlformats.org/drawingml/2006/main" w="7620">
            <a:solidFill>
              <a:srgbClr val="FFFFFF"/>
            </a:solidFill>
          </a:ln>
        </p:spPr>
      </p:sp>
      <p:sp>
        <p:nvSpPr>
          <p:cNvPr id="366" name="03_PREDICTIONS__pred1_r4c7">
            <a:extLst xmlns:a="http://schemas.openxmlformats.org/drawingml/2006/main">
              <a:ext uri="{FF2B5EF4-FFF2-40B4-BE49-F238E27FC236}">
                <a16:creationId xmlns:a16="http://schemas.microsoft.com/office/drawing/2014/main" id="{AAFC6DF8-0726-4474-B282-6899382CF259}"/>
              </a:ext>
            </a:extLst>
          </p:cNvPr>
          <p:cNvSpPr>
            <a:spLocks xmlns:a="http://schemas.openxmlformats.org/drawingml/2006/main" noGrp="1"/>
          </p:cNvSpPr>
          <p:nvPr/>
        </p:nvSpPr>
        <p:spPr>
          <a:xfrm xmlns:a="http://schemas.openxmlformats.org/drawingml/2006/main" rot="0" flipH="0" flipV="0">
            <a:off x="10654665" y="2566035"/>
            <a:ext cx="121920" cy="121920"/>
          </a:xfrm>
          <a:prstGeom xmlns:a="http://schemas.openxmlformats.org/drawingml/2006/main" prst="rect">
            <a:avLst/>
          </a:prstGeom>
          <a:solidFill xmlns:a="http://schemas.openxmlformats.org/drawingml/2006/main">
            <a:srgbClr val="6FADA8"/>
          </a:solidFill>
          <a:ln xmlns:a="http://schemas.openxmlformats.org/drawingml/2006/main" w="7620">
            <a:solidFill>
              <a:srgbClr val="FFFFFF"/>
            </a:solidFill>
          </a:ln>
        </p:spPr>
      </p:sp>
      <p:sp>
        <p:nvSpPr>
          <p:cNvPr id="367" name="03_PREDICTIONS__pred1_r4c8">
            <a:extLst xmlns:a="http://schemas.openxmlformats.org/drawingml/2006/main">
              <a:ext uri="{FF2B5EF4-FFF2-40B4-BE49-F238E27FC236}">
                <a16:creationId xmlns:a16="http://schemas.microsoft.com/office/drawing/2014/main" id="{C59D08D1-4641-49CB-B981-227367BD96F5}"/>
              </a:ext>
            </a:extLst>
          </p:cNvPr>
          <p:cNvSpPr>
            <a:spLocks xmlns:a="http://schemas.openxmlformats.org/drawingml/2006/main" noGrp="1"/>
          </p:cNvSpPr>
          <p:nvPr/>
        </p:nvSpPr>
        <p:spPr>
          <a:xfrm xmlns:a="http://schemas.openxmlformats.org/drawingml/2006/main" rot="0" flipH="0" flipV="0">
            <a:off x="10776585" y="2566035"/>
            <a:ext cx="121920" cy="121920"/>
          </a:xfrm>
          <a:prstGeom xmlns:a="http://schemas.openxmlformats.org/drawingml/2006/main" prst="rect">
            <a:avLst/>
          </a:prstGeom>
          <a:solidFill xmlns:a="http://schemas.openxmlformats.org/drawingml/2006/main">
            <a:srgbClr val="98C4C1"/>
          </a:solidFill>
          <a:ln xmlns:a="http://schemas.openxmlformats.org/drawingml/2006/main" w="7620">
            <a:solidFill>
              <a:srgbClr val="FFFFFF"/>
            </a:solidFill>
          </a:ln>
        </p:spPr>
      </p:sp>
      <p:sp>
        <p:nvSpPr>
          <p:cNvPr id="368" name="03_PREDICTIONS__pred1_r4c9">
            <a:extLst xmlns:a="http://schemas.openxmlformats.org/drawingml/2006/main">
              <a:ext uri="{FF2B5EF4-FFF2-40B4-BE49-F238E27FC236}">
                <a16:creationId xmlns:a16="http://schemas.microsoft.com/office/drawing/2014/main" id="{20448608-2921-4021-9C9A-D7A4D88C7D8C}"/>
              </a:ext>
            </a:extLst>
          </p:cNvPr>
          <p:cNvSpPr>
            <a:spLocks xmlns:a="http://schemas.openxmlformats.org/drawingml/2006/main" noGrp="1"/>
          </p:cNvSpPr>
          <p:nvPr/>
        </p:nvSpPr>
        <p:spPr>
          <a:xfrm xmlns:a="http://schemas.openxmlformats.org/drawingml/2006/main" rot="0" flipH="0" flipV="0">
            <a:off x="10898505" y="2566035"/>
            <a:ext cx="121920" cy="121920"/>
          </a:xfrm>
          <a:prstGeom xmlns:a="http://schemas.openxmlformats.org/drawingml/2006/main" prst="rect">
            <a:avLst/>
          </a:prstGeom>
          <a:solidFill xmlns:a="http://schemas.openxmlformats.org/drawingml/2006/main">
            <a:srgbClr val="BED9D7"/>
          </a:solidFill>
          <a:ln xmlns:a="http://schemas.openxmlformats.org/drawingml/2006/main" w="7620">
            <a:solidFill>
              <a:srgbClr val="FFFFFF"/>
            </a:solidFill>
          </a:ln>
        </p:spPr>
      </p:sp>
      <p:sp>
        <p:nvSpPr>
          <p:cNvPr id="369" name="03_PREDICTIONS__pred1_r5c0">
            <a:extLst xmlns:a="http://schemas.openxmlformats.org/drawingml/2006/main">
              <a:ext uri="{FF2B5EF4-FFF2-40B4-BE49-F238E27FC236}">
                <a16:creationId xmlns:a16="http://schemas.microsoft.com/office/drawing/2014/main" id="{D03BDBCF-BB06-4486-9D72-D3DB975EA863}"/>
              </a:ext>
            </a:extLst>
          </p:cNvPr>
          <p:cNvSpPr>
            <a:spLocks xmlns:a="http://schemas.openxmlformats.org/drawingml/2006/main" noGrp="1"/>
          </p:cNvSpPr>
          <p:nvPr/>
        </p:nvSpPr>
        <p:spPr>
          <a:xfrm xmlns:a="http://schemas.openxmlformats.org/drawingml/2006/main" rot="0" flipH="0" flipV="0">
            <a:off x="9801225" y="2687955"/>
            <a:ext cx="121920" cy="121920"/>
          </a:xfrm>
          <a:prstGeom xmlns:a="http://schemas.openxmlformats.org/drawingml/2006/main" prst="rect">
            <a:avLst/>
          </a:prstGeom>
          <a:solidFill xmlns:a="http://schemas.openxmlformats.org/drawingml/2006/main">
            <a:srgbClr val="E5EFEF"/>
          </a:solidFill>
          <a:ln xmlns:a="http://schemas.openxmlformats.org/drawingml/2006/main" w="7620">
            <a:solidFill>
              <a:srgbClr val="FFFFFF"/>
            </a:solidFill>
          </a:ln>
        </p:spPr>
      </p:sp>
      <p:sp>
        <p:nvSpPr>
          <p:cNvPr id="370" name="03_PREDICTIONS__pred1_r5c1">
            <a:extLst xmlns:a="http://schemas.openxmlformats.org/drawingml/2006/main">
              <a:ext uri="{FF2B5EF4-FFF2-40B4-BE49-F238E27FC236}">
                <a16:creationId xmlns:a16="http://schemas.microsoft.com/office/drawing/2014/main" id="{54B96E49-4217-498A-94A7-E49F5F8345A9}"/>
              </a:ext>
            </a:extLst>
          </p:cNvPr>
          <p:cNvSpPr>
            <a:spLocks xmlns:a="http://schemas.openxmlformats.org/drawingml/2006/main" noGrp="1"/>
          </p:cNvSpPr>
          <p:nvPr/>
        </p:nvSpPr>
        <p:spPr>
          <a:xfrm xmlns:a="http://schemas.openxmlformats.org/drawingml/2006/main" rot="0" flipH="0" flipV="0">
            <a:off x="9923145" y="2687955"/>
            <a:ext cx="121920" cy="121920"/>
          </a:xfrm>
          <a:prstGeom xmlns:a="http://schemas.openxmlformats.org/drawingml/2006/main" prst="rect">
            <a:avLst/>
          </a:prstGeom>
          <a:solidFill xmlns:a="http://schemas.openxmlformats.org/drawingml/2006/main">
            <a:srgbClr val="E0ECEC"/>
          </a:solidFill>
          <a:ln xmlns:a="http://schemas.openxmlformats.org/drawingml/2006/main" w="7620">
            <a:solidFill>
              <a:srgbClr val="FFFFFF"/>
            </a:solidFill>
          </a:ln>
        </p:spPr>
      </p:sp>
      <p:sp>
        <p:nvSpPr>
          <p:cNvPr id="371" name="03_PREDICTIONS__pred1_r5c2">
            <a:extLst xmlns:a="http://schemas.openxmlformats.org/drawingml/2006/main">
              <a:ext uri="{FF2B5EF4-FFF2-40B4-BE49-F238E27FC236}">
                <a16:creationId xmlns:a16="http://schemas.microsoft.com/office/drawing/2014/main" id="{59AD7B16-DC49-4FDF-98E6-C200F69376DD}"/>
              </a:ext>
            </a:extLst>
          </p:cNvPr>
          <p:cNvSpPr>
            <a:spLocks xmlns:a="http://schemas.openxmlformats.org/drawingml/2006/main" noGrp="1"/>
          </p:cNvSpPr>
          <p:nvPr/>
        </p:nvSpPr>
        <p:spPr>
          <a:xfrm xmlns:a="http://schemas.openxmlformats.org/drawingml/2006/main" rot="0" flipH="0" flipV="0">
            <a:off x="10045065" y="2687955"/>
            <a:ext cx="121920" cy="121920"/>
          </a:xfrm>
          <a:prstGeom xmlns:a="http://schemas.openxmlformats.org/drawingml/2006/main" prst="rect">
            <a:avLst/>
          </a:prstGeom>
          <a:solidFill xmlns:a="http://schemas.openxmlformats.org/drawingml/2006/main">
            <a:srgbClr val="D5E6E5"/>
          </a:solidFill>
          <a:ln xmlns:a="http://schemas.openxmlformats.org/drawingml/2006/main" w="7620">
            <a:solidFill>
              <a:srgbClr val="FFFFFF"/>
            </a:solidFill>
          </a:ln>
        </p:spPr>
      </p:sp>
      <p:sp>
        <p:nvSpPr>
          <p:cNvPr id="372" name="03_PREDICTIONS__pred1_r5c3">
            <a:extLst xmlns:a="http://schemas.openxmlformats.org/drawingml/2006/main">
              <a:ext uri="{FF2B5EF4-FFF2-40B4-BE49-F238E27FC236}">
                <a16:creationId xmlns:a16="http://schemas.microsoft.com/office/drawing/2014/main" id="{40A28F8F-7374-4C6C-813F-44E05846E55D}"/>
              </a:ext>
            </a:extLst>
          </p:cNvPr>
          <p:cNvSpPr>
            <a:spLocks xmlns:a="http://schemas.openxmlformats.org/drawingml/2006/main" noGrp="1"/>
          </p:cNvSpPr>
          <p:nvPr/>
        </p:nvSpPr>
        <p:spPr>
          <a:xfrm xmlns:a="http://schemas.openxmlformats.org/drawingml/2006/main" rot="0" flipH="0" flipV="0">
            <a:off x="10166985" y="2687955"/>
            <a:ext cx="121920" cy="121920"/>
          </a:xfrm>
          <a:prstGeom xmlns:a="http://schemas.openxmlformats.org/drawingml/2006/main" prst="rect">
            <a:avLst/>
          </a:prstGeom>
          <a:solidFill xmlns:a="http://schemas.openxmlformats.org/drawingml/2006/main">
            <a:srgbClr val="C3DCDA"/>
          </a:solidFill>
          <a:ln xmlns:a="http://schemas.openxmlformats.org/drawingml/2006/main" w="7620">
            <a:solidFill>
              <a:srgbClr val="FFFFFF"/>
            </a:solidFill>
          </a:ln>
        </p:spPr>
      </p:sp>
      <p:sp>
        <p:nvSpPr>
          <p:cNvPr id="373" name="03_PREDICTIONS__pred1_r5c4">
            <a:extLst xmlns:a="http://schemas.openxmlformats.org/drawingml/2006/main">
              <a:ext uri="{FF2B5EF4-FFF2-40B4-BE49-F238E27FC236}">
                <a16:creationId xmlns:a16="http://schemas.microsoft.com/office/drawing/2014/main" id="{7CAE20C0-3E51-43FF-98ED-ABCCA0724CF3}"/>
              </a:ext>
            </a:extLst>
          </p:cNvPr>
          <p:cNvSpPr>
            <a:spLocks xmlns:a="http://schemas.openxmlformats.org/drawingml/2006/main" noGrp="1"/>
          </p:cNvSpPr>
          <p:nvPr/>
        </p:nvSpPr>
        <p:spPr>
          <a:xfrm xmlns:a="http://schemas.openxmlformats.org/drawingml/2006/main" rot="0" flipH="0" flipV="0">
            <a:off x="10288905" y="2687955"/>
            <a:ext cx="121920" cy="121920"/>
          </a:xfrm>
          <a:prstGeom xmlns:a="http://schemas.openxmlformats.org/drawingml/2006/main" prst="rect">
            <a:avLst/>
          </a:prstGeom>
          <a:solidFill xmlns:a="http://schemas.openxmlformats.org/drawingml/2006/main">
            <a:srgbClr val="606C73"/>
          </a:solidFill>
          <a:ln xmlns:a="http://schemas.openxmlformats.org/drawingml/2006/main" w="7620">
            <a:solidFill>
              <a:srgbClr val="FFFFFF"/>
            </a:solidFill>
          </a:ln>
        </p:spPr>
      </p:sp>
      <p:sp>
        <p:nvSpPr>
          <p:cNvPr id="374" name="03_PREDICTIONS__pred1_r5c5">
            <a:extLst xmlns:a="http://schemas.openxmlformats.org/drawingml/2006/main">
              <a:ext uri="{FF2B5EF4-FFF2-40B4-BE49-F238E27FC236}">
                <a16:creationId xmlns:a16="http://schemas.microsoft.com/office/drawing/2014/main" id="{E55CD0C6-259A-46FE-B870-6A2FC4F13B9C}"/>
              </a:ext>
            </a:extLst>
          </p:cNvPr>
          <p:cNvSpPr>
            <a:spLocks xmlns:a="http://schemas.openxmlformats.org/drawingml/2006/main" noGrp="1"/>
          </p:cNvSpPr>
          <p:nvPr/>
        </p:nvSpPr>
        <p:spPr>
          <a:xfrm xmlns:a="http://schemas.openxmlformats.org/drawingml/2006/main" rot="0" flipH="0" flipV="0">
            <a:off x="10410825" y="2687955"/>
            <a:ext cx="121920" cy="121920"/>
          </a:xfrm>
          <a:prstGeom xmlns:a="http://schemas.openxmlformats.org/drawingml/2006/main" prst="rect">
            <a:avLst/>
          </a:prstGeom>
          <a:solidFill xmlns:a="http://schemas.openxmlformats.org/drawingml/2006/main">
            <a:srgbClr val="9DC7C4"/>
          </a:solidFill>
          <a:ln xmlns:a="http://schemas.openxmlformats.org/drawingml/2006/main" w="7620">
            <a:solidFill>
              <a:srgbClr val="FFFFFF"/>
            </a:solidFill>
          </a:ln>
        </p:spPr>
      </p:sp>
      <p:sp>
        <p:nvSpPr>
          <p:cNvPr id="375" name="03_PREDICTIONS__pred1_r5c6">
            <a:extLst xmlns:a="http://schemas.openxmlformats.org/drawingml/2006/main">
              <a:ext uri="{FF2B5EF4-FFF2-40B4-BE49-F238E27FC236}">
                <a16:creationId xmlns:a16="http://schemas.microsoft.com/office/drawing/2014/main" id="{47D2215F-E06B-495C-8B6B-5FBCFD9ADB9D}"/>
              </a:ext>
            </a:extLst>
          </p:cNvPr>
          <p:cNvSpPr>
            <a:spLocks xmlns:a="http://schemas.openxmlformats.org/drawingml/2006/main" noGrp="1"/>
          </p:cNvSpPr>
          <p:nvPr/>
        </p:nvSpPr>
        <p:spPr>
          <a:xfrm xmlns:a="http://schemas.openxmlformats.org/drawingml/2006/main" rot="0" flipH="0" flipV="0">
            <a:off x="10532745" y="2687955"/>
            <a:ext cx="121920" cy="121920"/>
          </a:xfrm>
          <a:prstGeom xmlns:a="http://schemas.openxmlformats.org/drawingml/2006/main" prst="rect">
            <a:avLst/>
          </a:prstGeom>
          <a:solidFill xmlns:a="http://schemas.openxmlformats.org/drawingml/2006/main">
            <a:srgbClr val="9CC6C3"/>
          </a:solidFill>
          <a:ln xmlns:a="http://schemas.openxmlformats.org/drawingml/2006/main" w="7620">
            <a:solidFill>
              <a:srgbClr val="FFFFFF"/>
            </a:solidFill>
          </a:ln>
        </p:spPr>
      </p:sp>
      <p:sp>
        <p:nvSpPr>
          <p:cNvPr id="376" name="03_PREDICTIONS__pred1_r5c7">
            <a:extLst xmlns:a="http://schemas.openxmlformats.org/drawingml/2006/main">
              <a:ext uri="{FF2B5EF4-FFF2-40B4-BE49-F238E27FC236}">
                <a16:creationId xmlns:a16="http://schemas.microsoft.com/office/drawing/2014/main" id="{065C0217-F387-41A7-98E1-E493455902DF}"/>
              </a:ext>
            </a:extLst>
          </p:cNvPr>
          <p:cNvSpPr>
            <a:spLocks xmlns:a="http://schemas.openxmlformats.org/drawingml/2006/main" noGrp="1"/>
          </p:cNvSpPr>
          <p:nvPr/>
        </p:nvSpPr>
        <p:spPr>
          <a:xfrm xmlns:a="http://schemas.openxmlformats.org/drawingml/2006/main" rot="0" flipH="0" flipV="0">
            <a:off x="10654665" y="2687955"/>
            <a:ext cx="121920" cy="121920"/>
          </a:xfrm>
          <a:prstGeom xmlns:a="http://schemas.openxmlformats.org/drawingml/2006/main" prst="rect">
            <a:avLst/>
          </a:prstGeom>
          <a:solidFill xmlns:a="http://schemas.openxmlformats.org/drawingml/2006/main">
            <a:srgbClr val="606C73"/>
          </a:solidFill>
          <a:ln xmlns:a="http://schemas.openxmlformats.org/drawingml/2006/main" w="7620">
            <a:solidFill>
              <a:srgbClr val="FFFFFF"/>
            </a:solidFill>
          </a:ln>
        </p:spPr>
      </p:sp>
      <p:sp>
        <p:nvSpPr>
          <p:cNvPr id="377" name="03_PREDICTIONS__pred1_r5c8">
            <a:extLst xmlns:a="http://schemas.openxmlformats.org/drawingml/2006/main">
              <a:ext uri="{FF2B5EF4-FFF2-40B4-BE49-F238E27FC236}">
                <a16:creationId xmlns:a16="http://schemas.microsoft.com/office/drawing/2014/main" id="{87959FD8-D968-419E-9E54-447E21AC0E0D}"/>
              </a:ext>
            </a:extLst>
          </p:cNvPr>
          <p:cNvSpPr>
            <a:spLocks xmlns:a="http://schemas.openxmlformats.org/drawingml/2006/main" noGrp="1"/>
          </p:cNvSpPr>
          <p:nvPr/>
        </p:nvSpPr>
        <p:spPr>
          <a:xfrm xmlns:a="http://schemas.openxmlformats.org/drawingml/2006/main" rot="0" flipH="0" flipV="0">
            <a:off x="10776585" y="2687955"/>
            <a:ext cx="121920" cy="121920"/>
          </a:xfrm>
          <a:prstGeom xmlns:a="http://schemas.openxmlformats.org/drawingml/2006/main" prst="rect">
            <a:avLst/>
          </a:prstGeom>
          <a:solidFill xmlns:a="http://schemas.openxmlformats.org/drawingml/2006/main">
            <a:srgbClr val="606C73"/>
          </a:solidFill>
          <a:ln xmlns:a="http://schemas.openxmlformats.org/drawingml/2006/main" w="7620">
            <a:solidFill>
              <a:srgbClr val="FFFFFF"/>
            </a:solidFill>
          </a:ln>
        </p:spPr>
      </p:sp>
      <p:sp>
        <p:nvSpPr>
          <p:cNvPr id="378" name="03_PREDICTIONS__pred1_r5c9">
            <a:extLst xmlns:a="http://schemas.openxmlformats.org/drawingml/2006/main">
              <a:ext uri="{FF2B5EF4-FFF2-40B4-BE49-F238E27FC236}">
                <a16:creationId xmlns:a16="http://schemas.microsoft.com/office/drawing/2014/main" id="{2BF3B87B-97BB-418A-AFCE-86A23129EC47}"/>
              </a:ext>
            </a:extLst>
          </p:cNvPr>
          <p:cNvSpPr>
            <a:spLocks xmlns:a="http://schemas.openxmlformats.org/drawingml/2006/main" noGrp="1"/>
          </p:cNvSpPr>
          <p:nvPr/>
        </p:nvSpPr>
        <p:spPr>
          <a:xfrm xmlns:a="http://schemas.openxmlformats.org/drawingml/2006/main" rot="0" flipH="0" flipV="0">
            <a:off x="10898505" y="2687955"/>
            <a:ext cx="121920" cy="121920"/>
          </a:xfrm>
          <a:prstGeom xmlns:a="http://schemas.openxmlformats.org/drawingml/2006/main" prst="rect">
            <a:avLst/>
          </a:prstGeom>
          <a:solidFill xmlns:a="http://schemas.openxmlformats.org/drawingml/2006/main">
            <a:srgbClr val="606C73"/>
          </a:solidFill>
          <a:ln xmlns:a="http://schemas.openxmlformats.org/drawingml/2006/main" w="7620">
            <a:solidFill>
              <a:srgbClr val="FFFFFF"/>
            </a:solidFill>
          </a:ln>
        </p:spPr>
      </p:sp>
      <p:sp>
        <p:nvSpPr>
          <p:cNvPr id="379" name="03_PREDICTIONS__pred1_r6c0">
            <a:extLst xmlns:a="http://schemas.openxmlformats.org/drawingml/2006/main">
              <a:ext uri="{FF2B5EF4-FFF2-40B4-BE49-F238E27FC236}">
                <a16:creationId xmlns:a16="http://schemas.microsoft.com/office/drawing/2014/main" id="{8B2D1CA6-C7AD-495C-ACA6-4780612197ED}"/>
              </a:ext>
            </a:extLst>
          </p:cNvPr>
          <p:cNvSpPr>
            <a:spLocks xmlns:a="http://schemas.openxmlformats.org/drawingml/2006/main" noGrp="1"/>
          </p:cNvSpPr>
          <p:nvPr/>
        </p:nvSpPr>
        <p:spPr>
          <a:xfrm xmlns:a="http://schemas.openxmlformats.org/drawingml/2006/main" rot="0" flipH="0" flipV="0">
            <a:off x="9801225" y="2809875"/>
            <a:ext cx="121920" cy="121920"/>
          </a:xfrm>
          <a:prstGeom xmlns:a="http://schemas.openxmlformats.org/drawingml/2006/main" prst="rect">
            <a:avLst/>
          </a:prstGeom>
          <a:solidFill xmlns:a="http://schemas.openxmlformats.org/drawingml/2006/main">
            <a:srgbClr val="E6F0F0"/>
          </a:solidFill>
          <a:ln xmlns:a="http://schemas.openxmlformats.org/drawingml/2006/main" w="7620">
            <a:solidFill>
              <a:srgbClr val="FFFFFF"/>
            </a:solidFill>
          </a:ln>
        </p:spPr>
      </p:sp>
      <p:sp>
        <p:nvSpPr>
          <p:cNvPr id="380" name="03_PREDICTIONS__pred1_r6c1">
            <a:extLst xmlns:a="http://schemas.openxmlformats.org/drawingml/2006/main">
              <a:ext uri="{FF2B5EF4-FFF2-40B4-BE49-F238E27FC236}">
                <a16:creationId xmlns:a16="http://schemas.microsoft.com/office/drawing/2014/main" id="{B31D5EDA-0E2F-4209-804A-163BFFBF388F}"/>
              </a:ext>
            </a:extLst>
          </p:cNvPr>
          <p:cNvSpPr>
            <a:spLocks xmlns:a="http://schemas.openxmlformats.org/drawingml/2006/main" noGrp="1"/>
          </p:cNvSpPr>
          <p:nvPr/>
        </p:nvSpPr>
        <p:spPr>
          <a:xfrm xmlns:a="http://schemas.openxmlformats.org/drawingml/2006/main" rot="0" flipH="0" flipV="0">
            <a:off x="9923145" y="2809875"/>
            <a:ext cx="121920" cy="121920"/>
          </a:xfrm>
          <a:prstGeom xmlns:a="http://schemas.openxmlformats.org/drawingml/2006/main" prst="rect">
            <a:avLst/>
          </a:prstGeom>
          <a:solidFill xmlns:a="http://schemas.openxmlformats.org/drawingml/2006/main">
            <a:srgbClr val="E5EFEF"/>
          </a:solidFill>
          <a:ln xmlns:a="http://schemas.openxmlformats.org/drawingml/2006/main" w="7620">
            <a:solidFill>
              <a:srgbClr val="FFFFFF"/>
            </a:solidFill>
          </a:ln>
        </p:spPr>
      </p:sp>
      <p:sp>
        <p:nvSpPr>
          <p:cNvPr id="381" name="03_PREDICTIONS__pred1_r6c2">
            <a:extLst xmlns:a="http://schemas.openxmlformats.org/drawingml/2006/main">
              <a:ext uri="{FF2B5EF4-FFF2-40B4-BE49-F238E27FC236}">
                <a16:creationId xmlns:a16="http://schemas.microsoft.com/office/drawing/2014/main" id="{6306102D-FA2B-4BA4-8C5D-E3EA35B1B13A}"/>
              </a:ext>
            </a:extLst>
          </p:cNvPr>
          <p:cNvSpPr>
            <a:spLocks xmlns:a="http://schemas.openxmlformats.org/drawingml/2006/main" noGrp="1"/>
          </p:cNvSpPr>
          <p:nvPr/>
        </p:nvSpPr>
        <p:spPr>
          <a:xfrm xmlns:a="http://schemas.openxmlformats.org/drawingml/2006/main" rot="0" flipH="0" flipV="0">
            <a:off x="10045065" y="2809875"/>
            <a:ext cx="121920" cy="121920"/>
          </a:xfrm>
          <a:prstGeom xmlns:a="http://schemas.openxmlformats.org/drawingml/2006/main" prst="rect">
            <a:avLst/>
          </a:prstGeom>
          <a:solidFill xmlns:a="http://schemas.openxmlformats.org/drawingml/2006/main">
            <a:srgbClr val="E2EDED"/>
          </a:solidFill>
          <a:ln xmlns:a="http://schemas.openxmlformats.org/drawingml/2006/main" w="7620">
            <a:solidFill>
              <a:srgbClr val="FFFFFF"/>
            </a:solidFill>
          </a:ln>
        </p:spPr>
      </p:sp>
      <p:sp>
        <p:nvSpPr>
          <p:cNvPr id="382" name="03_PREDICTIONS__pred1_r6c3">
            <a:extLst xmlns:a="http://schemas.openxmlformats.org/drawingml/2006/main">
              <a:ext uri="{FF2B5EF4-FFF2-40B4-BE49-F238E27FC236}">
                <a16:creationId xmlns:a16="http://schemas.microsoft.com/office/drawing/2014/main" id="{1FF68581-2693-4A86-97E2-6525445FC379}"/>
              </a:ext>
            </a:extLst>
          </p:cNvPr>
          <p:cNvSpPr>
            <a:spLocks xmlns:a="http://schemas.openxmlformats.org/drawingml/2006/main" noGrp="1"/>
          </p:cNvSpPr>
          <p:nvPr/>
        </p:nvSpPr>
        <p:spPr>
          <a:xfrm xmlns:a="http://schemas.openxmlformats.org/drawingml/2006/main" rot="0" flipH="0" flipV="0">
            <a:off x="10166985" y="2809875"/>
            <a:ext cx="121920" cy="121920"/>
          </a:xfrm>
          <a:prstGeom xmlns:a="http://schemas.openxmlformats.org/drawingml/2006/main" prst="rect">
            <a:avLst/>
          </a:prstGeom>
          <a:solidFill xmlns:a="http://schemas.openxmlformats.org/drawingml/2006/main">
            <a:srgbClr val="DCEAE9"/>
          </a:solidFill>
          <a:ln xmlns:a="http://schemas.openxmlformats.org/drawingml/2006/main" w="7620">
            <a:solidFill>
              <a:srgbClr val="FFFFFF"/>
            </a:solidFill>
          </a:ln>
        </p:spPr>
      </p:sp>
      <p:sp>
        <p:nvSpPr>
          <p:cNvPr id="383" name="03_PREDICTIONS__pred1_r6c4">
            <a:extLst xmlns:a="http://schemas.openxmlformats.org/drawingml/2006/main">
              <a:ext uri="{FF2B5EF4-FFF2-40B4-BE49-F238E27FC236}">
                <a16:creationId xmlns:a16="http://schemas.microsoft.com/office/drawing/2014/main" id="{B5DB7F39-ADAE-415D-B4A4-0A452BF30BC1}"/>
              </a:ext>
            </a:extLst>
          </p:cNvPr>
          <p:cNvSpPr>
            <a:spLocks xmlns:a="http://schemas.openxmlformats.org/drawingml/2006/main" noGrp="1"/>
          </p:cNvSpPr>
          <p:nvPr/>
        </p:nvSpPr>
        <p:spPr>
          <a:xfrm xmlns:a="http://schemas.openxmlformats.org/drawingml/2006/main" rot="0" flipH="0" flipV="0">
            <a:off x="10288905" y="2809875"/>
            <a:ext cx="121920" cy="121920"/>
          </a:xfrm>
          <a:prstGeom xmlns:a="http://schemas.openxmlformats.org/drawingml/2006/main" prst="rect">
            <a:avLst/>
          </a:prstGeom>
          <a:solidFill xmlns:a="http://schemas.openxmlformats.org/drawingml/2006/main">
            <a:srgbClr val="606C73"/>
          </a:solidFill>
          <a:ln xmlns:a="http://schemas.openxmlformats.org/drawingml/2006/main" w="7620">
            <a:solidFill>
              <a:srgbClr val="FFFFFF"/>
            </a:solidFill>
          </a:ln>
        </p:spPr>
      </p:sp>
      <p:sp>
        <p:nvSpPr>
          <p:cNvPr id="384" name="03_PREDICTIONS__pred1_r6c5">
            <a:extLst xmlns:a="http://schemas.openxmlformats.org/drawingml/2006/main">
              <a:ext uri="{FF2B5EF4-FFF2-40B4-BE49-F238E27FC236}">
                <a16:creationId xmlns:a16="http://schemas.microsoft.com/office/drawing/2014/main" id="{819E42FC-BE40-455A-823B-11394954792D}"/>
              </a:ext>
            </a:extLst>
          </p:cNvPr>
          <p:cNvSpPr>
            <a:spLocks xmlns:a="http://schemas.openxmlformats.org/drawingml/2006/main" noGrp="1"/>
          </p:cNvSpPr>
          <p:nvPr/>
        </p:nvSpPr>
        <p:spPr>
          <a:xfrm xmlns:a="http://schemas.openxmlformats.org/drawingml/2006/main" rot="0" flipH="0" flipV="0">
            <a:off x="10410825" y="2809875"/>
            <a:ext cx="121920" cy="121920"/>
          </a:xfrm>
          <a:prstGeom xmlns:a="http://schemas.openxmlformats.org/drawingml/2006/main" prst="rect">
            <a:avLst/>
          </a:prstGeom>
          <a:solidFill xmlns:a="http://schemas.openxmlformats.org/drawingml/2006/main">
            <a:srgbClr val="D0E4E2"/>
          </a:solidFill>
          <a:ln xmlns:a="http://schemas.openxmlformats.org/drawingml/2006/main" w="7620">
            <a:solidFill>
              <a:srgbClr val="FFFFFF"/>
            </a:solidFill>
          </a:ln>
        </p:spPr>
      </p:sp>
      <p:sp>
        <p:nvSpPr>
          <p:cNvPr id="385" name="03_PREDICTIONS__pred1_r6c6">
            <a:extLst xmlns:a="http://schemas.openxmlformats.org/drawingml/2006/main">
              <a:ext uri="{FF2B5EF4-FFF2-40B4-BE49-F238E27FC236}">
                <a16:creationId xmlns:a16="http://schemas.microsoft.com/office/drawing/2014/main" id="{E1BFD00B-AF93-480D-B59D-49D483999605}"/>
              </a:ext>
            </a:extLst>
          </p:cNvPr>
          <p:cNvSpPr>
            <a:spLocks xmlns:a="http://schemas.openxmlformats.org/drawingml/2006/main" noGrp="1"/>
          </p:cNvSpPr>
          <p:nvPr/>
        </p:nvSpPr>
        <p:spPr>
          <a:xfrm xmlns:a="http://schemas.openxmlformats.org/drawingml/2006/main" rot="0" flipH="0" flipV="0">
            <a:off x="10532745" y="2809875"/>
            <a:ext cx="121920" cy="121920"/>
          </a:xfrm>
          <a:prstGeom xmlns:a="http://schemas.openxmlformats.org/drawingml/2006/main" prst="rect">
            <a:avLst/>
          </a:prstGeom>
          <a:solidFill xmlns:a="http://schemas.openxmlformats.org/drawingml/2006/main">
            <a:srgbClr val="D0E4E2"/>
          </a:solidFill>
          <a:ln xmlns:a="http://schemas.openxmlformats.org/drawingml/2006/main" w="7620">
            <a:solidFill>
              <a:srgbClr val="FFFFFF"/>
            </a:solidFill>
          </a:ln>
        </p:spPr>
      </p:sp>
      <p:sp>
        <p:nvSpPr>
          <p:cNvPr id="386" name="03_PREDICTIONS__pred1_r6c7">
            <a:extLst xmlns:a="http://schemas.openxmlformats.org/drawingml/2006/main">
              <a:ext uri="{FF2B5EF4-FFF2-40B4-BE49-F238E27FC236}">
                <a16:creationId xmlns:a16="http://schemas.microsoft.com/office/drawing/2014/main" id="{7E2646BA-2BD8-44F2-832F-EFB4800533CE}"/>
              </a:ext>
            </a:extLst>
          </p:cNvPr>
          <p:cNvSpPr>
            <a:spLocks xmlns:a="http://schemas.openxmlformats.org/drawingml/2006/main" noGrp="1"/>
          </p:cNvSpPr>
          <p:nvPr/>
        </p:nvSpPr>
        <p:spPr>
          <a:xfrm xmlns:a="http://schemas.openxmlformats.org/drawingml/2006/main" rot="0" flipH="0" flipV="0">
            <a:off x="10654665" y="2809875"/>
            <a:ext cx="121920" cy="121920"/>
          </a:xfrm>
          <a:prstGeom xmlns:a="http://schemas.openxmlformats.org/drawingml/2006/main" prst="rect">
            <a:avLst/>
          </a:prstGeom>
          <a:solidFill xmlns:a="http://schemas.openxmlformats.org/drawingml/2006/main">
            <a:srgbClr val="D4E6E5"/>
          </a:solidFill>
          <a:ln xmlns:a="http://schemas.openxmlformats.org/drawingml/2006/main" w="7620">
            <a:solidFill>
              <a:srgbClr val="FFFFFF"/>
            </a:solidFill>
          </a:ln>
        </p:spPr>
      </p:sp>
      <p:sp>
        <p:nvSpPr>
          <p:cNvPr id="387" name="03_PREDICTIONS__pred1_r6c8">
            <a:extLst xmlns:a="http://schemas.openxmlformats.org/drawingml/2006/main">
              <a:ext uri="{FF2B5EF4-FFF2-40B4-BE49-F238E27FC236}">
                <a16:creationId xmlns:a16="http://schemas.microsoft.com/office/drawing/2014/main" id="{3CBDE7C1-151E-408F-AC92-F011D2D4086C}"/>
              </a:ext>
            </a:extLst>
          </p:cNvPr>
          <p:cNvSpPr>
            <a:spLocks xmlns:a="http://schemas.openxmlformats.org/drawingml/2006/main" noGrp="1"/>
          </p:cNvSpPr>
          <p:nvPr/>
        </p:nvSpPr>
        <p:spPr>
          <a:xfrm xmlns:a="http://schemas.openxmlformats.org/drawingml/2006/main" rot="0" flipH="0" flipV="0">
            <a:off x="10776585" y="2809875"/>
            <a:ext cx="121920" cy="121920"/>
          </a:xfrm>
          <a:prstGeom xmlns:a="http://schemas.openxmlformats.org/drawingml/2006/main" prst="rect">
            <a:avLst/>
          </a:prstGeom>
          <a:solidFill xmlns:a="http://schemas.openxmlformats.org/drawingml/2006/main">
            <a:srgbClr val="DBEAE9"/>
          </a:solidFill>
          <a:ln xmlns:a="http://schemas.openxmlformats.org/drawingml/2006/main" w="7620">
            <a:solidFill>
              <a:srgbClr val="FFFFFF"/>
            </a:solidFill>
          </a:ln>
        </p:spPr>
      </p:sp>
      <p:sp>
        <p:nvSpPr>
          <p:cNvPr id="388" name="03_PREDICTIONS__pred1_r6c9">
            <a:extLst xmlns:a="http://schemas.openxmlformats.org/drawingml/2006/main">
              <a:ext uri="{FF2B5EF4-FFF2-40B4-BE49-F238E27FC236}">
                <a16:creationId xmlns:a16="http://schemas.microsoft.com/office/drawing/2014/main" id="{5A20B4B0-C72F-4F5A-8B1F-97896189C5A0}"/>
              </a:ext>
            </a:extLst>
          </p:cNvPr>
          <p:cNvSpPr>
            <a:spLocks xmlns:a="http://schemas.openxmlformats.org/drawingml/2006/main" noGrp="1"/>
          </p:cNvSpPr>
          <p:nvPr/>
        </p:nvSpPr>
        <p:spPr>
          <a:xfrm xmlns:a="http://schemas.openxmlformats.org/drawingml/2006/main" rot="0" flipH="0" flipV="0">
            <a:off x="10898505" y="2809875"/>
            <a:ext cx="121920" cy="121920"/>
          </a:xfrm>
          <a:prstGeom xmlns:a="http://schemas.openxmlformats.org/drawingml/2006/main" prst="rect">
            <a:avLst/>
          </a:prstGeom>
          <a:solidFill xmlns:a="http://schemas.openxmlformats.org/drawingml/2006/main">
            <a:srgbClr val="E1EDEC"/>
          </a:solidFill>
          <a:ln xmlns:a="http://schemas.openxmlformats.org/drawingml/2006/main" w="7620">
            <a:solidFill>
              <a:srgbClr val="FFFFFF"/>
            </a:solidFill>
          </a:ln>
        </p:spPr>
      </p:sp>
      <p:sp>
        <p:nvSpPr>
          <p:cNvPr id="389" name="03_PREDICTIONS__pred1_frame">
            <a:extLst xmlns:a="http://schemas.openxmlformats.org/drawingml/2006/main">
              <a:ext uri="{FF2B5EF4-FFF2-40B4-BE49-F238E27FC236}">
                <a16:creationId xmlns:a16="http://schemas.microsoft.com/office/drawing/2014/main" id="{0E6235EF-6BA8-45C1-BEED-EE197EDB5910}"/>
              </a:ext>
            </a:extLst>
          </p:cNvPr>
          <p:cNvSpPr>
            <a:spLocks xmlns:a="http://schemas.openxmlformats.org/drawingml/2006/main" noGrp="1"/>
          </p:cNvSpPr>
          <p:nvPr/>
        </p:nvSpPr>
        <p:spPr>
          <a:xfrm xmlns:a="http://schemas.openxmlformats.org/drawingml/2006/main" rot="0" flipH="0" flipV="0">
            <a:off x="9801225" y="2078355"/>
            <a:ext cx="1219200" cy="853440"/>
          </a:xfrm>
          <a:prstGeom xmlns:a="http://schemas.openxmlformats.org/drawingml/2006/main" prst="rect">
            <a:avLst/>
          </a:prstGeom>
          <a:noFill xmlns:a="http://schemas.openxmlformats.org/drawingml/2006/main"/>
          <a:ln xmlns:a="http://schemas.openxmlformats.org/drawingml/2006/main" w="10478">
            <a:solidFill>
              <a:srgbClr val="B6C4CC"/>
            </a:solidFill>
          </a:ln>
        </p:spPr>
      </p:sp>
      <p:sp>
        <p:nvSpPr>
          <p:cNvPr id="390" name="03_PREDICTIONS__pred2_r0c0">
            <a:extLst xmlns:a="http://schemas.openxmlformats.org/drawingml/2006/main">
              <a:ext uri="{FF2B5EF4-FFF2-40B4-BE49-F238E27FC236}">
                <a16:creationId xmlns:a16="http://schemas.microsoft.com/office/drawing/2014/main" id="{ED519AFF-F012-4AFF-88EA-6E6882FAED39}"/>
              </a:ext>
            </a:extLst>
          </p:cNvPr>
          <p:cNvSpPr>
            <a:spLocks xmlns:a="http://schemas.openxmlformats.org/drawingml/2006/main" noGrp="1"/>
          </p:cNvSpPr>
          <p:nvPr/>
        </p:nvSpPr>
        <p:spPr>
          <a:xfrm xmlns:a="http://schemas.openxmlformats.org/drawingml/2006/main" rot="0" flipH="0" flipV="0">
            <a:off x="10403205" y="2969895"/>
            <a:ext cx="121920" cy="121920"/>
          </a:xfrm>
          <a:prstGeom xmlns:a="http://schemas.openxmlformats.org/drawingml/2006/main" prst="rect">
            <a:avLst/>
          </a:prstGeom>
          <a:solidFill xmlns:a="http://schemas.openxmlformats.org/drawingml/2006/main">
            <a:srgbClr val="DDEBEA"/>
          </a:solidFill>
          <a:ln xmlns:a="http://schemas.openxmlformats.org/drawingml/2006/main" w="7620">
            <a:solidFill>
              <a:srgbClr val="FFFFFF"/>
            </a:solidFill>
          </a:ln>
        </p:spPr>
      </p:sp>
      <p:sp>
        <p:nvSpPr>
          <p:cNvPr id="391" name="03_PREDICTIONS__pred2_r0c1">
            <a:extLst xmlns:a="http://schemas.openxmlformats.org/drawingml/2006/main">
              <a:ext uri="{FF2B5EF4-FFF2-40B4-BE49-F238E27FC236}">
                <a16:creationId xmlns:a16="http://schemas.microsoft.com/office/drawing/2014/main" id="{A06E4B83-323E-4F49-A467-A36259D1AAEB}"/>
              </a:ext>
            </a:extLst>
          </p:cNvPr>
          <p:cNvSpPr>
            <a:spLocks xmlns:a="http://schemas.openxmlformats.org/drawingml/2006/main" noGrp="1"/>
          </p:cNvSpPr>
          <p:nvPr/>
        </p:nvSpPr>
        <p:spPr>
          <a:xfrm xmlns:a="http://schemas.openxmlformats.org/drawingml/2006/main" rot="0" flipH="0" flipV="0">
            <a:off x="10525125" y="2969895"/>
            <a:ext cx="121920" cy="121920"/>
          </a:xfrm>
          <a:prstGeom xmlns:a="http://schemas.openxmlformats.org/drawingml/2006/main" prst="rect">
            <a:avLst/>
          </a:prstGeom>
          <a:solidFill xmlns:a="http://schemas.openxmlformats.org/drawingml/2006/main">
            <a:srgbClr val="D4E6E5"/>
          </a:solidFill>
          <a:ln xmlns:a="http://schemas.openxmlformats.org/drawingml/2006/main" w="7620">
            <a:solidFill>
              <a:srgbClr val="FFFFFF"/>
            </a:solidFill>
          </a:ln>
        </p:spPr>
      </p:sp>
      <p:sp>
        <p:nvSpPr>
          <p:cNvPr id="392" name="03_PREDICTIONS__pred2_r0c2">
            <a:extLst xmlns:a="http://schemas.openxmlformats.org/drawingml/2006/main">
              <a:ext uri="{FF2B5EF4-FFF2-40B4-BE49-F238E27FC236}">
                <a16:creationId xmlns:a16="http://schemas.microsoft.com/office/drawing/2014/main" id="{46E76666-B69B-43E1-8496-FDBA51605F24}"/>
              </a:ext>
            </a:extLst>
          </p:cNvPr>
          <p:cNvSpPr>
            <a:spLocks xmlns:a="http://schemas.openxmlformats.org/drawingml/2006/main" noGrp="1"/>
          </p:cNvSpPr>
          <p:nvPr/>
        </p:nvSpPr>
        <p:spPr>
          <a:xfrm xmlns:a="http://schemas.openxmlformats.org/drawingml/2006/main" rot="0" flipH="0" flipV="0">
            <a:off x="10647045" y="2969895"/>
            <a:ext cx="121920" cy="121920"/>
          </a:xfrm>
          <a:prstGeom xmlns:a="http://schemas.openxmlformats.org/drawingml/2006/main" prst="rect">
            <a:avLst/>
          </a:prstGeom>
          <a:solidFill xmlns:a="http://schemas.openxmlformats.org/drawingml/2006/main">
            <a:srgbClr val="D0E4E2"/>
          </a:solidFill>
          <a:ln xmlns:a="http://schemas.openxmlformats.org/drawingml/2006/main" w="7620">
            <a:solidFill>
              <a:srgbClr val="FFFFFF"/>
            </a:solidFill>
          </a:ln>
        </p:spPr>
      </p:sp>
      <p:sp>
        <p:nvSpPr>
          <p:cNvPr id="393" name="03_PREDICTIONS__pred2_r0c3">
            <a:extLst xmlns:a="http://schemas.openxmlformats.org/drawingml/2006/main">
              <a:ext uri="{FF2B5EF4-FFF2-40B4-BE49-F238E27FC236}">
                <a16:creationId xmlns:a16="http://schemas.microsoft.com/office/drawing/2014/main" id="{223279C8-27B3-4D5D-B08B-D928795102A5}"/>
              </a:ext>
            </a:extLst>
          </p:cNvPr>
          <p:cNvSpPr>
            <a:spLocks xmlns:a="http://schemas.openxmlformats.org/drawingml/2006/main" noGrp="1"/>
          </p:cNvSpPr>
          <p:nvPr/>
        </p:nvSpPr>
        <p:spPr>
          <a:xfrm xmlns:a="http://schemas.openxmlformats.org/drawingml/2006/main" rot="0" flipH="0" flipV="0">
            <a:off x="10768965" y="2969895"/>
            <a:ext cx="121920" cy="121920"/>
          </a:xfrm>
          <a:prstGeom xmlns:a="http://schemas.openxmlformats.org/drawingml/2006/main" prst="rect">
            <a:avLst/>
          </a:prstGeom>
          <a:solidFill xmlns:a="http://schemas.openxmlformats.org/drawingml/2006/main">
            <a:srgbClr val="D3E5E4"/>
          </a:solidFill>
          <a:ln xmlns:a="http://schemas.openxmlformats.org/drawingml/2006/main" w="7620">
            <a:solidFill>
              <a:srgbClr val="FFFFFF"/>
            </a:solidFill>
          </a:ln>
        </p:spPr>
      </p:sp>
      <p:sp>
        <p:nvSpPr>
          <p:cNvPr id="394" name="03_PREDICTIONS__pred2_r0c4">
            <a:extLst xmlns:a="http://schemas.openxmlformats.org/drawingml/2006/main">
              <a:ext uri="{FF2B5EF4-FFF2-40B4-BE49-F238E27FC236}">
                <a16:creationId xmlns:a16="http://schemas.microsoft.com/office/drawing/2014/main" id="{44AEAF31-1FCA-4E0E-8F20-44C906023FBE}"/>
              </a:ext>
            </a:extLst>
          </p:cNvPr>
          <p:cNvSpPr>
            <a:spLocks xmlns:a="http://schemas.openxmlformats.org/drawingml/2006/main" noGrp="1"/>
          </p:cNvSpPr>
          <p:nvPr/>
        </p:nvSpPr>
        <p:spPr>
          <a:xfrm xmlns:a="http://schemas.openxmlformats.org/drawingml/2006/main" rot="0" flipH="0" flipV="0">
            <a:off x="10890885" y="2969895"/>
            <a:ext cx="121920" cy="121920"/>
          </a:xfrm>
          <a:prstGeom xmlns:a="http://schemas.openxmlformats.org/drawingml/2006/main" prst="rect">
            <a:avLst/>
          </a:prstGeom>
          <a:solidFill xmlns:a="http://schemas.openxmlformats.org/drawingml/2006/main">
            <a:srgbClr val="606C73"/>
          </a:solidFill>
          <a:ln xmlns:a="http://schemas.openxmlformats.org/drawingml/2006/main" w="7620">
            <a:solidFill>
              <a:srgbClr val="FFFFFF"/>
            </a:solidFill>
          </a:ln>
        </p:spPr>
      </p:sp>
      <p:sp>
        <p:nvSpPr>
          <p:cNvPr id="395" name="03_PREDICTIONS__pred2_r0c5">
            <a:extLst xmlns:a="http://schemas.openxmlformats.org/drawingml/2006/main">
              <a:ext uri="{FF2B5EF4-FFF2-40B4-BE49-F238E27FC236}">
                <a16:creationId xmlns:a16="http://schemas.microsoft.com/office/drawing/2014/main" id="{96D6F5B3-6209-48DA-AB28-9D1E59BFFEDA}"/>
              </a:ext>
            </a:extLst>
          </p:cNvPr>
          <p:cNvSpPr>
            <a:spLocks xmlns:a="http://schemas.openxmlformats.org/drawingml/2006/main" noGrp="1"/>
          </p:cNvSpPr>
          <p:nvPr/>
        </p:nvSpPr>
        <p:spPr>
          <a:xfrm xmlns:a="http://schemas.openxmlformats.org/drawingml/2006/main" rot="0" flipH="0" flipV="0">
            <a:off x="11012805" y="2969895"/>
            <a:ext cx="121920" cy="121920"/>
          </a:xfrm>
          <a:prstGeom xmlns:a="http://schemas.openxmlformats.org/drawingml/2006/main" prst="rect">
            <a:avLst/>
          </a:prstGeom>
          <a:solidFill xmlns:a="http://schemas.openxmlformats.org/drawingml/2006/main">
            <a:srgbClr val="E3EEEE"/>
          </a:solidFill>
          <a:ln xmlns:a="http://schemas.openxmlformats.org/drawingml/2006/main" w="7620">
            <a:solidFill>
              <a:srgbClr val="FFFFFF"/>
            </a:solidFill>
          </a:ln>
        </p:spPr>
      </p:sp>
      <p:sp>
        <p:nvSpPr>
          <p:cNvPr id="396" name="03_PREDICTIONS__pred2_r0c6">
            <a:extLst xmlns:a="http://schemas.openxmlformats.org/drawingml/2006/main">
              <a:ext uri="{FF2B5EF4-FFF2-40B4-BE49-F238E27FC236}">
                <a16:creationId xmlns:a16="http://schemas.microsoft.com/office/drawing/2014/main" id="{BAD7F323-8B9D-4105-8F0B-1387453B95B4}"/>
              </a:ext>
            </a:extLst>
          </p:cNvPr>
          <p:cNvSpPr>
            <a:spLocks xmlns:a="http://schemas.openxmlformats.org/drawingml/2006/main" noGrp="1"/>
          </p:cNvSpPr>
          <p:nvPr/>
        </p:nvSpPr>
        <p:spPr>
          <a:xfrm xmlns:a="http://schemas.openxmlformats.org/drawingml/2006/main" rot="0" flipH="0" flipV="0">
            <a:off x="11134725" y="2969895"/>
            <a:ext cx="121920" cy="121920"/>
          </a:xfrm>
          <a:prstGeom xmlns:a="http://schemas.openxmlformats.org/drawingml/2006/main" prst="rect">
            <a:avLst/>
          </a:prstGeom>
          <a:solidFill xmlns:a="http://schemas.openxmlformats.org/drawingml/2006/main">
            <a:srgbClr val="E9F2F1"/>
          </a:solidFill>
          <a:ln xmlns:a="http://schemas.openxmlformats.org/drawingml/2006/main" w="7620">
            <a:solidFill>
              <a:srgbClr val="FFFFFF"/>
            </a:solidFill>
          </a:ln>
        </p:spPr>
      </p:sp>
      <p:sp>
        <p:nvSpPr>
          <p:cNvPr id="397" name="03_PREDICTIONS__pred2_r0c7">
            <a:extLst xmlns:a="http://schemas.openxmlformats.org/drawingml/2006/main">
              <a:ext uri="{FF2B5EF4-FFF2-40B4-BE49-F238E27FC236}">
                <a16:creationId xmlns:a16="http://schemas.microsoft.com/office/drawing/2014/main" id="{8418815D-78AF-40DC-B6D9-C924E5D32423}"/>
              </a:ext>
            </a:extLst>
          </p:cNvPr>
          <p:cNvSpPr>
            <a:spLocks xmlns:a="http://schemas.openxmlformats.org/drawingml/2006/main" noGrp="1"/>
          </p:cNvSpPr>
          <p:nvPr/>
        </p:nvSpPr>
        <p:spPr>
          <a:xfrm xmlns:a="http://schemas.openxmlformats.org/drawingml/2006/main" rot="0" flipH="0" flipV="0">
            <a:off x="11256645" y="2969895"/>
            <a:ext cx="121920" cy="121920"/>
          </a:xfrm>
          <a:prstGeom xmlns:a="http://schemas.openxmlformats.org/drawingml/2006/main" prst="rect">
            <a:avLst/>
          </a:prstGeom>
          <a:solidFill xmlns:a="http://schemas.openxmlformats.org/drawingml/2006/main">
            <a:srgbClr val="ECF3F3"/>
          </a:solidFill>
          <a:ln xmlns:a="http://schemas.openxmlformats.org/drawingml/2006/main" w="7620">
            <a:solidFill>
              <a:srgbClr val="FFFFFF"/>
            </a:solidFill>
          </a:ln>
        </p:spPr>
      </p:sp>
      <p:sp>
        <p:nvSpPr>
          <p:cNvPr id="398" name="03_PREDICTIONS__pred2_r0c8">
            <a:extLst xmlns:a="http://schemas.openxmlformats.org/drawingml/2006/main">
              <a:ext uri="{FF2B5EF4-FFF2-40B4-BE49-F238E27FC236}">
                <a16:creationId xmlns:a16="http://schemas.microsoft.com/office/drawing/2014/main" id="{09DE4A58-B184-47E5-AE16-1D96CC12E17E}"/>
              </a:ext>
            </a:extLst>
          </p:cNvPr>
          <p:cNvSpPr>
            <a:spLocks xmlns:a="http://schemas.openxmlformats.org/drawingml/2006/main" noGrp="1"/>
          </p:cNvSpPr>
          <p:nvPr/>
        </p:nvSpPr>
        <p:spPr>
          <a:xfrm xmlns:a="http://schemas.openxmlformats.org/drawingml/2006/main" rot="0" flipH="0" flipV="0">
            <a:off x="11378565" y="2969895"/>
            <a:ext cx="121920" cy="121920"/>
          </a:xfrm>
          <a:prstGeom xmlns:a="http://schemas.openxmlformats.org/drawingml/2006/main" prst="rect">
            <a:avLst/>
          </a:prstGeom>
          <a:solidFill xmlns:a="http://schemas.openxmlformats.org/drawingml/2006/main">
            <a:srgbClr val="EDF4F4"/>
          </a:solidFill>
          <a:ln xmlns:a="http://schemas.openxmlformats.org/drawingml/2006/main" w="7620">
            <a:solidFill>
              <a:srgbClr val="FFFFFF"/>
            </a:solidFill>
          </a:ln>
        </p:spPr>
      </p:sp>
      <p:sp>
        <p:nvSpPr>
          <p:cNvPr id="399" name="03_PREDICTIONS__pred2_r0c9">
            <a:extLst xmlns:a="http://schemas.openxmlformats.org/drawingml/2006/main">
              <a:ext uri="{FF2B5EF4-FFF2-40B4-BE49-F238E27FC236}">
                <a16:creationId xmlns:a16="http://schemas.microsoft.com/office/drawing/2014/main" id="{EB987D2A-7821-47F9-B947-CCB81DB4310D}"/>
              </a:ext>
            </a:extLst>
          </p:cNvPr>
          <p:cNvSpPr>
            <a:spLocks xmlns:a="http://schemas.openxmlformats.org/drawingml/2006/main" noGrp="1"/>
          </p:cNvSpPr>
          <p:nvPr/>
        </p:nvSpPr>
        <p:spPr>
          <a:xfrm xmlns:a="http://schemas.openxmlformats.org/drawingml/2006/main" rot="0" flipH="0" flipV="0">
            <a:off x="11500485" y="2969895"/>
            <a:ext cx="121920" cy="121920"/>
          </a:xfrm>
          <a:prstGeom xmlns:a="http://schemas.openxmlformats.org/drawingml/2006/main" prst="rect">
            <a:avLst/>
          </a:prstGeom>
          <a:solidFill xmlns:a="http://schemas.openxmlformats.org/drawingml/2006/main">
            <a:srgbClr val="EDF4F4"/>
          </a:solidFill>
          <a:ln xmlns:a="http://schemas.openxmlformats.org/drawingml/2006/main" w="7620">
            <a:solidFill>
              <a:srgbClr val="FFFFFF"/>
            </a:solidFill>
          </a:ln>
        </p:spPr>
      </p:sp>
      <p:sp>
        <p:nvSpPr>
          <p:cNvPr id="400" name="03_PREDICTIONS__pred2_r1c0">
            <a:extLst xmlns:a="http://schemas.openxmlformats.org/drawingml/2006/main">
              <a:ext uri="{FF2B5EF4-FFF2-40B4-BE49-F238E27FC236}">
                <a16:creationId xmlns:a16="http://schemas.microsoft.com/office/drawing/2014/main" id="{B90657CC-54BC-4F04-84F1-90E6FBB0ABEE}"/>
              </a:ext>
            </a:extLst>
          </p:cNvPr>
          <p:cNvSpPr>
            <a:spLocks xmlns:a="http://schemas.openxmlformats.org/drawingml/2006/main" noGrp="1"/>
          </p:cNvSpPr>
          <p:nvPr/>
        </p:nvSpPr>
        <p:spPr>
          <a:xfrm xmlns:a="http://schemas.openxmlformats.org/drawingml/2006/main" rot="0" flipH="0" flipV="0">
            <a:off x="10403205" y="3091815"/>
            <a:ext cx="121920" cy="121920"/>
          </a:xfrm>
          <a:prstGeom xmlns:a="http://schemas.openxmlformats.org/drawingml/2006/main" prst="rect">
            <a:avLst/>
          </a:prstGeom>
          <a:solidFill xmlns:a="http://schemas.openxmlformats.org/drawingml/2006/main">
            <a:srgbClr val="BCD8D6"/>
          </a:solidFill>
          <a:ln xmlns:a="http://schemas.openxmlformats.org/drawingml/2006/main" w="7620">
            <a:solidFill>
              <a:srgbClr val="FFFFFF"/>
            </a:solidFill>
          </a:ln>
        </p:spPr>
      </p:sp>
      <p:sp>
        <p:nvSpPr>
          <p:cNvPr id="401" name="03_PREDICTIONS__pred2_r1c1">
            <a:extLst xmlns:a="http://schemas.openxmlformats.org/drawingml/2006/main">
              <a:ext uri="{FF2B5EF4-FFF2-40B4-BE49-F238E27FC236}">
                <a16:creationId xmlns:a16="http://schemas.microsoft.com/office/drawing/2014/main" id="{71D8843A-4F7E-429C-9DD1-DF92DC0C8D1D}"/>
              </a:ext>
            </a:extLst>
          </p:cNvPr>
          <p:cNvSpPr>
            <a:spLocks xmlns:a="http://schemas.openxmlformats.org/drawingml/2006/main" noGrp="1"/>
          </p:cNvSpPr>
          <p:nvPr/>
        </p:nvSpPr>
        <p:spPr>
          <a:xfrm xmlns:a="http://schemas.openxmlformats.org/drawingml/2006/main" rot="0" flipH="0" flipV="0">
            <a:off x="10525125" y="3091815"/>
            <a:ext cx="121920" cy="121920"/>
          </a:xfrm>
          <a:prstGeom xmlns:a="http://schemas.openxmlformats.org/drawingml/2006/main" prst="rect">
            <a:avLst/>
          </a:prstGeom>
          <a:solidFill xmlns:a="http://schemas.openxmlformats.org/drawingml/2006/main">
            <a:srgbClr val="A4CBC8"/>
          </a:solidFill>
          <a:ln xmlns:a="http://schemas.openxmlformats.org/drawingml/2006/main" w="7620">
            <a:solidFill>
              <a:srgbClr val="FFFFFF"/>
            </a:solidFill>
          </a:ln>
        </p:spPr>
      </p:sp>
      <p:sp>
        <p:nvSpPr>
          <p:cNvPr id="402" name="03_PREDICTIONS__pred2_r1c2">
            <a:extLst xmlns:a="http://schemas.openxmlformats.org/drawingml/2006/main">
              <a:ext uri="{FF2B5EF4-FFF2-40B4-BE49-F238E27FC236}">
                <a16:creationId xmlns:a16="http://schemas.microsoft.com/office/drawing/2014/main" id="{138D3FF7-F161-4835-B477-B239A20E1F70}"/>
              </a:ext>
            </a:extLst>
          </p:cNvPr>
          <p:cNvSpPr>
            <a:spLocks xmlns:a="http://schemas.openxmlformats.org/drawingml/2006/main" noGrp="1"/>
          </p:cNvSpPr>
          <p:nvPr/>
        </p:nvSpPr>
        <p:spPr>
          <a:xfrm xmlns:a="http://schemas.openxmlformats.org/drawingml/2006/main" rot="0" flipH="0" flipV="0">
            <a:off x="10647045" y="3091815"/>
            <a:ext cx="121920" cy="121920"/>
          </a:xfrm>
          <a:prstGeom xmlns:a="http://schemas.openxmlformats.org/drawingml/2006/main" prst="rect">
            <a:avLst/>
          </a:prstGeom>
          <a:solidFill xmlns:a="http://schemas.openxmlformats.org/drawingml/2006/main">
            <a:srgbClr val="98C4C1"/>
          </a:solidFill>
          <a:ln xmlns:a="http://schemas.openxmlformats.org/drawingml/2006/main" w="7620">
            <a:solidFill>
              <a:srgbClr val="FFFFFF"/>
            </a:solidFill>
          </a:ln>
        </p:spPr>
      </p:sp>
      <p:sp>
        <p:nvSpPr>
          <p:cNvPr id="403" name="03_PREDICTIONS__pred2_r1c3">
            <a:extLst xmlns:a="http://schemas.openxmlformats.org/drawingml/2006/main">
              <a:ext uri="{FF2B5EF4-FFF2-40B4-BE49-F238E27FC236}">
                <a16:creationId xmlns:a16="http://schemas.microsoft.com/office/drawing/2014/main" id="{AD859640-B87D-4220-9FE9-D178B6DAF175}"/>
              </a:ext>
            </a:extLst>
          </p:cNvPr>
          <p:cNvSpPr>
            <a:spLocks xmlns:a="http://schemas.openxmlformats.org/drawingml/2006/main" noGrp="1"/>
          </p:cNvSpPr>
          <p:nvPr/>
        </p:nvSpPr>
        <p:spPr>
          <a:xfrm xmlns:a="http://schemas.openxmlformats.org/drawingml/2006/main" rot="0" flipH="0" flipV="0">
            <a:off x="10768965" y="3091815"/>
            <a:ext cx="121920" cy="121920"/>
          </a:xfrm>
          <a:prstGeom xmlns:a="http://schemas.openxmlformats.org/drawingml/2006/main" prst="rect">
            <a:avLst/>
          </a:prstGeom>
          <a:solidFill xmlns:a="http://schemas.openxmlformats.org/drawingml/2006/main">
            <a:srgbClr val="A0C8C5"/>
          </a:solidFill>
          <a:ln xmlns:a="http://schemas.openxmlformats.org/drawingml/2006/main" w="7620">
            <a:solidFill>
              <a:srgbClr val="FFFFFF"/>
            </a:solidFill>
          </a:ln>
        </p:spPr>
      </p:sp>
      <p:sp>
        <p:nvSpPr>
          <p:cNvPr id="404" name="03_PREDICTIONS__pred2_r1c4">
            <a:extLst xmlns:a="http://schemas.openxmlformats.org/drawingml/2006/main">
              <a:ext uri="{FF2B5EF4-FFF2-40B4-BE49-F238E27FC236}">
                <a16:creationId xmlns:a16="http://schemas.microsoft.com/office/drawing/2014/main" id="{CA9B3E1A-ACF7-4C07-88B5-91EC3E08688C}"/>
              </a:ext>
            </a:extLst>
          </p:cNvPr>
          <p:cNvSpPr>
            <a:spLocks xmlns:a="http://schemas.openxmlformats.org/drawingml/2006/main" noGrp="1"/>
          </p:cNvSpPr>
          <p:nvPr/>
        </p:nvSpPr>
        <p:spPr>
          <a:xfrm xmlns:a="http://schemas.openxmlformats.org/drawingml/2006/main" rot="0" flipH="0" flipV="0">
            <a:off x="10890885" y="3091815"/>
            <a:ext cx="121920" cy="121920"/>
          </a:xfrm>
          <a:prstGeom xmlns:a="http://schemas.openxmlformats.org/drawingml/2006/main" prst="rect">
            <a:avLst/>
          </a:prstGeom>
          <a:solidFill xmlns:a="http://schemas.openxmlformats.org/drawingml/2006/main">
            <a:srgbClr val="606C73"/>
          </a:solidFill>
          <a:ln xmlns:a="http://schemas.openxmlformats.org/drawingml/2006/main" w="7620">
            <a:solidFill>
              <a:srgbClr val="FFFFFF"/>
            </a:solidFill>
          </a:ln>
        </p:spPr>
      </p:sp>
      <p:sp>
        <p:nvSpPr>
          <p:cNvPr id="405" name="03_PREDICTIONS__pred2_r1c5">
            <a:extLst xmlns:a="http://schemas.openxmlformats.org/drawingml/2006/main">
              <a:ext uri="{FF2B5EF4-FFF2-40B4-BE49-F238E27FC236}">
                <a16:creationId xmlns:a16="http://schemas.microsoft.com/office/drawing/2014/main" id="{E39A4487-1421-4E55-ADB9-02F92D6588CA}"/>
              </a:ext>
            </a:extLst>
          </p:cNvPr>
          <p:cNvSpPr>
            <a:spLocks xmlns:a="http://schemas.openxmlformats.org/drawingml/2006/main" noGrp="1"/>
          </p:cNvSpPr>
          <p:nvPr/>
        </p:nvSpPr>
        <p:spPr>
          <a:xfrm xmlns:a="http://schemas.openxmlformats.org/drawingml/2006/main" rot="0" flipH="0" flipV="0">
            <a:off x="11012805" y="3091815"/>
            <a:ext cx="121920" cy="121920"/>
          </a:xfrm>
          <a:prstGeom xmlns:a="http://schemas.openxmlformats.org/drawingml/2006/main" prst="rect">
            <a:avLst/>
          </a:prstGeom>
          <a:solidFill xmlns:a="http://schemas.openxmlformats.org/drawingml/2006/main">
            <a:srgbClr val="CFE3E2"/>
          </a:solidFill>
          <a:ln xmlns:a="http://schemas.openxmlformats.org/drawingml/2006/main" w="7620">
            <a:solidFill>
              <a:srgbClr val="FFFFFF"/>
            </a:solidFill>
          </a:ln>
        </p:spPr>
      </p:sp>
      <p:sp>
        <p:nvSpPr>
          <p:cNvPr id="406" name="03_PREDICTIONS__pred2_r1c6">
            <a:extLst xmlns:a="http://schemas.openxmlformats.org/drawingml/2006/main">
              <a:ext uri="{FF2B5EF4-FFF2-40B4-BE49-F238E27FC236}">
                <a16:creationId xmlns:a16="http://schemas.microsoft.com/office/drawing/2014/main" id="{FF9E1C3C-3A21-4918-9A3A-FFD70BC0E00B}"/>
              </a:ext>
            </a:extLst>
          </p:cNvPr>
          <p:cNvSpPr>
            <a:spLocks xmlns:a="http://schemas.openxmlformats.org/drawingml/2006/main" noGrp="1"/>
          </p:cNvSpPr>
          <p:nvPr/>
        </p:nvSpPr>
        <p:spPr>
          <a:xfrm xmlns:a="http://schemas.openxmlformats.org/drawingml/2006/main" rot="0" flipH="0" flipV="0">
            <a:off x="11134725" y="3091815"/>
            <a:ext cx="121920" cy="121920"/>
          </a:xfrm>
          <a:prstGeom xmlns:a="http://schemas.openxmlformats.org/drawingml/2006/main" prst="rect">
            <a:avLst/>
          </a:prstGeom>
          <a:solidFill xmlns:a="http://schemas.openxmlformats.org/drawingml/2006/main">
            <a:srgbClr val="E1EDEC"/>
          </a:solidFill>
          <a:ln xmlns:a="http://schemas.openxmlformats.org/drawingml/2006/main" w="7620">
            <a:solidFill>
              <a:srgbClr val="FFFFFF"/>
            </a:solidFill>
          </a:ln>
        </p:spPr>
      </p:sp>
      <p:sp>
        <p:nvSpPr>
          <p:cNvPr id="407" name="03_PREDICTIONS__pred2_r1c7">
            <a:extLst xmlns:a="http://schemas.openxmlformats.org/drawingml/2006/main">
              <a:ext uri="{FF2B5EF4-FFF2-40B4-BE49-F238E27FC236}">
                <a16:creationId xmlns:a16="http://schemas.microsoft.com/office/drawing/2014/main" id="{FD1DD5B4-FFE2-4417-9EB7-58B861DE4E63}"/>
              </a:ext>
            </a:extLst>
          </p:cNvPr>
          <p:cNvSpPr>
            <a:spLocks xmlns:a="http://schemas.openxmlformats.org/drawingml/2006/main" noGrp="1"/>
          </p:cNvSpPr>
          <p:nvPr/>
        </p:nvSpPr>
        <p:spPr>
          <a:xfrm xmlns:a="http://schemas.openxmlformats.org/drawingml/2006/main" rot="0" flipH="0" flipV="0">
            <a:off x="11256645" y="3091815"/>
            <a:ext cx="121920" cy="121920"/>
          </a:xfrm>
          <a:prstGeom xmlns:a="http://schemas.openxmlformats.org/drawingml/2006/main" prst="rect">
            <a:avLst/>
          </a:prstGeom>
          <a:solidFill xmlns:a="http://schemas.openxmlformats.org/drawingml/2006/main">
            <a:srgbClr val="E9F2F1"/>
          </a:solidFill>
          <a:ln xmlns:a="http://schemas.openxmlformats.org/drawingml/2006/main" w="7620">
            <a:solidFill>
              <a:srgbClr val="FFFFFF"/>
            </a:solidFill>
          </a:ln>
        </p:spPr>
      </p:sp>
      <p:sp>
        <p:nvSpPr>
          <p:cNvPr id="408" name="03_PREDICTIONS__pred2_r1c8">
            <a:extLst xmlns:a="http://schemas.openxmlformats.org/drawingml/2006/main">
              <a:ext uri="{FF2B5EF4-FFF2-40B4-BE49-F238E27FC236}">
                <a16:creationId xmlns:a16="http://schemas.microsoft.com/office/drawing/2014/main" id="{3075BF67-9425-47D1-8CA6-A52A7F3B99BD}"/>
              </a:ext>
            </a:extLst>
          </p:cNvPr>
          <p:cNvSpPr>
            <a:spLocks xmlns:a="http://schemas.openxmlformats.org/drawingml/2006/main" noGrp="1"/>
          </p:cNvSpPr>
          <p:nvPr/>
        </p:nvSpPr>
        <p:spPr>
          <a:xfrm xmlns:a="http://schemas.openxmlformats.org/drawingml/2006/main" rot="0" flipH="0" flipV="0">
            <a:off x="11378565" y="3091815"/>
            <a:ext cx="121920" cy="121920"/>
          </a:xfrm>
          <a:prstGeom xmlns:a="http://schemas.openxmlformats.org/drawingml/2006/main" prst="rect">
            <a:avLst/>
          </a:prstGeom>
          <a:solidFill xmlns:a="http://schemas.openxmlformats.org/drawingml/2006/main">
            <a:srgbClr val="ECF3F3"/>
          </a:solidFill>
          <a:ln xmlns:a="http://schemas.openxmlformats.org/drawingml/2006/main" w="7620">
            <a:solidFill>
              <a:srgbClr val="FFFFFF"/>
            </a:solidFill>
          </a:ln>
        </p:spPr>
      </p:sp>
      <p:sp>
        <p:nvSpPr>
          <p:cNvPr id="409" name="03_PREDICTIONS__pred2_r1c9">
            <a:extLst xmlns:a="http://schemas.openxmlformats.org/drawingml/2006/main">
              <a:ext uri="{FF2B5EF4-FFF2-40B4-BE49-F238E27FC236}">
                <a16:creationId xmlns:a16="http://schemas.microsoft.com/office/drawing/2014/main" id="{1A343584-3553-4008-9BC7-DC7F7DBA0BCA}"/>
              </a:ext>
            </a:extLst>
          </p:cNvPr>
          <p:cNvSpPr>
            <a:spLocks xmlns:a="http://schemas.openxmlformats.org/drawingml/2006/main" noGrp="1"/>
          </p:cNvSpPr>
          <p:nvPr/>
        </p:nvSpPr>
        <p:spPr>
          <a:xfrm xmlns:a="http://schemas.openxmlformats.org/drawingml/2006/main" rot="0" flipH="0" flipV="0">
            <a:off x="11500485" y="3091815"/>
            <a:ext cx="121920" cy="121920"/>
          </a:xfrm>
          <a:prstGeom xmlns:a="http://schemas.openxmlformats.org/drawingml/2006/main" prst="rect">
            <a:avLst/>
          </a:prstGeom>
          <a:solidFill xmlns:a="http://schemas.openxmlformats.org/drawingml/2006/main">
            <a:srgbClr val="EDF4F4"/>
          </a:solidFill>
          <a:ln xmlns:a="http://schemas.openxmlformats.org/drawingml/2006/main" w="7620">
            <a:solidFill>
              <a:srgbClr val="FFFFFF"/>
            </a:solidFill>
          </a:ln>
        </p:spPr>
      </p:sp>
      <p:sp>
        <p:nvSpPr>
          <p:cNvPr id="410" name="03_PREDICTIONS__pred2_r2c0">
            <a:extLst xmlns:a="http://schemas.openxmlformats.org/drawingml/2006/main">
              <a:ext uri="{FF2B5EF4-FFF2-40B4-BE49-F238E27FC236}">
                <a16:creationId xmlns:a16="http://schemas.microsoft.com/office/drawing/2014/main" id="{31FCCBF9-9A72-4EDA-8864-8A912F469FC0}"/>
              </a:ext>
            </a:extLst>
          </p:cNvPr>
          <p:cNvSpPr>
            <a:spLocks xmlns:a="http://schemas.openxmlformats.org/drawingml/2006/main" noGrp="1"/>
          </p:cNvSpPr>
          <p:nvPr/>
        </p:nvSpPr>
        <p:spPr>
          <a:xfrm xmlns:a="http://schemas.openxmlformats.org/drawingml/2006/main" rot="0" flipH="0" flipV="0">
            <a:off x="10403205" y="3213735"/>
            <a:ext cx="121920" cy="121920"/>
          </a:xfrm>
          <a:prstGeom xmlns:a="http://schemas.openxmlformats.org/drawingml/2006/main" prst="rect">
            <a:avLst/>
          </a:prstGeom>
          <a:solidFill xmlns:a="http://schemas.openxmlformats.org/drawingml/2006/main">
            <a:srgbClr val="96C3C0"/>
          </a:solidFill>
          <a:ln xmlns:a="http://schemas.openxmlformats.org/drawingml/2006/main" w="7620">
            <a:solidFill>
              <a:srgbClr val="FFFFFF"/>
            </a:solidFill>
          </a:ln>
        </p:spPr>
      </p:sp>
      <p:sp>
        <p:nvSpPr>
          <p:cNvPr id="411" name="03_PREDICTIONS__pred2_r2c1">
            <a:extLst xmlns:a="http://schemas.openxmlformats.org/drawingml/2006/main">
              <a:ext uri="{FF2B5EF4-FFF2-40B4-BE49-F238E27FC236}">
                <a16:creationId xmlns:a16="http://schemas.microsoft.com/office/drawing/2014/main" id="{513ECA39-0F67-43CF-84A0-3DC5BE5BFF95}"/>
              </a:ext>
            </a:extLst>
          </p:cNvPr>
          <p:cNvSpPr>
            <a:spLocks xmlns:a="http://schemas.openxmlformats.org/drawingml/2006/main" noGrp="1"/>
          </p:cNvSpPr>
          <p:nvPr/>
        </p:nvSpPr>
        <p:spPr>
          <a:xfrm xmlns:a="http://schemas.openxmlformats.org/drawingml/2006/main" rot="0" flipH="0" flipV="0">
            <a:off x="10525125" y="3213735"/>
            <a:ext cx="121920" cy="121920"/>
          </a:xfrm>
          <a:prstGeom xmlns:a="http://schemas.openxmlformats.org/drawingml/2006/main" prst="rect">
            <a:avLst/>
          </a:prstGeom>
          <a:solidFill xmlns:a="http://schemas.openxmlformats.org/drawingml/2006/main">
            <a:srgbClr val="6BABA6"/>
          </a:solidFill>
          <a:ln xmlns:a="http://schemas.openxmlformats.org/drawingml/2006/main" w="7620">
            <a:solidFill>
              <a:srgbClr val="FFFFFF"/>
            </a:solidFill>
          </a:ln>
        </p:spPr>
      </p:sp>
      <p:sp>
        <p:nvSpPr>
          <p:cNvPr id="412" name="03_PREDICTIONS__pred2_r2c2">
            <a:extLst xmlns:a="http://schemas.openxmlformats.org/drawingml/2006/main">
              <a:ext uri="{FF2B5EF4-FFF2-40B4-BE49-F238E27FC236}">
                <a16:creationId xmlns:a16="http://schemas.microsoft.com/office/drawing/2014/main" id="{4CB193C5-9BFA-49D5-9DF0-3060E9A2D5F1}"/>
              </a:ext>
            </a:extLst>
          </p:cNvPr>
          <p:cNvSpPr>
            <a:spLocks xmlns:a="http://schemas.openxmlformats.org/drawingml/2006/main" noGrp="1"/>
          </p:cNvSpPr>
          <p:nvPr/>
        </p:nvSpPr>
        <p:spPr>
          <a:xfrm xmlns:a="http://schemas.openxmlformats.org/drawingml/2006/main" rot="0" flipH="0" flipV="0">
            <a:off x="10647045" y="3213735"/>
            <a:ext cx="121920" cy="121920"/>
          </a:xfrm>
          <a:prstGeom xmlns:a="http://schemas.openxmlformats.org/drawingml/2006/main" prst="rect">
            <a:avLst/>
          </a:prstGeom>
          <a:solidFill xmlns:a="http://schemas.openxmlformats.org/drawingml/2006/main">
            <a:srgbClr val="569F9A"/>
          </a:solidFill>
          <a:ln xmlns:a="http://schemas.openxmlformats.org/drawingml/2006/main" w="7620">
            <a:solidFill>
              <a:srgbClr val="FFFFFF"/>
            </a:solidFill>
          </a:ln>
        </p:spPr>
      </p:sp>
      <p:sp>
        <p:nvSpPr>
          <p:cNvPr id="413" name="03_PREDICTIONS__pred2_r2c3">
            <a:extLst xmlns:a="http://schemas.openxmlformats.org/drawingml/2006/main">
              <a:ext uri="{FF2B5EF4-FFF2-40B4-BE49-F238E27FC236}">
                <a16:creationId xmlns:a16="http://schemas.microsoft.com/office/drawing/2014/main" id="{3E9F6576-9987-4E2A-AE4A-4144EA0A11D3}"/>
              </a:ext>
            </a:extLst>
          </p:cNvPr>
          <p:cNvSpPr>
            <a:spLocks xmlns:a="http://schemas.openxmlformats.org/drawingml/2006/main" noGrp="1"/>
          </p:cNvSpPr>
          <p:nvPr/>
        </p:nvSpPr>
        <p:spPr>
          <a:xfrm xmlns:a="http://schemas.openxmlformats.org/drawingml/2006/main" rot="0" flipH="0" flipV="0">
            <a:off x="10768965" y="3213735"/>
            <a:ext cx="121920" cy="121920"/>
          </a:xfrm>
          <a:prstGeom xmlns:a="http://schemas.openxmlformats.org/drawingml/2006/main" prst="rect">
            <a:avLst/>
          </a:prstGeom>
          <a:solidFill xmlns:a="http://schemas.openxmlformats.org/drawingml/2006/main">
            <a:srgbClr val="65A7A2"/>
          </a:solidFill>
          <a:ln xmlns:a="http://schemas.openxmlformats.org/drawingml/2006/main" w="7620">
            <a:solidFill>
              <a:srgbClr val="FFFFFF"/>
            </a:solidFill>
          </a:ln>
        </p:spPr>
      </p:sp>
      <p:sp>
        <p:nvSpPr>
          <p:cNvPr id="414" name="03_PREDICTIONS__pred2_r2c4">
            <a:extLst xmlns:a="http://schemas.openxmlformats.org/drawingml/2006/main">
              <a:ext uri="{FF2B5EF4-FFF2-40B4-BE49-F238E27FC236}">
                <a16:creationId xmlns:a16="http://schemas.microsoft.com/office/drawing/2014/main" id="{43245408-960D-4844-A3D1-3929BFFDA02C}"/>
              </a:ext>
            </a:extLst>
          </p:cNvPr>
          <p:cNvSpPr>
            <a:spLocks xmlns:a="http://schemas.openxmlformats.org/drawingml/2006/main" noGrp="1"/>
          </p:cNvSpPr>
          <p:nvPr/>
        </p:nvSpPr>
        <p:spPr>
          <a:xfrm xmlns:a="http://schemas.openxmlformats.org/drawingml/2006/main" rot="0" flipH="0" flipV="0">
            <a:off x="10890885" y="3213735"/>
            <a:ext cx="121920" cy="121920"/>
          </a:xfrm>
          <a:prstGeom xmlns:a="http://schemas.openxmlformats.org/drawingml/2006/main" prst="rect">
            <a:avLst/>
          </a:prstGeom>
          <a:solidFill xmlns:a="http://schemas.openxmlformats.org/drawingml/2006/main">
            <a:srgbClr val="606C73"/>
          </a:solidFill>
          <a:ln xmlns:a="http://schemas.openxmlformats.org/drawingml/2006/main" w="7620">
            <a:solidFill>
              <a:srgbClr val="FFFFFF"/>
            </a:solidFill>
          </a:ln>
        </p:spPr>
      </p:sp>
      <p:sp>
        <p:nvSpPr>
          <p:cNvPr id="415" name="03_PREDICTIONS__pred2_r2c5">
            <a:extLst xmlns:a="http://schemas.openxmlformats.org/drawingml/2006/main">
              <a:ext uri="{FF2B5EF4-FFF2-40B4-BE49-F238E27FC236}">
                <a16:creationId xmlns:a16="http://schemas.microsoft.com/office/drawing/2014/main" id="{09830F02-3DF9-4677-9E9F-BBA61E59C614}"/>
              </a:ext>
            </a:extLst>
          </p:cNvPr>
          <p:cNvSpPr>
            <a:spLocks xmlns:a="http://schemas.openxmlformats.org/drawingml/2006/main" noGrp="1"/>
          </p:cNvSpPr>
          <p:nvPr/>
        </p:nvSpPr>
        <p:spPr>
          <a:xfrm xmlns:a="http://schemas.openxmlformats.org/drawingml/2006/main" rot="0" flipH="0" flipV="0">
            <a:off x="11012805" y="3213735"/>
            <a:ext cx="121920" cy="121920"/>
          </a:xfrm>
          <a:prstGeom xmlns:a="http://schemas.openxmlformats.org/drawingml/2006/main" prst="rect">
            <a:avLst/>
          </a:prstGeom>
          <a:solidFill xmlns:a="http://schemas.openxmlformats.org/drawingml/2006/main">
            <a:srgbClr val="B9D6D4"/>
          </a:solidFill>
          <a:ln xmlns:a="http://schemas.openxmlformats.org/drawingml/2006/main" w="7620">
            <a:solidFill>
              <a:srgbClr val="FFFFFF"/>
            </a:solidFill>
          </a:ln>
        </p:spPr>
      </p:sp>
      <p:sp>
        <p:nvSpPr>
          <p:cNvPr id="416" name="03_PREDICTIONS__pred2_r2c6">
            <a:extLst xmlns:a="http://schemas.openxmlformats.org/drawingml/2006/main">
              <a:ext uri="{FF2B5EF4-FFF2-40B4-BE49-F238E27FC236}">
                <a16:creationId xmlns:a16="http://schemas.microsoft.com/office/drawing/2014/main" id="{3693D2D8-C543-494F-8D56-B0DA14D72B2A}"/>
              </a:ext>
            </a:extLst>
          </p:cNvPr>
          <p:cNvSpPr>
            <a:spLocks xmlns:a="http://schemas.openxmlformats.org/drawingml/2006/main" noGrp="1"/>
          </p:cNvSpPr>
          <p:nvPr/>
        </p:nvSpPr>
        <p:spPr>
          <a:xfrm xmlns:a="http://schemas.openxmlformats.org/drawingml/2006/main" rot="0" flipH="0" flipV="0">
            <a:off x="11134725" y="3213735"/>
            <a:ext cx="121920" cy="121920"/>
          </a:xfrm>
          <a:prstGeom xmlns:a="http://schemas.openxmlformats.org/drawingml/2006/main" prst="rect">
            <a:avLst/>
          </a:prstGeom>
          <a:solidFill xmlns:a="http://schemas.openxmlformats.org/drawingml/2006/main">
            <a:srgbClr val="D7E7E6"/>
          </a:solidFill>
          <a:ln xmlns:a="http://schemas.openxmlformats.org/drawingml/2006/main" w="7620">
            <a:solidFill>
              <a:srgbClr val="FFFFFF"/>
            </a:solidFill>
          </a:ln>
        </p:spPr>
      </p:sp>
      <p:sp>
        <p:nvSpPr>
          <p:cNvPr id="417" name="03_PREDICTIONS__pred2_r2c7">
            <a:extLst xmlns:a="http://schemas.openxmlformats.org/drawingml/2006/main">
              <a:ext uri="{FF2B5EF4-FFF2-40B4-BE49-F238E27FC236}">
                <a16:creationId xmlns:a16="http://schemas.microsoft.com/office/drawing/2014/main" id="{66BBB6DA-A84C-4EF7-A879-E1350E0E6EFF}"/>
              </a:ext>
            </a:extLst>
          </p:cNvPr>
          <p:cNvSpPr>
            <a:spLocks xmlns:a="http://schemas.openxmlformats.org/drawingml/2006/main" noGrp="1"/>
          </p:cNvSpPr>
          <p:nvPr/>
        </p:nvSpPr>
        <p:spPr>
          <a:xfrm xmlns:a="http://schemas.openxmlformats.org/drawingml/2006/main" rot="0" flipH="0" flipV="0">
            <a:off x="11256645" y="3213735"/>
            <a:ext cx="121920" cy="121920"/>
          </a:xfrm>
          <a:prstGeom xmlns:a="http://schemas.openxmlformats.org/drawingml/2006/main" prst="rect">
            <a:avLst/>
          </a:prstGeom>
          <a:solidFill xmlns:a="http://schemas.openxmlformats.org/drawingml/2006/main">
            <a:srgbClr val="E6F0EF"/>
          </a:solidFill>
          <a:ln xmlns:a="http://schemas.openxmlformats.org/drawingml/2006/main" w="7620">
            <a:solidFill>
              <a:srgbClr val="FFFFFF"/>
            </a:solidFill>
          </a:ln>
        </p:spPr>
      </p:sp>
      <p:sp>
        <p:nvSpPr>
          <p:cNvPr id="418" name="03_PREDICTIONS__pred2_r2c8">
            <a:extLst xmlns:a="http://schemas.openxmlformats.org/drawingml/2006/main">
              <a:ext uri="{FF2B5EF4-FFF2-40B4-BE49-F238E27FC236}">
                <a16:creationId xmlns:a16="http://schemas.microsoft.com/office/drawing/2014/main" id="{D57C23B3-39F2-430A-B448-50F6BA86A8BE}"/>
              </a:ext>
            </a:extLst>
          </p:cNvPr>
          <p:cNvSpPr>
            <a:spLocks xmlns:a="http://schemas.openxmlformats.org/drawingml/2006/main" noGrp="1"/>
          </p:cNvSpPr>
          <p:nvPr/>
        </p:nvSpPr>
        <p:spPr>
          <a:xfrm xmlns:a="http://schemas.openxmlformats.org/drawingml/2006/main" rot="0" flipH="0" flipV="0">
            <a:off x="11378565" y="3213735"/>
            <a:ext cx="121920" cy="121920"/>
          </a:xfrm>
          <a:prstGeom xmlns:a="http://schemas.openxmlformats.org/drawingml/2006/main" prst="rect">
            <a:avLst/>
          </a:prstGeom>
          <a:solidFill xmlns:a="http://schemas.openxmlformats.org/drawingml/2006/main">
            <a:srgbClr val="ECF3F3"/>
          </a:solidFill>
          <a:ln xmlns:a="http://schemas.openxmlformats.org/drawingml/2006/main" w="7620">
            <a:solidFill>
              <a:srgbClr val="FFFFFF"/>
            </a:solidFill>
          </a:ln>
        </p:spPr>
      </p:sp>
      <p:sp>
        <p:nvSpPr>
          <p:cNvPr id="419" name="03_PREDICTIONS__pred2_r2c9">
            <a:extLst xmlns:a="http://schemas.openxmlformats.org/drawingml/2006/main">
              <a:ext uri="{FF2B5EF4-FFF2-40B4-BE49-F238E27FC236}">
                <a16:creationId xmlns:a16="http://schemas.microsoft.com/office/drawing/2014/main" id="{E6C19B28-0E2E-4CC7-B3BA-80B6ED568A12}"/>
              </a:ext>
            </a:extLst>
          </p:cNvPr>
          <p:cNvSpPr>
            <a:spLocks xmlns:a="http://schemas.openxmlformats.org/drawingml/2006/main" noGrp="1"/>
          </p:cNvSpPr>
          <p:nvPr/>
        </p:nvSpPr>
        <p:spPr>
          <a:xfrm xmlns:a="http://schemas.openxmlformats.org/drawingml/2006/main" rot="0" flipH="0" flipV="0">
            <a:off x="11500485" y="3213735"/>
            <a:ext cx="121920" cy="121920"/>
          </a:xfrm>
          <a:prstGeom xmlns:a="http://schemas.openxmlformats.org/drawingml/2006/main" prst="rect">
            <a:avLst/>
          </a:prstGeom>
          <a:solidFill xmlns:a="http://schemas.openxmlformats.org/drawingml/2006/main">
            <a:srgbClr val="EDF4F4"/>
          </a:solidFill>
          <a:ln xmlns:a="http://schemas.openxmlformats.org/drawingml/2006/main" w="7620">
            <a:solidFill>
              <a:srgbClr val="FFFFFF"/>
            </a:solidFill>
          </a:ln>
        </p:spPr>
      </p:sp>
      <p:sp>
        <p:nvSpPr>
          <p:cNvPr id="420" name="03_PREDICTIONS__pred2_r3c0">
            <a:extLst xmlns:a="http://schemas.openxmlformats.org/drawingml/2006/main">
              <a:ext uri="{FF2B5EF4-FFF2-40B4-BE49-F238E27FC236}">
                <a16:creationId xmlns:a16="http://schemas.microsoft.com/office/drawing/2014/main" id="{76063905-6128-463A-9A9F-92B85A37EF18}"/>
              </a:ext>
            </a:extLst>
          </p:cNvPr>
          <p:cNvSpPr>
            <a:spLocks xmlns:a="http://schemas.openxmlformats.org/drawingml/2006/main" noGrp="1"/>
          </p:cNvSpPr>
          <p:nvPr/>
        </p:nvSpPr>
        <p:spPr>
          <a:xfrm xmlns:a="http://schemas.openxmlformats.org/drawingml/2006/main" rot="0" flipH="0" flipV="0">
            <a:off x="10403205" y="3335655"/>
            <a:ext cx="121920" cy="121920"/>
          </a:xfrm>
          <a:prstGeom xmlns:a="http://schemas.openxmlformats.org/drawingml/2006/main" prst="rect">
            <a:avLst/>
          </a:prstGeom>
          <a:solidFill xmlns:a="http://schemas.openxmlformats.org/drawingml/2006/main">
            <a:srgbClr val="92C1BD"/>
          </a:solidFill>
          <a:ln xmlns:a="http://schemas.openxmlformats.org/drawingml/2006/main" w="7620">
            <a:solidFill>
              <a:srgbClr val="FFFFFF"/>
            </a:solidFill>
          </a:ln>
        </p:spPr>
      </p:sp>
      <p:sp>
        <p:nvSpPr>
          <p:cNvPr id="421" name="03_PREDICTIONS__pred2_r3c1">
            <a:extLst xmlns:a="http://schemas.openxmlformats.org/drawingml/2006/main">
              <a:ext uri="{FF2B5EF4-FFF2-40B4-BE49-F238E27FC236}">
                <a16:creationId xmlns:a16="http://schemas.microsoft.com/office/drawing/2014/main" id="{A5125A0C-7E0F-40CD-8E9F-C4B5C27B06C8}"/>
              </a:ext>
            </a:extLst>
          </p:cNvPr>
          <p:cNvSpPr>
            <a:spLocks xmlns:a="http://schemas.openxmlformats.org/drawingml/2006/main" noGrp="1"/>
          </p:cNvSpPr>
          <p:nvPr/>
        </p:nvSpPr>
        <p:spPr>
          <a:xfrm xmlns:a="http://schemas.openxmlformats.org/drawingml/2006/main" rot="0" flipH="0" flipV="0">
            <a:off x="10525125" y="3335655"/>
            <a:ext cx="121920" cy="121920"/>
          </a:xfrm>
          <a:prstGeom xmlns:a="http://schemas.openxmlformats.org/drawingml/2006/main" prst="rect">
            <a:avLst/>
          </a:prstGeom>
          <a:solidFill xmlns:a="http://schemas.openxmlformats.org/drawingml/2006/main">
            <a:srgbClr val="65A7A2"/>
          </a:solidFill>
          <a:ln xmlns:a="http://schemas.openxmlformats.org/drawingml/2006/main" w="7620">
            <a:solidFill>
              <a:srgbClr val="FFFFFF"/>
            </a:solidFill>
          </a:ln>
        </p:spPr>
      </p:sp>
      <p:sp>
        <p:nvSpPr>
          <p:cNvPr id="422" name="03_PREDICTIONS__pred2_r3c2">
            <a:extLst xmlns:a="http://schemas.openxmlformats.org/drawingml/2006/main">
              <a:ext uri="{FF2B5EF4-FFF2-40B4-BE49-F238E27FC236}">
                <a16:creationId xmlns:a16="http://schemas.microsoft.com/office/drawing/2014/main" id="{6F2AAF34-F5CC-4F24-A783-7E3D8FF8F8F3}"/>
              </a:ext>
            </a:extLst>
          </p:cNvPr>
          <p:cNvSpPr>
            <a:spLocks xmlns:a="http://schemas.openxmlformats.org/drawingml/2006/main" noGrp="1"/>
          </p:cNvSpPr>
          <p:nvPr/>
        </p:nvSpPr>
        <p:spPr>
          <a:xfrm xmlns:a="http://schemas.openxmlformats.org/drawingml/2006/main" rot="0" flipH="0" flipV="0">
            <a:off x="10647045" y="3335655"/>
            <a:ext cx="121920" cy="121920"/>
          </a:xfrm>
          <a:prstGeom xmlns:a="http://schemas.openxmlformats.org/drawingml/2006/main" prst="rect">
            <a:avLst/>
          </a:prstGeom>
          <a:solidFill xmlns:a="http://schemas.openxmlformats.org/drawingml/2006/main">
            <a:srgbClr val="4E9B95"/>
          </a:solidFill>
          <a:ln xmlns:a="http://schemas.openxmlformats.org/drawingml/2006/main" w="7620">
            <a:solidFill>
              <a:srgbClr val="FFFFFF"/>
            </a:solidFill>
          </a:ln>
        </p:spPr>
      </p:sp>
      <p:sp>
        <p:nvSpPr>
          <p:cNvPr id="423" name="03_PREDICTIONS__pred2_r3c3">
            <a:extLst xmlns:a="http://schemas.openxmlformats.org/drawingml/2006/main">
              <a:ext uri="{FF2B5EF4-FFF2-40B4-BE49-F238E27FC236}">
                <a16:creationId xmlns:a16="http://schemas.microsoft.com/office/drawing/2014/main" id="{0767CE1F-77E2-48EF-BACA-4C24345134BA}"/>
              </a:ext>
            </a:extLst>
          </p:cNvPr>
          <p:cNvSpPr>
            <a:spLocks xmlns:a="http://schemas.openxmlformats.org/drawingml/2006/main" noGrp="1"/>
          </p:cNvSpPr>
          <p:nvPr/>
        </p:nvSpPr>
        <p:spPr>
          <a:xfrm xmlns:a="http://schemas.openxmlformats.org/drawingml/2006/main" rot="0" flipH="0" flipV="0">
            <a:off x="10768965" y="3335655"/>
            <a:ext cx="121920" cy="121920"/>
          </a:xfrm>
          <a:prstGeom xmlns:a="http://schemas.openxmlformats.org/drawingml/2006/main" prst="rect">
            <a:avLst/>
          </a:prstGeom>
          <a:solidFill xmlns:a="http://schemas.openxmlformats.org/drawingml/2006/main">
            <a:srgbClr val="5EA39E"/>
          </a:solidFill>
          <a:ln xmlns:a="http://schemas.openxmlformats.org/drawingml/2006/main" w="7620">
            <a:solidFill>
              <a:srgbClr val="FFFFFF"/>
            </a:solidFill>
          </a:ln>
        </p:spPr>
      </p:sp>
      <p:sp>
        <p:nvSpPr>
          <p:cNvPr id="424" name="03_PREDICTIONS__pred2_r3c4">
            <a:extLst xmlns:a="http://schemas.openxmlformats.org/drawingml/2006/main">
              <a:ext uri="{FF2B5EF4-FFF2-40B4-BE49-F238E27FC236}">
                <a16:creationId xmlns:a16="http://schemas.microsoft.com/office/drawing/2014/main" id="{3475B9CC-C3D7-4FD6-B8C8-A7A370BA3508}"/>
              </a:ext>
            </a:extLst>
          </p:cNvPr>
          <p:cNvSpPr>
            <a:spLocks xmlns:a="http://schemas.openxmlformats.org/drawingml/2006/main" noGrp="1"/>
          </p:cNvSpPr>
          <p:nvPr/>
        </p:nvSpPr>
        <p:spPr>
          <a:xfrm xmlns:a="http://schemas.openxmlformats.org/drawingml/2006/main" rot="0" flipH="0" flipV="0">
            <a:off x="10890885" y="3335655"/>
            <a:ext cx="121920" cy="121920"/>
          </a:xfrm>
          <a:prstGeom xmlns:a="http://schemas.openxmlformats.org/drawingml/2006/main" prst="rect">
            <a:avLst/>
          </a:prstGeom>
          <a:solidFill xmlns:a="http://schemas.openxmlformats.org/drawingml/2006/main">
            <a:srgbClr val="88BBB7"/>
          </a:solidFill>
          <a:ln xmlns:a="http://schemas.openxmlformats.org/drawingml/2006/main" w="7620">
            <a:solidFill>
              <a:srgbClr val="FFFFFF"/>
            </a:solidFill>
          </a:ln>
        </p:spPr>
      </p:sp>
      <p:sp>
        <p:nvSpPr>
          <p:cNvPr id="425" name="03_PREDICTIONS__pred2_r3c5">
            <a:extLst xmlns:a="http://schemas.openxmlformats.org/drawingml/2006/main">
              <a:ext uri="{FF2B5EF4-FFF2-40B4-BE49-F238E27FC236}">
                <a16:creationId xmlns:a16="http://schemas.microsoft.com/office/drawing/2014/main" id="{3468D0F4-075C-4E36-8C8F-4B31CFF5DB82}"/>
              </a:ext>
            </a:extLst>
          </p:cNvPr>
          <p:cNvSpPr>
            <a:spLocks xmlns:a="http://schemas.openxmlformats.org/drawingml/2006/main" noGrp="1"/>
          </p:cNvSpPr>
          <p:nvPr/>
        </p:nvSpPr>
        <p:spPr>
          <a:xfrm xmlns:a="http://schemas.openxmlformats.org/drawingml/2006/main" rot="0" flipH="0" flipV="0">
            <a:off x="11012805" y="3335655"/>
            <a:ext cx="121920" cy="121920"/>
          </a:xfrm>
          <a:prstGeom xmlns:a="http://schemas.openxmlformats.org/drawingml/2006/main" prst="rect">
            <a:avLst/>
          </a:prstGeom>
          <a:solidFill xmlns:a="http://schemas.openxmlformats.org/drawingml/2006/main">
            <a:srgbClr val="B6D5D3"/>
          </a:solidFill>
          <a:ln xmlns:a="http://schemas.openxmlformats.org/drawingml/2006/main" w="7620">
            <a:solidFill>
              <a:srgbClr val="FFFFFF"/>
            </a:solidFill>
          </a:ln>
        </p:spPr>
      </p:sp>
      <p:sp>
        <p:nvSpPr>
          <p:cNvPr id="426" name="03_PREDICTIONS__pred2_r3c6">
            <a:extLst xmlns:a="http://schemas.openxmlformats.org/drawingml/2006/main">
              <a:ext uri="{FF2B5EF4-FFF2-40B4-BE49-F238E27FC236}">
                <a16:creationId xmlns:a16="http://schemas.microsoft.com/office/drawing/2014/main" id="{4ECAEB78-A834-41D2-9E4F-1AA01AD36BDB}"/>
              </a:ext>
            </a:extLst>
          </p:cNvPr>
          <p:cNvSpPr>
            <a:spLocks xmlns:a="http://schemas.openxmlformats.org/drawingml/2006/main" noGrp="1"/>
          </p:cNvSpPr>
          <p:nvPr/>
        </p:nvSpPr>
        <p:spPr>
          <a:xfrm xmlns:a="http://schemas.openxmlformats.org/drawingml/2006/main" rot="0" flipH="0" flipV="0">
            <a:off x="11134725" y="3335655"/>
            <a:ext cx="121920" cy="121920"/>
          </a:xfrm>
          <a:prstGeom xmlns:a="http://schemas.openxmlformats.org/drawingml/2006/main" prst="rect">
            <a:avLst/>
          </a:prstGeom>
          <a:solidFill xmlns:a="http://schemas.openxmlformats.org/drawingml/2006/main">
            <a:srgbClr val="D6E7E6"/>
          </a:solidFill>
          <a:ln xmlns:a="http://schemas.openxmlformats.org/drawingml/2006/main" w="7620">
            <a:solidFill>
              <a:srgbClr val="FFFFFF"/>
            </a:solidFill>
          </a:ln>
        </p:spPr>
      </p:sp>
      <p:sp>
        <p:nvSpPr>
          <p:cNvPr id="427" name="03_PREDICTIONS__pred2_r3c7">
            <a:extLst xmlns:a="http://schemas.openxmlformats.org/drawingml/2006/main">
              <a:ext uri="{FF2B5EF4-FFF2-40B4-BE49-F238E27FC236}">
                <a16:creationId xmlns:a16="http://schemas.microsoft.com/office/drawing/2014/main" id="{57DCF9A5-49CB-4917-8D47-12F6BEAD08D9}"/>
              </a:ext>
            </a:extLst>
          </p:cNvPr>
          <p:cNvSpPr>
            <a:spLocks xmlns:a="http://schemas.openxmlformats.org/drawingml/2006/main" noGrp="1"/>
          </p:cNvSpPr>
          <p:nvPr/>
        </p:nvSpPr>
        <p:spPr>
          <a:xfrm xmlns:a="http://schemas.openxmlformats.org/drawingml/2006/main" rot="0" flipH="0" flipV="0">
            <a:off x="11256645" y="3335655"/>
            <a:ext cx="121920" cy="121920"/>
          </a:xfrm>
          <a:prstGeom xmlns:a="http://schemas.openxmlformats.org/drawingml/2006/main" prst="rect">
            <a:avLst/>
          </a:prstGeom>
          <a:solidFill xmlns:a="http://schemas.openxmlformats.org/drawingml/2006/main">
            <a:srgbClr val="E6F0EF"/>
          </a:solidFill>
          <a:ln xmlns:a="http://schemas.openxmlformats.org/drawingml/2006/main" w="7620">
            <a:solidFill>
              <a:srgbClr val="FFFFFF"/>
            </a:solidFill>
          </a:ln>
        </p:spPr>
      </p:sp>
      <p:sp>
        <p:nvSpPr>
          <p:cNvPr id="428" name="03_PREDICTIONS__pred2_r3c8">
            <a:extLst xmlns:a="http://schemas.openxmlformats.org/drawingml/2006/main">
              <a:ext uri="{FF2B5EF4-FFF2-40B4-BE49-F238E27FC236}">
                <a16:creationId xmlns:a16="http://schemas.microsoft.com/office/drawing/2014/main" id="{E83DD971-4D58-4DC1-A7CD-7E82D73C52C5}"/>
              </a:ext>
            </a:extLst>
          </p:cNvPr>
          <p:cNvSpPr>
            <a:spLocks xmlns:a="http://schemas.openxmlformats.org/drawingml/2006/main" noGrp="1"/>
          </p:cNvSpPr>
          <p:nvPr/>
        </p:nvSpPr>
        <p:spPr>
          <a:xfrm xmlns:a="http://schemas.openxmlformats.org/drawingml/2006/main" rot="0" flipH="0" flipV="0">
            <a:off x="11378565" y="3335655"/>
            <a:ext cx="121920" cy="121920"/>
          </a:xfrm>
          <a:prstGeom xmlns:a="http://schemas.openxmlformats.org/drawingml/2006/main" prst="rect">
            <a:avLst/>
          </a:prstGeom>
          <a:solidFill xmlns:a="http://schemas.openxmlformats.org/drawingml/2006/main">
            <a:srgbClr val="EBF3F3"/>
          </a:solidFill>
          <a:ln xmlns:a="http://schemas.openxmlformats.org/drawingml/2006/main" w="7620">
            <a:solidFill>
              <a:srgbClr val="FFFFFF"/>
            </a:solidFill>
          </a:ln>
        </p:spPr>
      </p:sp>
      <p:sp>
        <p:nvSpPr>
          <p:cNvPr id="429" name="03_PREDICTIONS__pred2_r3c9">
            <a:extLst xmlns:a="http://schemas.openxmlformats.org/drawingml/2006/main">
              <a:ext uri="{FF2B5EF4-FFF2-40B4-BE49-F238E27FC236}">
                <a16:creationId xmlns:a16="http://schemas.microsoft.com/office/drawing/2014/main" id="{CCD8DBDA-9A7D-4ED2-BF7E-0CAB95A25C82}"/>
              </a:ext>
            </a:extLst>
          </p:cNvPr>
          <p:cNvSpPr>
            <a:spLocks xmlns:a="http://schemas.openxmlformats.org/drawingml/2006/main" noGrp="1"/>
          </p:cNvSpPr>
          <p:nvPr/>
        </p:nvSpPr>
        <p:spPr>
          <a:xfrm xmlns:a="http://schemas.openxmlformats.org/drawingml/2006/main" rot="0" flipH="0" flipV="0">
            <a:off x="11500485" y="3335655"/>
            <a:ext cx="121920" cy="121920"/>
          </a:xfrm>
          <a:prstGeom xmlns:a="http://schemas.openxmlformats.org/drawingml/2006/main" prst="rect">
            <a:avLst/>
          </a:prstGeom>
          <a:solidFill xmlns:a="http://schemas.openxmlformats.org/drawingml/2006/main">
            <a:srgbClr val="EDF4F4"/>
          </a:solidFill>
          <a:ln xmlns:a="http://schemas.openxmlformats.org/drawingml/2006/main" w="7620">
            <a:solidFill>
              <a:srgbClr val="FFFFFF"/>
            </a:solidFill>
          </a:ln>
        </p:spPr>
      </p:sp>
      <p:sp>
        <p:nvSpPr>
          <p:cNvPr id="430" name="03_PREDICTIONS__pred2_r4c0">
            <a:extLst xmlns:a="http://schemas.openxmlformats.org/drawingml/2006/main">
              <a:ext uri="{FF2B5EF4-FFF2-40B4-BE49-F238E27FC236}">
                <a16:creationId xmlns:a16="http://schemas.microsoft.com/office/drawing/2014/main" id="{BACE1411-E817-446C-8942-263C676F9FA5}"/>
              </a:ext>
            </a:extLst>
          </p:cNvPr>
          <p:cNvSpPr>
            <a:spLocks xmlns:a="http://schemas.openxmlformats.org/drawingml/2006/main" noGrp="1"/>
          </p:cNvSpPr>
          <p:nvPr/>
        </p:nvSpPr>
        <p:spPr>
          <a:xfrm xmlns:a="http://schemas.openxmlformats.org/drawingml/2006/main" rot="0" flipH="0" flipV="0">
            <a:off x="10403205" y="3457575"/>
            <a:ext cx="121920" cy="121920"/>
          </a:xfrm>
          <a:prstGeom xmlns:a="http://schemas.openxmlformats.org/drawingml/2006/main" prst="rect">
            <a:avLst/>
          </a:prstGeom>
          <a:solidFill xmlns:a="http://schemas.openxmlformats.org/drawingml/2006/main">
            <a:srgbClr val="B4D4D1"/>
          </a:solidFill>
          <a:ln xmlns:a="http://schemas.openxmlformats.org/drawingml/2006/main" w="7620">
            <a:solidFill>
              <a:srgbClr val="FFFFFF"/>
            </a:solidFill>
          </a:ln>
        </p:spPr>
      </p:sp>
      <p:sp>
        <p:nvSpPr>
          <p:cNvPr id="431" name="03_PREDICTIONS__pred2_r4c1">
            <a:extLst xmlns:a="http://schemas.openxmlformats.org/drawingml/2006/main">
              <a:ext uri="{FF2B5EF4-FFF2-40B4-BE49-F238E27FC236}">
                <a16:creationId xmlns:a16="http://schemas.microsoft.com/office/drawing/2014/main" id="{4106E42B-00BC-4332-AB94-CF2D83A65752}"/>
              </a:ext>
            </a:extLst>
          </p:cNvPr>
          <p:cNvSpPr>
            <a:spLocks xmlns:a="http://schemas.openxmlformats.org/drawingml/2006/main" noGrp="1"/>
          </p:cNvSpPr>
          <p:nvPr/>
        </p:nvSpPr>
        <p:spPr>
          <a:xfrm xmlns:a="http://schemas.openxmlformats.org/drawingml/2006/main" rot="0" flipH="0" flipV="0">
            <a:off x="10525125" y="3457575"/>
            <a:ext cx="121920" cy="121920"/>
          </a:xfrm>
          <a:prstGeom xmlns:a="http://schemas.openxmlformats.org/drawingml/2006/main" prst="rect">
            <a:avLst/>
          </a:prstGeom>
          <a:solidFill xmlns:a="http://schemas.openxmlformats.org/drawingml/2006/main">
            <a:srgbClr val="97C4C0"/>
          </a:solidFill>
          <a:ln xmlns:a="http://schemas.openxmlformats.org/drawingml/2006/main" w="7620">
            <a:solidFill>
              <a:srgbClr val="FFFFFF"/>
            </a:solidFill>
          </a:ln>
        </p:spPr>
      </p:sp>
      <p:sp>
        <p:nvSpPr>
          <p:cNvPr id="432" name="03_PREDICTIONS__pred2_r4c2">
            <a:extLst xmlns:a="http://schemas.openxmlformats.org/drawingml/2006/main">
              <a:ext uri="{FF2B5EF4-FFF2-40B4-BE49-F238E27FC236}">
                <a16:creationId xmlns:a16="http://schemas.microsoft.com/office/drawing/2014/main" id="{E87B7A60-658A-4003-B23D-6D22B5638CB2}"/>
              </a:ext>
            </a:extLst>
          </p:cNvPr>
          <p:cNvSpPr>
            <a:spLocks xmlns:a="http://schemas.openxmlformats.org/drawingml/2006/main" noGrp="1"/>
          </p:cNvSpPr>
          <p:nvPr/>
        </p:nvSpPr>
        <p:spPr>
          <a:xfrm xmlns:a="http://schemas.openxmlformats.org/drawingml/2006/main" rot="0" flipH="0" flipV="0">
            <a:off x="10647045" y="3457575"/>
            <a:ext cx="121920" cy="121920"/>
          </a:xfrm>
          <a:prstGeom xmlns:a="http://schemas.openxmlformats.org/drawingml/2006/main" prst="rect">
            <a:avLst/>
          </a:prstGeom>
          <a:solidFill xmlns:a="http://schemas.openxmlformats.org/drawingml/2006/main">
            <a:srgbClr val="89BCB8"/>
          </a:solidFill>
          <a:ln xmlns:a="http://schemas.openxmlformats.org/drawingml/2006/main" w="7620">
            <a:solidFill>
              <a:srgbClr val="FFFFFF"/>
            </a:solidFill>
          </a:ln>
        </p:spPr>
      </p:sp>
      <p:sp>
        <p:nvSpPr>
          <p:cNvPr id="433" name="03_PREDICTIONS__pred2_r4c3">
            <a:extLst xmlns:a="http://schemas.openxmlformats.org/drawingml/2006/main">
              <a:ext uri="{FF2B5EF4-FFF2-40B4-BE49-F238E27FC236}">
                <a16:creationId xmlns:a16="http://schemas.microsoft.com/office/drawing/2014/main" id="{57FCE9B7-8541-4C3D-85C3-4CEF564A904C}"/>
              </a:ext>
            </a:extLst>
          </p:cNvPr>
          <p:cNvSpPr>
            <a:spLocks xmlns:a="http://schemas.openxmlformats.org/drawingml/2006/main" noGrp="1"/>
          </p:cNvSpPr>
          <p:nvPr/>
        </p:nvSpPr>
        <p:spPr>
          <a:xfrm xmlns:a="http://schemas.openxmlformats.org/drawingml/2006/main" rot="0" flipH="0" flipV="0">
            <a:off x="10768965" y="3457575"/>
            <a:ext cx="121920" cy="121920"/>
          </a:xfrm>
          <a:prstGeom xmlns:a="http://schemas.openxmlformats.org/drawingml/2006/main" prst="rect">
            <a:avLst/>
          </a:prstGeom>
          <a:solidFill xmlns:a="http://schemas.openxmlformats.org/drawingml/2006/main">
            <a:srgbClr val="93C1BE"/>
          </a:solidFill>
          <a:ln xmlns:a="http://schemas.openxmlformats.org/drawingml/2006/main" w="7620">
            <a:solidFill>
              <a:srgbClr val="FFFFFF"/>
            </a:solidFill>
          </a:ln>
        </p:spPr>
      </p:sp>
      <p:sp>
        <p:nvSpPr>
          <p:cNvPr id="434" name="03_PREDICTIONS__pred2_r4c4">
            <a:extLst xmlns:a="http://schemas.openxmlformats.org/drawingml/2006/main">
              <a:ext uri="{FF2B5EF4-FFF2-40B4-BE49-F238E27FC236}">
                <a16:creationId xmlns:a16="http://schemas.microsoft.com/office/drawing/2014/main" id="{105C0592-C02B-44E2-9EF5-3022E69F64EE}"/>
              </a:ext>
            </a:extLst>
          </p:cNvPr>
          <p:cNvSpPr>
            <a:spLocks xmlns:a="http://schemas.openxmlformats.org/drawingml/2006/main" noGrp="1"/>
          </p:cNvSpPr>
          <p:nvPr/>
        </p:nvSpPr>
        <p:spPr>
          <a:xfrm xmlns:a="http://schemas.openxmlformats.org/drawingml/2006/main" rot="0" flipH="0" flipV="0">
            <a:off x="10890885" y="3457575"/>
            <a:ext cx="121920" cy="121920"/>
          </a:xfrm>
          <a:prstGeom xmlns:a="http://schemas.openxmlformats.org/drawingml/2006/main" prst="rect">
            <a:avLst/>
          </a:prstGeom>
          <a:solidFill xmlns:a="http://schemas.openxmlformats.org/drawingml/2006/main">
            <a:srgbClr val="AED0CE"/>
          </a:solidFill>
          <a:ln xmlns:a="http://schemas.openxmlformats.org/drawingml/2006/main" w="7620">
            <a:solidFill>
              <a:srgbClr val="FFFFFF"/>
            </a:solidFill>
          </a:ln>
        </p:spPr>
      </p:sp>
      <p:sp>
        <p:nvSpPr>
          <p:cNvPr id="435" name="03_PREDICTIONS__pred2_r4c5">
            <a:extLst xmlns:a="http://schemas.openxmlformats.org/drawingml/2006/main">
              <a:ext uri="{FF2B5EF4-FFF2-40B4-BE49-F238E27FC236}">
                <a16:creationId xmlns:a16="http://schemas.microsoft.com/office/drawing/2014/main" id="{53A80CA8-A884-4B28-B738-61EEC0613A4A}"/>
              </a:ext>
            </a:extLst>
          </p:cNvPr>
          <p:cNvSpPr>
            <a:spLocks xmlns:a="http://schemas.openxmlformats.org/drawingml/2006/main" noGrp="1"/>
          </p:cNvSpPr>
          <p:nvPr/>
        </p:nvSpPr>
        <p:spPr>
          <a:xfrm xmlns:a="http://schemas.openxmlformats.org/drawingml/2006/main" rot="0" flipH="0" flipV="0">
            <a:off x="11012805" y="3457575"/>
            <a:ext cx="121920" cy="121920"/>
          </a:xfrm>
          <a:prstGeom xmlns:a="http://schemas.openxmlformats.org/drawingml/2006/main" prst="rect">
            <a:avLst/>
          </a:prstGeom>
          <a:solidFill xmlns:a="http://schemas.openxmlformats.org/drawingml/2006/main">
            <a:srgbClr val="CAE0DF"/>
          </a:solidFill>
          <a:ln xmlns:a="http://schemas.openxmlformats.org/drawingml/2006/main" w="7620">
            <a:solidFill>
              <a:srgbClr val="FFFFFF"/>
            </a:solidFill>
          </a:ln>
        </p:spPr>
      </p:sp>
      <p:sp>
        <p:nvSpPr>
          <p:cNvPr id="436" name="03_PREDICTIONS__pred2_r4c6">
            <a:extLst xmlns:a="http://schemas.openxmlformats.org/drawingml/2006/main">
              <a:ext uri="{FF2B5EF4-FFF2-40B4-BE49-F238E27FC236}">
                <a16:creationId xmlns:a16="http://schemas.microsoft.com/office/drawing/2014/main" id="{43C78234-730B-41A3-B601-F80B1A6E3751}"/>
              </a:ext>
            </a:extLst>
          </p:cNvPr>
          <p:cNvSpPr>
            <a:spLocks xmlns:a="http://schemas.openxmlformats.org/drawingml/2006/main" noGrp="1"/>
          </p:cNvSpPr>
          <p:nvPr/>
        </p:nvSpPr>
        <p:spPr>
          <a:xfrm xmlns:a="http://schemas.openxmlformats.org/drawingml/2006/main" rot="0" flipH="0" flipV="0">
            <a:off x="11134725" y="3457575"/>
            <a:ext cx="121920" cy="121920"/>
          </a:xfrm>
          <a:prstGeom xmlns:a="http://schemas.openxmlformats.org/drawingml/2006/main" prst="rect">
            <a:avLst/>
          </a:prstGeom>
          <a:solidFill xmlns:a="http://schemas.openxmlformats.org/drawingml/2006/main">
            <a:srgbClr val="DFECEB"/>
          </a:solidFill>
          <a:ln xmlns:a="http://schemas.openxmlformats.org/drawingml/2006/main" w="7620">
            <a:solidFill>
              <a:srgbClr val="FFFFFF"/>
            </a:solidFill>
          </a:ln>
        </p:spPr>
      </p:sp>
      <p:sp>
        <p:nvSpPr>
          <p:cNvPr id="437" name="03_PREDICTIONS__pred2_r4c7">
            <a:extLst xmlns:a="http://schemas.openxmlformats.org/drawingml/2006/main">
              <a:ext uri="{FF2B5EF4-FFF2-40B4-BE49-F238E27FC236}">
                <a16:creationId xmlns:a16="http://schemas.microsoft.com/office/drawing/2014/main" id="{8991D01D-9D29-4588-8718-E479B669BB0D}"/>
              </a:ext>
            </a:extLst>
          </p:cNvPr>
          <p:cNvSpPr>
            <a:spLocks xmlns:a="http://schemas.openxmlformats.org/drawingml/2006/main" noGrp="1"/>
          </p:cNvSpPr>
          <p:nvPr/>
        </p:nvSpPr>
        <p:spPr>
          <a:xfrm xmlns:a="http://schemas.openxmlformats.org/drawingml/2006/main" rot="0" flipH="0" flipV="0">
            <a:off x="11256645" y="3457575"/>
            <a:ext cx="121920" cy="121920"/>
          </a:xfrm>
          <a:prstGeom xmlns:a="http://schemas.openxmlformats.org/drawingml/2006/main" prst="rect">
            <a:avLst/>
          </a:prstGeom>
          <a:solidFill xmlns:a="http://schemas.openxmlformats.org/drawingml/2006/main">
            <a:srgbClr val="E9F1F1"/>
          </a:solidFill>
          <a:ln xmlns:a="http://schemas.openxmlformats.org/drawingml/2006/main" w="7620">
            <a:solidFill>
              <a:srgbClr val="FFFFFF"/>
            </a:solidFill>
          </a:ln>
        </p:spPr>
      </p:sp>
      <p:sp>
        <p:nvSpPr>
          <p:cNvPr id="438" name="03_PREDICTIONS__pred2_r4c8">
            <a:extLst xmlns:a="http://schemas.openxmlformats.org/drawingml/2006/main">
              <a:ext uri="{FF2B5EF4-FFF2-40B4-BE49-F238E27FC236}">
                <a16:creationId xmlns:a16="http://schemas.microsoft.com/office/drawing/2014/main" id="{82FBC2CF-FCC5-43B5-A359-DA254D802A7E}"/>
              </a:ext>
            </a:extLst>
          </p:cNvPr>
          <p:cNvSpPr>
            <a:spLocks xmlns:a="http://schemas.openxmlformats.org/drawingml/2006/main" noGrp="1"/>
          </p:cNvSpPr>
          <p:nvPr/>
        </p:nvSpPr>
        <p:spPr>
          <a:xfrm xmlns:a="http://schemas.openxmlformats.org/drawingml/2006/main" rot="0" flipH="0" flipV="0">
            <a:off x="11378565" y="3457575"/>
            <a:ext cx="121920" cy="121920"/>
          </a:xfrm>
          <a:prstGeom xmlns:a="http://schemas.openxmlformats.org/drawingml/2006/main" prst="rect">
            <a:avLst/>
          </a:prstGeom>
          <a:solidFill xmlns:a="http://schemas.openxmlformats.org/drawingml/2006/main">
            <a:srgbClr val="ECF3F3"/>
          </a:solidFill>
          <a:ln xmlns:a="http://schemas.openxmlformats.org/drawingml/2006/main" w="7620">
            <a:solidFill>
              <a:srgbClr val="FFFFFF"/>
            </a:solidFill>
          </a:ln>
        </p:spPr>
      </p:sp>
      <p:sp>
        <p:nvSpPr>
          <p:cNvPr id="439" name="03_PREDICTIONS__pred2_r4c9">
            <a:extLst xmlns:a="http://schemas.openxmlformats.org/drawingml/2006/main">
              <a:ext uri="{FF2B5EF4-FFF2-40B4-BE49-F238E27FC236}">
                <a16:creationId xmlns:a16="http://schemas.microsoft.com/office/drawing/2014/main" id="{DBC7C807-2CED-496D-BE14-489348BFC9AB}"/>
              </a:ext>
            </a:extLst>
          </p:cNvPr>
          <p:cNvSpPr>
            <a:spLocks xmlns:a="http://schemas.openxmlformats.org/drawingml/2006/main" noGrp="1"/>
          </p:cNvSpPr>
          <p:nvPr/>
        </p:nvSpPr>
        <p:spPr>
          <a:xfrm xmlns:a="http://schemas.openxmlformats.org/drawingml/2006/main" rot="0" flipH="0" flipV="0">
            <a:off x="11500485" y="3457575"/>
            <a:ext cx="121920" cy="121920"/>
          </a:xfrm>
          <a:prstGeom xmlns:a="http://schemas.openxmlformats.org/drawingml/2006/main" prst="rect">
            <a:avLst/>
          </a:prstGeom>
          <a:solidFill xmlns:a="http://schemas.openxmlformats.org/drawingml/2006/main">
            <a:srgbClr val="EDF4F4"/>
          </a:solidFill>
          <a:ln xmlns:a="http://schemas.openxmlformats.org/drawingml/2006/main" w="7620">
            <a:solidFill>
              <a:srgbClr val="FFFFFF"/>
            </a:solidFill>
          </a:ln>
        </p:spPr>
      </p:sp>
      <p:sp>
        <p:nvSpPr>
          <p:cNvPr id="440" name="03_PREDICTIONS__pred2_r5c0">
            <a:extLst xmlns:a="http://schemas.openxmlformats.org/drawingml/2006/main">
              <a:ext uri="{FF2B5EF4-FFF2-40B4-BE49-F238E27FC236}">
                <a16:creationId xmlns:a16="http://schemas.microsoft.com/office/drawing/2014/main" id="{DB244A88-2E6B-40A5-9181-A8E882F876BF}"/>
              </a:ext>
            </a:extLst>
          </p:cNvPr>
          <p:cNvSpPr>
            <a:spLocks xmlns:a="http://schemas.openxmlformats.org/drawingml/2006/main" noGrp="1"/>
          </p:cNvSpPr>
          <p:nvPr/>
        </p:nvSpPr>
        <p:spPr>
          <a:xfrm xmlns:a="http://schemas.openxmlformats.org/drawingml/2006/main" rot="0" flipH="0" flipV="0">
            <a:off x="10403205" y="3579495"/>
            <a:ext cx="121920" cy="121920"/>
          </a:xfrm>
          <a:prstGeom xmlns:a="http://schemas.openxmlformats.org/drawingml/2006/main" prst="rect">
            <a:avLst/>
          </a:prstGeom>
          <a:solidFill xmlns:a="http://schemas.openxmlformats.org/drawingml/2006/main">
            <a:srgbClr val="D8E8E7"/>
          </a:solidFill>
          <a:ln xmlns:a="http://schemas.openxmlformats.org/drawingml/2006/main" w="7620">
            <a:solidFill>
              <a:srgbClr val="FFFFFF"/>
            </a:solidFill>
          </a:ln>
        </p:spPr>
      </p:sp>
      <p:sp>
        <p:nvSpPr>
          <p:cNvPr id="441" name="03_PREDICTIONS__pred2_r5c1">
            <a:extLst xmlns:a="http://schemas.openxmlformats.org/drawingml/2006/main">
              <a:ext uri="{FF2B5EF4-FFF2-40B4-BE49-F238E27FC236}">
                <a16:creationId xmlns:a16="http://schemas.microsoft.com/office/drawing/2014/main" id="{9E30BA98-8573-4D8A-A635-72618615A1F1}"/>
              </a:ext>
            </a:extLst>
          </p:cNvPr>
          <p:cNvSpPr>
            <a:spLocks xmlns:a="http://schemas.openxmlformats.org/drawingml/2006/main" noGrp="1"/>
          </p:cNvSpPr>
          <p:nvPr/>
        </p:nvSpPr>
        <p:spPr>
          <a:xfrm xmlns:a="http://schemas.openxmlformats.org/drawingml/2006/main" rot="0" flipH="0" flipV="0">
            <a:off x="10525125" y="3579495"/>
            <a:ext cx="121920" cy="121920"/>
          </a:xfrm>
          <a:prstGeom xmlns:a="http://schemas.openxmlformats.org/drawingml/2006/main" prst="rect">
            <a:avLst/>
          </a:prstGeom>
          <a:solidFill xmlns:a="http://schemas.openxmlformats.org/drawingml/2006/main">
            <a:srgbClr val="CDE2E0"/>
          </a:solidFill>
          <a:ln xmlns:a="http://schemas.openxmlformats.org/drawingml/2006/main" w="7620">
            <a:solidFill>
              <a:srgbClr val="FFFFFF"/>
            </a:solidFill>
          </a:ln>
        </p:spPr>
      </p:sp>
      <p:sp>
        <p:nvSpPr>
          <p:cNvPr id="442" name="03_PREDICTIONS__pred2_r5c2">
            <a:extLst xmlns:a="http://schemas.openxmlformats.org/drawingml/2006/main">
              <a:ext uri="{FF2B5EF4-FFF2-40B4-BE49-F238E27FC236}">
                <a16:creationId xmlns:a16="http://schemas.microsoft.com/office/drawing/2014/main" id="{D0DB63EC-05A6-40FE-9C52-55FBC450572D}"/>
              </a:ext>
            </a:extLst>
          </p:cNvPr>
          <p:cNvSpPr>
            <a:spLocks xmlns:a="http://schemas.openxmlformats.org/drawingml/2006/main" noGrp="1"/>
          </p:cNvSpPr>
          <p:nvPr/>
        </p:nvSpPr>
        <p:spPr>
          <a:xfrm xmlns:a="http://schemas.openxmlformats.org/drawingml/2006/main" rot="0" flipH="0" flipV="0">
            <a:off x="10647045" y="3579495"/>
            <a:ext cx="121920" cy="121920"/>
          </a:xfrm>
          <a:prstGeom xmlns:a="http://schemas.openxmlformats.org/drawingml/2006/main" prst="rect">
            <a:avLst/>
          </a:prstGeom>
          <a:solidFill xmlns:a="http://schemas.openxmlformats.org/drawingml/2006/main">
            <a:srgbClr val="C8DFDD"/>
          </a:solidFill>
          <a:ln xmlns:a="http://schemas.openxmlformats.org/drawingml/2006/main" w="7620">
            <a:solidFill>
              <a:srgbClr val="FFFFFF"/>
            </a:solidFill>
          </a:ln>
        </p:spPr>
      </p:sp>
      <p:sp>
        <p:nvSpPr>
          <p:cNvPr id="443" name="03_PREDICTIONS__pred2_r5c3">
            <a:extLst xmlns:a="http://schemas.openxmlformats.org/drawingml/2006/main">
              <a:ext uri="{FF2B5EF4-FFF2-40B4-BE49-F238E27FC236}">
                <a16:creationId xmlns:a16="http://schemas.microsoft.com/office/drawing/2014/main" id="{8560782F-9727-42A3-BE60-EA315F0C3D66}"/>
              </a:ext>
            </a:extLst>
          </p:cNvPr>
          <p:cNvSpPr>
            <a:spLocks xmlns:a="http://schemas.openxmlformats.org/drawingml/2006/main" noGrp="1"/>
          </p:cNvSpPr>
          <p:nvPr/>
        </p:nvSpPr>
        <p:spPr>
          <a:xfrm xmlns:a="http://schemas.openxmlformats.org/drawingml/2006/main" rot="0" flipH="0" flipV="0">
            <a:off x="10768965" y="3579495"/>
            <a:ext cx="121920" cy="121920"/>
          </a:xfrm>
          <a:prstGeom xmlns:a="http://schemas.openxmlformats.org/drawingml/2006/main" prst="rect">
            <a:avLst/>
          </a:prstGeom>
          <a:solidFill xmlns:a="http://schemas.openxmlformats.org/drawingml/2006/main">
            <a:srgbClr val="CBE1DF"/>
          </a:solidFill>
          <a:ln xmlns:a="http://schemas.openxmlformats.org/drawingml/2006/main" w="7620">
            <a:solidFill>
              <a:srgbClr val="FFFFFF"/>
            </a:solidFill>
          </a:ln>
        </p:spPr>
      </p:sp>
      <p:sp>
        <p:nvSpPr>
          <p:cNvPr id="444" name="03_PREDICTIONS__pred2_r5c4">
            <a:extLst xmlns:a="http://schemas.openxmlformats.org/drawingml/2006/main">
              <a:ext uri="{FF2B5EF4-FFF2-40B4-BE49-F238E27FC236}">
                <a16:creationId xmlns:a16="http://schemas.microsoft.com/office/drawing/2014/main" id="{3F610200-BD8A-4B45-8EA1-9A3B9E64192B}"/>
              </a:ext>
            </a:extLst>
          </p:cNvPr>
          <p:cNvSpPr>
            <a:spLocks xmlns:a="http://schemas.openxmlformats.org/drawingml/2006/main" noGrp="1"/>
          </p:cNvSpPr>
          <p:nvPr/>
        </p:nvSpPr>
        <p:spPr>
          <a:xfrm xmlns:a="http://schemas.openxmlformats.org/drawingml/2006/main" rot="0" flipH="0" flipV="0">
            <a:off x="10890885" y="3579495"/>
            <a:ext cx="121920" cy="121920"/>
          </a:xfrm>
          <a:prstGeom xmlns:a="http://schemas.openxmlformats.org/drawingml/2006/main" prst="rect">
            <a:avLst/>
          </a:prstGeom>
          <a:solidFill xmlns:a="http://schemas.openxmlformats.org/drawingml/2006/main">
            <a:srgbClr val="606C73"/>
          </a:solidFill>
          <a:ln xmlns:a="http://schemas.openxmlformats.org/drawingml/2006/main" w="7620">
            <a:solidFill>
              <a:srgbClr val="FFFFFF"/>
            </a:solidFill>
          </a:ln>
        </p:spPr>
      </p:sp>
      <p:sp>
        <p:nvSpPr>
          <p:cNvPr id="445" name="03_PREDICTIONS__pred2_r5c5">
            <a:extLst xmlns:a="http://schemas.openxmlformats.org/drawingml/2006/main">
              <a:ext uri="{FF2B5EF4-FFF2-40B4-BE49-F238E27FC236}">
                <a16:creationId xmlns:a16="http://schemas.microsoft.com/office/drawing/2014/main" id="{56CAE1D6-7D63-441B-A766-AF5725A27330}"/>
              </a:ext>
            </a:extLst>
          </p:cNvPr>
          <p:cNvSpPr>
            <a:spLocks xmlns:a="http://schemas.openxmlformats.org/drawingml/2006/main" noGrp="1"/>
          </p:cNvSpPr>
          <p:nvPr/>
        </p:nvSpPr>
        <p:spPr>
          <a:xfrm xmlns:a="http://schemas.openxmlformats.org/drawingml/2006/main" rot="0" flipH="0" flipV="0">
            <a:off x="11012805" y="3579495"/>
            <a:ext cx="121920" cy="121920"/>
          </a:xfrm>
          <a:prstGeom xmlns:a="http://schemas.openxmlformats.org/drawingml/2006/main" prst="rect">
            <a:avLst/>
          </a:prstGeom>
          <a:solidFill xmlns:a="http://schemas.openxmlformats.org/drawingml/2006/main">
            <a:srgbClr val="E0EDEC"/>
          </a:solidFill>
          <a:ln xmlns:a="http://schemas.openxmlformats.org/drawingml/2006/main" w="7620">
            <a:solidFill>
              <a:srgbClr val="FFFFFF"/>
            </a:solidFill>
          </a:ln>
        </p:spPr>
      </p:sp>
      <p:sp>
        <p:nvSpPr>
          <p:cNvPr id="446" name="03_PREDICTIONS__pred2_r5c6">
            <a:extLst xmlns:a="http://schemas.openxmlformats.org/drawingml/2006/main">
              <a:ext uri="{FF2B5EF4-FFF2-40B4-BE49-F238E27FC236}">
                <a16:creationId xmlns:a16="http://schemas.microsoft.com/office/drawing/2014/main" id="{C279F887-4869-4F46-A06E-0D0D816E9B59}"/>
              </a:ext>
            </a:extLst>
          </p:cNvPr>
          <p:cNvSpPr>
            <a:spLocks xmlns:a="http://schemas.openxmlformats.org/drawingml/2006/main" noGrp="1"/>
          </p:cNvSpPr>
          <p:nvPr/>
        </p:nvSpPr>
        <p:spPr>
          <a:xfrm xmlns:a="http://schemas.openxmlformats.org/drawingml/2006/main" rot="0" flipH="0" flipV="0">
            <a:off x="11134725" y="3579495"/>
            <a:ext cx="121920" cy="121920"/>
          </a:xfrm>
          <a:prstGeom xmlns:a="http://schemas.openxmlformats.org/drawingml/2006/main" prst="rect">
            <a:avLst/>
          </a:prstGeom>
          <a:solidFill xmlns:a="http://schemas.openxmlformats.org/drawingml/2006/main">
            <a:srgbClr val="E8F1F0"/>
          </a:solidFill>
          <a:ln xmlns:a="http://schemas.openxmlformats.org/drawingml/2006/main" w="7620">
            <a:solidFill>
              <a:srgbClr val="FFFFFF"/>
            </a:solidFill>
          </a:ln>
        </p:spPr>
      </p:sp>
      <p:sp>
        <p:nvSpPr>
          <p:cNvPr id="447" name="03_PREDICTIONS__pred2_r5c7">
            <a:extLst xmlns:a="http://schemas.openxmlformats.org/drawingml/2006/main">
              <a:ext uri="{FF2B5EF4-FFF2-40B4-BE49-F238E27FC236}">
                <a16:creationId xmlns:a16="http://schemas.microsoft.com/office/drawing/2014/main" id="{ABFE5E53-647D-4AD4-9C5A-4AF83A4DA74E}"/>
              </a:ext>
            </a:extLst>
          </p:cNvPr>
          <p:cNvSpPr>
            <a:spLocks xmlns:a="http://schemas.openxmlformats.org/drawingml/2006/main" noGrp="1"/>
          </p:cNvSpPr>
          <p:nvPr/>
        </p:nvSpPr>
        <p:spPr>
          <a:xfrm xmlns:a="http://schemas.openxmlformats.org/drawingml/2006/main" rot="0" flipH="0" flipV="0">
            <a:off x="11256645" y="3579495"/>
            <a:ext cx="121920" cy="121920"/>
          </a:xfrm>
          <a:prstGeom xmlns:a="http://schemas.openxmlformats.org/drawingml/2006/main" prst="rect">
            <a:avLst/>
          </a:prstGeom>
          <a:solidFill xmlns:a="http://schemas.openxmlformats.org/drawingml/2006/main">
            <a:srgbClr val="606C73"/>
          </a:solidFill>
          <a:ln xmlns:a="http://schemas.openxmlformats.org/drawingml/2006/main" w="7620">
            <a:solidFill>
              <a:srgbClr val="FFFFFF"/>
            </a:solidFill>
          </a:ln>
        </p:spPr>
      </p:sp>
      <p:sp>
        <p:nvSpPr>
          <p:cNvPr id="448" name="03_PREDICTIONS__pred2_r5c8">
            <a:extLst xmlns:a="http://schemas.openxmlformats.org/drawingml/2006/main">
              <a:ext uri="{FF2B5EF4-FFF2-40B4-BE49-F238E27FC236}">
                <a16:creationId xmlns:a16="http://schemas.microsoft.com/office/drawing/2014/main" id="{551B7D2F-BCC6-4A8C-92FF-622385DC91EB}"/>
              </a:ext>
            </a:extLst>
          </p:cNvPr>
          <p:cNvSpPr>
            <a:spLocks xmlns:a="http://schemas.openxmlformats.org/drawingml/2006/main" noGrp="1"/>
          </p:cNvSpPr>
          <p:nvPr/>
        </p:nvSpPr>
        <p:spPr>
          <a:xfrm xmlns:a="http://schemas.openxmlformats.org/drawingml/2006/main" rot="0" flipH="0" flipV="0">
            <a:off x="11378565" y="3579495"/>
            <a:ext cx="121920" cy="121920"/>
          </a:xfrm>
          <a:prstGeom xmlns:a="http://schemas.openxmlformats.org/drawingml/2006/main" prst="rect">
            <a:avLst/>
          </a:prstGeom>
          <a:solidFill xmlns:a="http://schemas.openxmlformats.org/drawingml/2006/main">
            <a:srgbClr val="606C73"/>
          </a:solidFill>
          <a:ln xmlns:a="http://schemas.openxmlformats.org/drawingml/2006/main" w="7620">
            <a:solidFill>
              <a:srgbClr val="FFFFFF"/>
            </a:solidFill>
          </a:ln>
        </p:spPr>
      </p:sp>
      <p:sp>
        <p:nvSpPr>
          <p:cNvPr id="449" name="03_PREDICTIONS__pred2_r5c9">
            <a:extLst xmlns:a="http://schemas.openxmlformats.org/drawingml/2006/main">
              <a:ext uri="{FF2B5EF4-FFF2-40B4-BE49-F238E27FC236}">
                <a16:creationId xmlns:a16="http://schemas.microsoft.com/office/drawing/2014/main" id="{C54F8545-C219-459F-B963-69A44741134C}"/>
              </a:ext>
            </a:extLst>
          </p:cNvPr>
          <p:cNvSpPr>
            <a:spLocks xmlns:a="http://schemas.openxmlformats.org/drawingml/2006/main" noGrp="1"/>
          </p:cNvSpPr>
          <p:nvPr/>
        </p:nvSpPr>
        <p:spPr>
          <a:xfrm xmlns:a="http://schemas.openxmlformats.org/drawingml/2006/main" rot="0" flipH="0" flipV="0">
            <a:off x="11500485" y="3579495"/>
            <a:ext cx="121920" cy="121920"/>
          </a:xfrm>
          <a:prstGeom xmlns:a="http://schemas.openxmlformats.org/drawingml/2006/main" prst="rect">
            <a:avLst/>
          </a:prstGeom>
          <a:solidFill xmlns:a="http://schemas.openxmlformats.org/drawingml/2006/main">
            <a:srgbClr val="606C73"/>
          </a:solidFill>
          <a:ln xmlns:a="http://schemas.openxmlformats.org/drawingml/2006/main" w="7620">
            <a:solidFill>
              <a:srgbClr val="FFFFFF"/>
            </a:solidFill>
          </a:ln>
        </p:spPr>
      </p:sp>
      <p:sp>
        <p:nvSpPr>
          <p:cNvPr id="450" name="03_PREDICTIONS__pred2_r6c0">
            <a:extLst xmlns:a="http://schemas.openxmlformats.org/drawingml/2006/main">
              <a:ext uri="{FF2B5EF4-FFF2-40B4-BE49-F238E27FC236}">
                <a16:creationId xmlns:a16="http://schemas.microsoft.com/office/drawing/2014/main" id="{B5F407CF-7E91-440D-A0D8-AA28B01C968F}"/>
              </a:ext>
            </a:extLst>
          </p:cNvPr>
          <p:cNvSpPr>
            <a:spLocks xmlns:a="http://schemas.openxmlformats.org/drawingml/2006/main" noGrp="1"/>
          </p:cNvSpPr>
          <p:nvPr/>
        </p:nvSpPr>
        <p:spPr>
          <a:xfrm xmlns:a="http://schemas.openxmlformats.org/drawingml/2006/main" rot="0" flipH="0" flipV="0">
            <a:off x="10403205" y="3701415"/>
            <a:ext cx="121920" cy="121920"/>
          </a:xfrm>
          <a:prstGeom xmlns:a="http://schemas.openxmlformats.org/drawingml/2006/main" prst="rect">
            <a:avLst/>
          </a:prstGeom>
          <a:solidFill xmlns:a="http://schemas.openxmlformats.org/drawingml/2006/main">
            <a:srgbClr val="E9F1F1"/>
          </a:solidFill>
          <a:ln xmlns:a="http://schemas.openxmlformats.org/drawingml/2006/main" w="7620">
            <a:solidFill>
              <a:srgbClr val="FFFFFF"/>
            </a:solidFill>
          </a:ln>
        </p:spPr>
      </p:sp>
      <p:sp>
        <p:nvSpPr>
          <p:cNvPr id="451" name="03_PREDICTIONS__pred2_r6c1">
            <a:extLst xmlns:a="http://schemas.openxmlformats.org/drawingml/2006/main">
              <a:ext uri="{FF2B5EF4-FFF2-40B4-BE49-F238E27FC236}">
                <a16:creationId xmlns:a16="http://schemas.microsoft.com/office/drawing/2014/main" id="{FCC1092B-F071-4092-9547-0B60DF14EA0C}"/>
              </a:ext>
            </a:extLst>
          </p:cNvPr>
          <p:cNvSpPr>
            <a:spLocks xmlns:a="http://schemas.openxmlformats.org/drawingml/2006/main" noGrp="1"/>
          </p:cNvSpPr>
          <p:nvPr/>
        </p:nvSpPr>
        <p:spPr>
          <a:xfrm xmlns:a="http://schemas.openxmlformats.org/drawingml/2006/main" rot="0" flipH="0" flipV="0">
            <a:off x="10525125" y="3701415"/>
            <a:ext cx="121920" cy="121920"/>
          </a:xfrm>
          <a:prstGeom xmlns:a="http://schemas.openxmlformats.org/drawingml/2006/main" prst="rect">
            <a:avLst/>
          </a:prstGeom>
          <a:solidFill xmlns:a="http://schemas.openxmlformats.org/drawingml/2006/main">
            <a:srgbClr val="E6F0EF"/>
          </a:solidFill>
          <a:ln xmlns:a="http://schemas.openxmlformats.org/drawingml/2006/main" w="7620">
            <a:solidFill>
              <a:srgbClr val="FFFFFF"/>
            </a:solidFill>
          </a:ln>
        </p:spPr>
      </p:sp>
      <p:sp>
        <p:nvSpPr>
          <p:cNvPr id="452" name="03_PREDICTIONS__pred2_r6c2">
            <a:extLst xmlns:a="http://schemas.openxmlformats.org/drawingml/2006/main">
              <a:ext uri="{FF2B5EF4-FFF2-40B4-BE49-F238E27FC236}">
                <a16:creationId xmlns:a16="http://schemas.microsoft.com/office/drawing/2014/main" id="{C8644F49-1186-45F4-BB1D-3BDA9350573A}"/>
              </a:ext>
            </a:extLst>
          </p:cNvPr>
          <p:cNvSpPr>
            <a:spLocks xmlns:a="http://schemas.openxmlformats.org/drawingml/2006/main" noGrp="1"/>
          </p:cNvSpPr>
          <p:nvPr/>
        </p:nvSpPr>
        <p:spPr>
          <a:xfrm xmlns:a="http://schemas.openxmlformats.org/drawingml/2006/main" rot="0" flipH="0" flipV="0">
            <a:off x="10647045" y="3701415"/>
            <a:ext cx="121920" cy="121920"/>
          </a:xfrm>
          <a:prstGeom xmlns:a="http://schemas.openxmlformats.org/drawingml/2006/main" prst="rect">
            <a:avLst/>
          </a:prstGeom>
          <a:solidFill xmlns:a="http://schemas.openxmlformats.org/drawingml/2006/main">
            <a:srgbClr val="E5EFEF"/>
          </a:solidFill>
          <a:ln xmlns:a="http://schemas.openxmlformats.org/drawingml/2006/main" w="7620">
            <a:solidFill>
              <a:srgbClr val="FFFFFF"/>
            </a:solidFill>
          </a:ln>
        </p:spPr>
      </p:sp>
      <p:sp>
        <p:nvSpPr>
          <p:cNvPr id="453" name="03_PREDICTIONS__pred2_r6c3">
            <a:extLst xmlns:a="http://schemas.openxmlformats.org/drawingml/2006/main">
              <a:ext uri="{FF2B5EF4-FFF2-40B4-BE49-F238E27FC236}">
                <a16:creationId xmlns:a16="http://schemas.microsoft.com/office/drawing/2014/main" id="{07D844B4-42A4-498E-BD62-722EF1774599}"/>
              </a:ext>
            </a:extLst>
          </p:cNvPr>
          <p:cNvSpPr>
            <a:spLocks xmlns:a="http://schemas.openxmlformats.org/drawingml/2006/main" noGrp="1"/>
          </p:cNvSpPr>
          <p:nvPr/>
        </p:nvSpPr>
        <p:spPr>
          <a:xfrm xmlns:a="http://schemas.openxmlformats.org/drawingml/2006/main" rot="0" flipH="0" flipV="0">
            <a:off x="10768965" y="3701415"/>
            <a:ext cx="121920" cy="121920"/>
          </a:xfrm>
          <a:prstGeom xmlns:a="http://schemas.openxmlformats.org/drawingml/2006/main" prst="rect">
            <a:avLst/>
          </a:prstGeom>
          <a:solidFill xmlns:a="http://schemas.openxmlformats.org/drawingml/2006/main">
            <a:srgbClr val="E6F0EF"/>
          </a:solidFill>
          <a:ln xmlns:a="http://schemas.openxmlformats.org/drawingml/2006/main" w="7620">
            <a:solidFill>
              <a:srgbClr val="FFFFFF"/>
            </a:solidFill>
          </a:ln>
        </p:spPr>
      </p:sp>
      <p:sp>
        <p:nvSpPr>
          <p:cNvPr id="454" name="03_PREDICTIONS__pred2_r6c4">
            <a:extLst xmlns:a="http://schemas.openxmlformats.org/drawingml/2006/main">
              <a:ext uri="{FF2B5EF4-FFF2-40B4-BE49-F238E27FC236}">
                <a16:creationId xmlns:a16="http://schemas.microsoft.com/office/drawing/2014/main" id="{F8D3BA46-8E61-4828-B28F-82BBF0E8872C}"/>
              </a:ext>
            </a:extLst>
          </p:cNvPr>
          <p:cNvSpPr>
            <a:spLocks xmlns:a="http://schemas.openxmlformats.org/drawingml/2006/main" noGrp="1"/>
          </p:cNvSpPr>
          <p:nvPr/>
        </p:nvSpPr>
        <p:spPr>
          <a:xfrm xmlns:a="http://schemas.openxmlformats.org/drawingml/2006/main" rot="0" flipH="0" flipV="0">
            <a:off x="10890885" y="3701415"/>
            <a:ext cx="121920" cy="121920"/>
          </a:xfrm>
          <a:prstGeom xmlns:a="http://schemas.openxmlformats.org/drawingml/2006/main" prst="rect">
            <a:avLst/>
          </a:prstGeom>
          <a:solidFill xmlns:a="http://schemas.openxmlformats.org/drawingml/2006/main">
            <a:srgbClr val="606C73"/>
          </a:solidFill>
          <a:ln xmlns:a="http://schemas.openxmlformats.org/drawingml/2006/main" w="7620">
            <a:solidFill>
              <a:srgbClr val="FFFFFF"/>
            </a:solidFill>
          </a:ln>
        </p:spPr>
      </p:sp>
      <p:sp>
        <p:nvSpPr>
          <p:cNvPr id="455" name="03_PREDICTIONS__pred2_r6c5">
            <a:extLst xmlns:a="http://schemas.openxmlformats.org/drawingml/2006/main">
              <a:ext uri="{FF2B5EF4-FFF2-40B4-BE49-F238E27FC236}">
                <a16:creationId xmlns:a16="http://schemas.microsoft.com/office/drawing/2014/main" id="{8D101ED3-158C-4AEB-A4BF-42921A9E3F3E}"/>
              </a:ext>
            </a:extLst>
          </p:cNvPr>
          <p:cNvSpPr>
            <a:spLocks xmlns:a="http://schemas.openxmlformats.org/drawingml/2006/main" noGrp="1"/>
          </p:cNvSpPr>
          <p:nvPr/>
        </p:nvSpPr>
        <p:spPr>
          <a:xfrm xmlns:a="http://schemas.openxmlformats.org/drawingml/2006/main" rot="0" flipH="0" flipV="0">
            <a:off x="11012805" y="3701415"/>
            <a:ext cx="121920" cy="121920"/>
          </a:xfrm>
          <a:prstGeom xmlns:a="http://schemas.openxmlformats.org/drawingml/2006/main" prst="rect">
            <a:avLst/>
          </a:prstGeom>
          <a:solidFill xmlns:a="http://schemas.openxmlformats.org/drawingml/2006/main">
            <a:srgbClr val="EBF2F2"/>
          </a:solidFill>
          <a:ln xmlns:a="http://schemas.openxmlformats.org/drawingml/2006/main" w="7620">
            <a:solidFill>
              <a:srgbClr val="FFFFFF"/>
            </a:solidFill>
          </a:ln>
        </p:spPr>
      </p:sp>
      <p:sp>
        <p:nvSpPr>
          <p:cNvPr id="456" name="03_PREDICTIONS__pred2_r6c6">
            <a:extLst xmlns:a="http://schemas.openxmlformats.org/drawingml/2006/main">
              <a:ext uri="{FF2B5EF4-FFF2-40B4-BE49-F238E27FC236}">
                <a16:creationId xmlns:a16="http://schemas.microsoft.com/office/drawing/2014/main" id="{3B5F9183-90D0-4EB8-A48E-6164F7594431}"/>
              </a:ext>
            </a:extLst>
          </p:cNvPr>
          <p:cNvSpPr>
            <a:spLocks xmlns:a="http://schemas.openxmlformats.org/drawingml/2006/main" noGrp="1"/>
          </p:cNvSpPr>
          <p:nvPr/>
        </p:nvSpPr>
        <p:spPr>
          <a:xfrm xmlns:a="http://schemas.openxmlformats.org/drawingml/2006/main" rot="0" flipH="0" flipV="0">
            <a:off x="11134725" y="3701415"/>
            <a:ext cx="121920" cy="121920"/>
          </a:xfrm>
          <a:prstGeom xmlns:a="http://schemas.openxmlformats.org/drawingml/2006/main" prst="rect">
            <a:avLst/>
          </a:prstGeom>
          <a:solidFill xmlns:a="http://schemas.openxmlformats.org/drawingml/2006/main">
            <a:srgbClr val="ECF3F3"/>
          </a:solidFill>
          <a:ln xmlns:a="http://schemas.openxmlformats.org/drawingml/2006/main" w="7620">
            <a:solidFill>
              <a:srgbClr val="FFFFFF"/>
            </a:solidFill>
          </a:ln>
        </p:spPr>
      </p:sp>
      <p:sp>
        <p:nvSpPr>
          <p:cNvPr id="457" name="03_PREDICTIONS__pred2_r6c7">
            <a:extLst xmlns:a="http://schemas.openxmlformats.org/drawingml/2006/main">
              <a:ext uri="{FF2B5EF4-FFF2-40B4-BE49-F238E27FC236}">
                <a16:creationId xmlns:a16="http://schemas.microsoft.com/office/drawing/2014/main" id="{95CDD2FB-F1A3-424F-87A2-F424F5656813}"/>
              </a:ext>
            </a:extLst>
          </p:cNvPr>
          <p:cNvSpPr>
            <a:spLocks xmlns:a="http://schemas.openxmlformats.org/drawingml/2006/main" noGrp="1"/>
          </p:cNvSpPr>
          <p:nvPr/>
        </p:nvSpPr>
        <p:spPr>
          <a:xfrm xmlns:a="http://schemas.openxmlformats.org/drawingml/2006/main" rot="0" flipH="0" flipV="0">
            <a:off x="11256645" y="3701415"/>
            <a:ext cx="121920" cy="121920"/>
          </a:xfrm>
          <a:prstGeom xmlns:a="http://schemas.openxmlformats.org/drawingml/2006/main" prst="rect">
            <a:avLst/>
          </a:prstGeom>
          <a:solidFill xmlns:a="http://schemas.openxmlformats.org/drawingml/2006/main">
            <a:srgbClr val="EDF4F3"/>
          </a:solidFill>
          <a:ln xmlns:a="http://schemas.openxmlformats.org/drawingml/2006/main" w="7620">
            <a:solidFill>
              <a:srgbClr val="FFFFFF"/>
            </a:solidFill>
          </a:ln>
        </p:spPr>
      </p:sp>
      <p:sp>
        <p:nvSpPr>
          <p:cNvPr id="458" name="03_PREDICTIONS__pred2_r6c8">
            <a:extLst xmlns:a="http://schemas.openxmlformats.org/drawingml/2006/main">
              <a:ext uri="{FF2B5EF4-FFF2-40B4-BE49-F238E27FC236}">
                <a16:creationId xmlns:a16="http://schemas.microsoft.com/office/drawing/2014/main" id="{82655D72-D40C-4436-BC53-07D505BD7FA8}"/>
              </a:ext>
            </a:extLst>
          </p:cNvPr>
          <p:cNvSpPr>
            <a:spLocks xmlns:a="http://schemas.openxmlformats.org/drawingml/2006/main" noGrp="1"/>
          </p:cNvSpPr>
          <p:nvPr/>
        </p:nvSpPr>
        <p:spPr>
          <a:xfrm xmlns:a="http://schemas.openxmlformats.org/drawingml/2006/main" rot="0" flipH="0" flipV="0">
            <a:off x="11378565" y="3701415"/>
            <a:ext cx="121920" cy="121920"/>
          </a:xfrm>
          <a:prstGeom xmlns:a="http://schemas.openxmlformats.org/drawingml/2006/main" prst="rect">
            <a:avLst/>
          </a:prstGeom>
          <a:solidFill xmlns:a="http://schemas.openxmlformats.org/drawingml/2006/main">
            <a:srgbClr val="EDF4F4"/>
          </a:solidFill>
          <a:ln xmlns:a="http://schemas.openxmlformats.org/drawingml/2006/main" w="7620">
            <a:solidFill>
              <a:srgbClr val="FFFFFF"/>
            </a:solidFill>
          </a:ln>
        </p:spPr>
      </p:sp>
      <p:sp>
        <p:nvSpPr>
          <p:cNvPr id="459" name="03_PREDICTIONS__pred2_r6c9">
            <a:extLst xmlns:a="http://schemas.openxmlformats.org/drawingml/2006/main">
              <a:ext uri="{FF2B5EF4-FFF2-40B4-BE49-F238E27FC236}">
                <a16:creationId xmlns:a16="http://schemas.microsoft.com/office/drawing/2014/main" id="{C29F1E1C-4113-478A-98F5-A6C7AE56CE98}"/>
              </a:ext>
            </a:extLst>
          </p:cNvPr>
          <p:cNvSpPr>
            <a:spLocks xmlns:a="http://schemas.openxmlformats.org/drawingml/2006/main" noGrp="1"/>
          </p:cNvSpPr>
          <p:nvPr/>
        </p:nvSpPr>
        <p:spPr>
          <a:xfrm xmlns:a="http://schemas.openxmlformats.org/drawingml/2006/main" rot="0" flipH="0" flipV="0">
            <a:off x="11500485" y="3701415"/>
            <a:ext cx="121920" cy="121920"/>
          </a:xfrm>
          <a:prstGeom xmlns:a="http://schemas.openxmlformats.org/drawingml/2006/main" prst="rect">
            <a:avLst/>
          </a:prstGeom>
          <a:solidFill xmlns:a="http://schemas.openxmlformats.org/drawingml/2006/main">
            <a:srgbClr val="EDF4F4"/>
          </a:solidFill>
          <a:ln xmlns:a="http://schemas.openxmlformats.org/drawingml/2006/main" w="7620">
            <a:solidFill>
              <a:srgbClr val="FFFFFF"/>
            </a:solidFill>
          </a:ln>
        </p:spPr>
      </p:sp>
      <p:sp>
        <p:nvSpPr>
          <p:cNvPr id="460" name="03_PREDICTIONS__pred2_frame">
            <a:extLst xmlns:a="http://schemas.openxmlformats.org/drawingml/2006/main">
              <a:ext uri="{FF2B5EF4-FFF2-40B4-BE49-F238E27FC236}">
                <a16:creationId xmlns:a16="http://schemas.microsoft.com/office/drawing/2014/main" id="{4486FBE3-391E-4CFC-A795-3040349E434A}"/>
              </a:ext>
            </a:extLst>
          </p:cNvPr>
          <p:cNvSpPr>
            <a:spLocks xmlns:a="http://schemas.openxmlformats.org/drawingml/2006/main" noGrp="1"/>
          </p:cNvSpPr>
          <p:nvPr/>
        </p:nvSpPr>
        <p:spPr>
          <a:xfrm xmlns:a="http://schemas.openxmlformats.org/drawingml/2006/main" rot="0" flipH="0" flipV="0">
            <a:off x="10403205" y="2969895"/>
            <a:ext cx="1219200" cy="853440"/>
          </a:xfrm>
          <a:prstGeom xmlns:a="http://schemas.openxmlformats.org/drawingml/2006/main" prst="rect">
            <a:avLst/>
          </a:prstGeom>
          <a:noFill xmlns:a="http://schemas.openxmlformats.org/drawingml/2006/main"/>
          <a:ln xmlns:a="http://schemas.openxmlformats.org/drawingml/2006/main" w="10478">
            <a:solidFill>
              <a:srgbClr val="B6C4CC"/>
            </a:solidFill>
          </a:ln>
        </p:spPr>
      </p:sp>
      <p:sp>
        <p:nvSpPr>
          <p:cNvPr id="461" name="03_PREDICTIONS__source1">
            <a:extLst xmlns:a="http://schemas.openxmlformats.org/drawingml/2006/main">
              <a:ext uri="{FF2B5EF4-FFF2-40B4-BE49-F238E27FC236}">
                <a16:creationId xmlns:a16="http://schemas.microsoft.com/office/drawing/2014/main" id="{F66B9611-D9D0-424F-A6CE-A7A5DDA870F1}"/>
              </a:ext>
            </a:extLst>
          </p:cNvPr>
          <p:cNvSpPr>
            <a:spLocks xmlns:a="http://schemas.openxmlformats.org/drawingml/2006/main" noGrp="1"/>
          </p:cNvSpPr>
          <p:nvPr/>
        </p:nvSpPr>
        <p:spPr>
          <a:xfrm xmlns:a="http://schemas.openxmlformats.org/drawingml/2006/main" rot="0" flipH="0" flipV="0">
            <a:off x="10075545" y="2474595"/>
            <a:ext cx="60960" cy="60960"/>
          </a:xfrm>
          <a:prstGeom xmlns:a="http://schemas.openxmlformats.org/drawingml/2006/main" prst="ellipse">
            <a:avLst/>
          </a:prstGeom>
          <a:solidFill xmlns:a="http://schemas.openxmlformats.org/drawingml/2006/main">
            <a:srgbClr val="233440"/>
          </a:solidFill>
          <a:ln xmlns:a="http://schemas.openxmlformats.org/drawingml/2006/main" w="0">
            <a:noFill/>
          </a:ln>
        </p:spPr>
      </p:sp>
      <p:sp>
        <p:nvSpPr>
          <p:cNvPr id="462" name="03_PREDICTIONS__source2">
            <a:extLst xmlns:a="http://schemas.openxmlformats.org/drawingml/2006/main">
              <a:ext uri="{FF2B5EF4-FFF2-40B4-BE49-F238E27FC236}">
                <a16:creationId xmlns:a16="http://schemas.microsoft.com/office/drawing/2014/main" id="{02535A70-69C7-436C-BB09-7E4D39009D66}"/>
              </a:ext>
            </a:extLst>
          </p:cNvPr>
          <p:cNvSpPr>
            <a:spLocks xmlns:a="http://schemas.openxmlformats.org/drawingml/2006/main" noGrp="1"/>
          </p:cNvSpPr>
          <p:nvPr/>
        </p:nvSpPr>
        <p:spPr>
          <a:xfrm xmlns:a="http://schemas.openxmlformats.org/drawingml/2006/main" rot="0" flipH="0" flipV="0">
            <a:off x="10555605" y="3244215"/>
            <a:ext cx="60960" cy="60960"/>
          </a:xfrm>
          <a:prstGeom xmlns:a="http://schemas.openxmlformats.org/drawingml/2006/main" prst="ellipse">
            <a:avLst/>
          </a:prstGeom>
          <a:solidFill xmlns:a="http://schemas.openxmlformats.org/drawingml/2006/main">
            <a:srgbClr val="233440"/>
          </a:solidFill>
          <a:ln xmlns:a="http://schemas.openxmlformats.org/drawingml/2006/main" w="0">
            <a:noFill/>
          </a:ln>
        </p:spPr>
      </p:sp>
      <p:sp>
        <p:nvSpPr>
          <p:cNvPr id="463" name="03_PREDICTIONS__source1_label">
            <a:extLst xmlns:a="http://schemas.openxmlformats.org/drawingml/2006/main">
              <a:ext uri="{FF2B5EF4-FFF2-40B4-BE49-F238E27FC236}">
                <a16:creationId xmlns:a16="http://schemas.microsoft.com/office/drawing/2014/main" id="{F3D06E92-B45C-491F-90A2-BCBFAFDF1BC7}"/>
              </a:ext>
            </a:extLst>
          </p:cNvPr>
          <p:cNvSpPr>
            <a:spLocks xmlns:a="http://schemas.openxmlformats.org/drawingml/2006/main" noGrp="1"/>
          </p:cNvSpPr>
          <p:nvPr/>
        </p:nvSpPr>
        <p:spPr>
          <a:xfrm xmlns:a="http://schemas.openxmlformats.org/drawingml/2006/main" rot="0" flipH="0" flipV="0">
            <a:off x="9526905" y="2124075"/>
            <a:ext cx="25908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575" b="1">
                <a:solidFill>
                  <a:srgbClr val="247F70"/>
                </a:solidFill>
                <a:latin typeface="Noto Sans CJK SC"/>
                <a:ea typeface="Noto Sans CJK SC"/>
                <a:cs typeface="Noto Sans CJK SC"/>
              </a:defRPr>
            </a:defPPr>
            <a:lvl1pPr algn="l">
              <a:defRPr sz="1575" b="1">
                <a:solidFill>
                  <a:srgbClr val="247F70"/>
                </a:solidFill>
                <a:latin typeface="Noto Sans CJK SC"/>
                <a:ea typeface="Noto Sans CJK SC"/>
                <a:cs typeface="Noto Sans CJK SC"/>
              </a:defRPr>
            </a:lvl1pPr>
            <a:lvl2pPr algn="l">
              <a:defRPr sz="1575" b="1">
                <a:solidFill>
                  <a:srgbClr val="247F70"/>
                </a:solidFill>
                <a:latin typeface="Noto Sans CJK SC"/>
                <a:ea typeface="Noto Sans CJK SC"/>
                <a:cs typeface="Noto Sans CJK SC"/>
              </a:defRPr>
            </a:lvl2pPr>
            <a:lvl3pPr algn="l">
              <a:defRPr sz="1575" b="1">
                <a:solidFill>
                  <a:srgbClr val="247F70"/>
                </a:solidFill>
                <a:latin typeface="Noto Sans CJK SC"/>
                <a:ea typeface="Noto Sans CJK SC"/>
                <a:cs typeface="Noto Sans CJK SC"/>
              </a:defRPr>
            </a:lvl3pPr>
            <a:lvl4pPr algn="l">
              <a:defRPr sz="1575" b="1">
                <a:solidFill>
                  <a:srgbClr val="247F70"/>
                </a:solidFill>
                <a:latin typeface="Noto Sans CJK SC"/>
                <a:ea typeface="Noto Sans CJK SC"/>
                <a:cs typeface="Noto Sans CJK SC"/>
              </a:defRPr>
            </a:lvl4pPr>
            <a:lvl5pPr algn="l">
              <a:defRPr sz="1575" b="1">
                <a:solidFill>
                  <a:srgbClr val="247F70"/>
                </a:solidFill>
                <a:latin typeface="Noto Sans CJK SC"/>
                <a:ea typeface="Noto Sans CJK SC"/>
                <a:cs typeface="Noto Sans CJK SC"/>
              </a:defRPr>
            </a:lvl5pPr>
            <a:lvl6pPr algn="l">
              <a:defRPr sz="1575" b="1">
                <a:solidFill>
                  <a:srgbClr val="247F70"/>
                </a:solidFill>
                <a:latin typeface="Noto Sans CJK SC"/>
                <a:ea typeface="Noto Sans CJK SC"/>
                <a:cs typeface="Noto Sans CJK SC"/>
              </a:defRPr>
            </a:lvl6pPr>
            <a:lvl7pPr algn="l">
              <a:defRPr sz="1575" b="1">
                <a:solidFill>
                  <a:srgbClr val="247F70"/>
                </a:solidFill>
                <a:latin typeface="Noto Sans CJK SC"/>
                <a:ea typeface="Noto Sans CJK SC"/>
                <a:cs typeface="Noto Sans CJK SC"/>
              </a:defRPr>
            </a:lvl7pPr>
            <a:lvl8pPr algn="l">
              <a:defRPr sz="1575" b="1">
                <a:solidFill>
                  <a:srgbClr val="247F70"/>
                </a:solidFill>
                <a:latin typeface="Noto Sans CJK SC"/>
                <a:ea typeface="Noto Sans CJK SC"/>
                <a:cs typeface="Noto Sans CJK SC"/>
              </a:defRPr>
            </a:lvl8pPr>
            <a:lvl9pPr algn="l">
              <a:defRPr sz="1575" b="1">
                <a:solidFill>
                  <a:srgbClr val="247F70"/>
                </a:solidFill>
                <a:latin typeface="Noto Sans CJK SC"/>
                <a:ea typeface="Noto Sans CJK SC"/>
                <a:cs typeface="Noto Sans CJK SC"/>
              </a:defRPr>
            </a:lvl9pPr>
          </a:lstStyle>
          <a:p xmlns:a="http://schemas.openxmlformats.org/drawingml/2006/main">
            <a:pPr algn="l">
              <a:buNone/>
              <a:defRPr sz="1575" b="1">
                <a:solidFill>
                  <a:srgbClr val="247F70"/>
                </a:solidFill>
                <a:latin typeface="Noto Sans CJK SC"/>
                <a:ea typeface="Noto Sans CJK SC"/>
                <a:cs typeface="Noto Sans CJK SC"/>
              </a:defRPr>
            </a:pPr>
            <a:r>
              <a:rPr sz="1575" b="1">
                <a:solidFill>
                  <a:srgbClr val="247F70"/>
                </a:solidFill>
                <a:latin typeface="Noto Sans CJK SC"/>
                <a:ea typeface="Noto Sans CJK SC"/>
                <a:cs typeface="Noto Sans CJK SC"/>
              </a:rPr>
              <a:t>s₁</a:t>
            </a:r>
            <a:endParaRPr sz="1875" b="0">
              <a:solidFill>
                <a:srgbClr val="233440"/>
              </a:solidFill>
              <a:latin typeface="Arial"/>
              <a:ea typeface="Arial"/>
              <a:cs typeface="Arial"/>
            </a:endParaRPr>
          </a:p>
        </p:txBody>
      </p:sp>
      <p:sp>
        <p:nvSpPr>
          <p:cNvPr id="464" name="03_PREDICTIONS__source2_label">
            <a:extLst xmlns:a="http://schemas.openxmlformats.org/drawingml/2006/main">
              <a:ext uri="{FF2B5EF4-FFF2-40B4-BE49-F238E27FC236}">
                <a16:creationId xmlns:a16="http://schemas.microsoft.com/office/drawing/2014/main" id="{DF1DE234-4C7E-41B1-876B-D1F72169885F}"/>
              </a:ext>
            </a:extLst>
          </p:cNvPr>
          <p:cNvSpPr>
            <a:spLocks xmlns:a="http://schemas.openxmlformats.org/drawingml/2006/main" noGrp="1"/>
          </p:cNvSpPr>
          <p:nvPr/>
        </p:nvSpPr>
        <p:spPr>
          <a:xfrm xmlns:a="http://schemas.openxmlformats.org/drawingml/2006/main" rot="0" flipH="0" flipV="0">
            <a:off x="10002901" y="3307715"/>
            <a:ext cx="25908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575" b="1">
                <a:solidFill>
                  <a:srgbClr val="247F70"/>
                </a:solidFill>
                <a:latin typeface="Noto Sans CJK SC"/>
                <a:ea typeface="Noto Sans CJK SC"/>
                <a:cs typeface="Noto Sans CJK SC"/>
              </a:defRPr>
            </a:defPPr>
            <a:lvl1pPr algn="l">
              <a:defRPr sz="1575" b="1">
                <a:solidFill>
                  <a:srgbClr val="247F70"/>
                </a:solidFill>
                <a:latin typeface="Noto Sans CJK SC"/>
                <a:ea typeface="Noto Sans CJK SC"/>
                <a:cs typeface="Noto Sans CJK SC"/>
              </a:defRPr>
            </a:lvl1pPr>
            <a:lvl2pPr algn="l">
              <a:defRPr sz="1575" b="1">
                <a:solidFill>
                  <a:srgbClr val="247F70"/>
                </a:solidFill>
                <a:latin typeface="Noto Sans CJK SC"/>
                <a:ea typeface="Noto Sans CJK SC"/>
                <a:cs typeface="Noto Sans CJK SC"/>
              </a:defRPr>
            </a:lvl2pPr>
            <a:lvl3pPr algn="l">
              <a:defRPr sz="1575" b="1">
                <a:solidFill>
                  <a:srgbClr val="247F70"/>
                </a:solidFill>
                <a:latin typeface="Noto Sans CJK SC"/>
                <a:ea typeface="Noto Sans CJK SC"/>
                <a:cs typeface="Noto Sans CJK SC"/>
              </a:defRPr>
            </a:lvl3pPr>
            <a:lvl4pPr algn="l">
              <a:defRPr sz="1575" b="1">
                <a:solidFill>
                  <a:srgbClr val="247F70"/>
                </a:solidFill>
                <a:latin typeface="Noto Sans CJK SC"/>
                <a:ea typeface="Noto Sans CJK SC"/>
                <a:cs typeface="Noto Sans CJK SC"/>
              </a:defRPr>
            </a:lvl4pPr>
            <a:lvl5pPr algn="l">
              <a:defRPr sz="1575" b="1">
                <a:solidFill>
                  <a:srgbClr val="247F70"/>
                </a:solidFill>
                <a:latin typeface="Noto Sans CJK SC"/>
                <a:ea typeface="Noto Sans CJK SC"/>
                <a:cs typeface="Noto Sans CJK SC"/>
              </a:defRPr>
            </a:lvl5pPr>
            <a:lvl6pPr algn="l">
              <a:defRPr sz="1575" b="1">
                <a:solidFill>
                  <a:srgbClr val="247F70"/>
                </a:solidFill>
                <a:latin typeface="Noto Sans CJK SC"/>
                <a:ea typeface="Noto Sans CJK SC"/>
                <a:cs typeface="Noto Sans CJK SC"/>
              </a:defRPr>
            </a:lvl6pPr>
            <a:lvl7pPr algn="l">
              <a:defRPr sz="1575" b="1">
                <a:solidFill>
                  <a:srgbClr val="247F70"/>
                </a:solidFill>
                <a:latin typeface="Noto Sans CJK SC"/>
                <a:ea typeface="Noto Sans CJK SC"/>
                <a:cs typeface="Noto Sans CJK SC"/>
              </a:defRPr>
            </a:lvl7pPr>
            <a:lvl8pPr algn="l">
              <a:defRPr sz="1575" b="1">
                <a:solidFill>
                  <a:srgbClr val="247F70"/>
                </a:solidFill>
                <a:latin typeface="Noto Sans CJK SC"/>
                <a:ea typeface="Noto Sans CJK SC"/>
                <a:cs typeface="Noto Sans CJK SC"/>
              </a:defRPr>
            </a:lvl8pPr>
            <a:lvl9pPr algn="l">
              <a:defRPr sz="1575" b="1">
                <a:solidFill>
                  <a:srgbClr val="247F70"/>
                </a:solidFill>
                <a:latin typeface="Noto Sans CJK SC"/>
                <a:ea typeface="Noto Sans CJK SC"/>
                <a:cs typeface="Noto Sans CJK SC"/>
              </a:defRPr>
            </a:lvl9pPr>
          </a:lstStyle>
          <a:p xmlns:a="http://schemas.openxmlformats.org/drawingml/2006/main">
            <a:pPr algn="l">
              <a:buNone/>
              <a:defRPr sz="1575" b="1">
                <a:solidFill>
                  <a:srgbClr val="247F70"/>
                </a:solidFill>
                <a:latin typeface="Noto Sans CJK SC"/>
                <a:ea typeface="Noto Sans CJK SC"/>
                <a:cs typeface="Noto Sans CJK SC"/>
              </a:defRPr>
            </a:pPr>
            <a:r>
              <a:rPr sz="1575" b="1">
                <a:solidFill>
                  <a:srgbClr val="247F70"/>
                </a:solidFill>
                <a:latin typeface="Noto Sans CJK SC"/>
                <a:ea typeface="Noto Sans CJK SC"/>
                <a:cs typeface="Noto Sans CJK SC"/>
              </a:rPr>
              <a:t>s₂</a:t>
            </a:r>
            <a:endParaRPr sz="1875" b="0">
              <a:solidFill>
                <a:srgbClr val="233440"/>
              </a:solidFill>
              <a:latin typeface="Arial"/>
              <a:ea typeface="Arial"/>
              <a:cs typeface="Arial"/>
            </a:endParaRPr>
          </a:p>
        </p:txBody>
      </p:sp>
      <p:sp>
        <p:nvSpPr>
          <p:cNvPr id="465" name="08_ROUTES__filaments_to_maps_port0">
            <a:extLst xmlns:a="http://schemas.openxmlformats.org/drawingml/2006/main">
              <a:ext uri="{FF2B5EF4-FFF2-40B4-BE49-F238E27FC236}">
                <a16:creationId xmlns:a16="http://schemas.microsoft.com/office/drawing/2014/main" id="{EA722702-F3F5-47E6-AD49-379E9449879D}"/>
              </a:ext>
            </a:extLst>
          </p:cNvPr>
          <p:cNvSpPr>
            <a:spLocks xmlns:a="http://schemas.openxmlformats.org/drawingml/2006/main" noGrp="1"/>
          </p:cNvSpPr>
          <p:nvPr/>
        </p:nvSpPr>
        <p:spPr>
          <a:xfrm xmlns:a="http://schemas.openxmlformats.org/drawingml/2006/main" rot="0" flipH="0" flipV="0">
            <a:off x="9236583" y="2702433"/>
            <a:ext cx="1524" cy="1524"/>
          </a:xfrm>
          <a:prstGeom xmlns:a="http://schemas.openxmlformats.org/drawingml/2006/main" prst="rect">
            <a:avLst/>
          </a:prstGeom>
          <a:noFill xmlns:a="http://schemas.openxmlformats.org/drawingml/2006/main"/>
          <a:ln xmlns:a="http://schemas.openxmlformats.org/drawingml/2006/main" w="0">
            <a:noFill/>
          </a:ln>
        </p:spPr>
      </p:sp>
      <p:sp>
        <p:nvSpPr>
          <p:cNvPr id="466" name="08_ROUTES__filaments_to_maps_port1">
            <a:extLst xmlns:a="http://schemas.openxmlformats.org/drawingml/2006/main">
              <a:ext uri="{FF2B5EF4-FFF2-40B4-BE49-F238E27FC236}">
                <a16:creationId xmlns:a16="http://schemas.microsoft.com/office/drawing/2014/main" id="{09E05AE7-CD99-4DF9-B8FD-6F5966D914B9}"/>
              </a:ext>
            </a:extLst>
          </p:cNvPr>
          <p:cNvSpPr>
            <a:spLocks xmlns:a="http://schemas.openxmlformats.org/drawingml/2006/main" noGrp="1"/>
          </p:cNvSpPr>
          <p:nvPr/>
        </p:nvSpPr>
        <p:spPr>
          <a:xfrm xmlns:a="http://schemas.openxmlformats.org/drawingml/2006/main" rot="0" flipH="0" flipV="0">
            <a:off x="9472803" y="2702433"/>
            <a:ext cx="1524" cy="1524"/>
          </a:xfrm>
          <a:prstGeom xmlns:a="http://schemas.openxmlformats.org/drawingml/2006/main" prst="rect">
            <a:avLst/>
          </a:prstGeom>
          <a:noFill xmlns:a="http://schemas.openxmlformats.org/drawingml/2006/main"/>
          <a:ln xmlns:a="http://schemas.openxmlformats.org/drawingml/2006/main" w="0">
            <a:noFill/>
          </a:ln>
        </p:spPr>
      </p:sp>
      <p:sp>
        <p:nvSpPr>
          <p:cNvPr id="467" name="08_ROUTES__filaments_to_maps_port2">
            <a:extLst xmlns:a="http://schemas.openxmlformats.org/drawingml/2006/main">
              <a:ext uri="{FF2B5EF4-FFF2-40B4-BE49-F238E27FC236}">
                <a16:creationId xmlns:a16="http://schemas.microsoft.com/office/drawing/2014/main" id="{639B2749-70D9-4531-BBD4-8D3120579B90}"/>
              </a:ext>
            </a:extLst>
          </p:cNvPr>
          <p:cNvSpPr>
            <a:spLocks xmlns:a="http://schemas.openxmlformats.org/drawingml/2006/main" noGrp="1"/>
          </p:cNvSpPr>
          <p:nvPr/>
        </p:nvSpPr>
        <p:spPr>
          <a:xfrm xmlns:a="http://schemas.openxmlformats.org/drawingml/2006/main" rot="0" flipH="0" flipV="0">
            <a:off x="9472803" y="2504313"/>
            <a:ext cx="1524" cy="1524"/>
          </a:xfrm>
          <a:prstGeom xmlns:a="http://schemas.openxmlformats.org/drawingml/2006/main" prst="rect">
            <a:avLst/>
          </a:prstGeom>
          <a:noFill xmlns:a="http://schemas.openxmlformats.org/drawingml/2006/main"/>
          <a:ln xmlns:a="http://schemas.openxmlformats.org/drawingml/2006/main" w="0">
            <a:noFill/>
          </a:ln>
        </p:spPr>
      </p:sp>
      <p:sp>
        <p:nvSpPr>
          <p:cNvPr id="468" name="08_ROUTES__filaments_to_maps_port3">
            <a:extLst xmlns:a="http://schemas.openxmlformats.org/drawingml/2006/main">
              <a:ext uri="{FF2B5EF4-FFF2-40B4-BE49-F238E27FC236}">
                <a16:creationId xmlns:a16="http://schemas.microsoft.com/office/drawing/2014/main" id="{1B652B96-7119-40D4-8555-0E57A1E8C17D}"/>
              </a:ext>
            </a:extLst>
          </p:cNvPr>
          <p:cNvSpPr>
            <a:spLocks xmlns:a="http://schemas.openxmlformats.org/drawingml/2006/main" noGrp="1"/>
          </p:cNvSpPr>
          <p:nvPr/>
        </p:nvSpPr>
        <p:spPr>
          <a:xfrm xmlns:a="http://schemas.openxmlformats.org/drawingml/2006/main" rot="0" flipH="0" flipV="0">
            <a:off x="9701403" y="2504313"/>
            <a:ext cx="1524" cy="1524"/>
          </a:xfrm>
          <a:prstGeom xmlns:a="http://schemas.openxmlformats.org/drawingml/2006/main" prst="rect">
            <a:avLst/>
          </a:prstGeom>
          <a:noFill xmlns:a="http://schemas.openxmlformats.org/drawingml/2006/main"/>
          <a:ln xmlns:a="http://schemas.openxmlformats.org/drawingml/2006/main" w="0">
            <a:noFill/>
          </a:ln>
        </p:spPr>
      </p:sp>
      <p:cxnSp>
        <p:nvCxnSpPr>
          <p:cNvPr id="1189" name="08_ROUTES__filaments_to_maps_segment0">
            <a:extLst xmlns:a="http://schemas.openxmlformats.org/drawingml/2006/main">
              <a:ext uri="{FF2B5EF4-FFF2-40B4-BE49-F238E27FC236}">
                <a16:creationId xmlns:a16="http://schemas.microsoft.com/office/drawing/2014/main" id="{87728515-EEE4-41E2-8DE8-E6D83D3454C7}"/>
              </a:ext>
            </a:extLst>
          </p:cNvPr>
          <p:cNvCxnSpPr>
            <a:stCxn xmlns:a="http://schemas.openxmlformats.org/drawingml/2006/main" id="465" idx="3"/>
            <a:endCxn xmlns:a="http://schemas.openxmlformats.org/drawingml/2006/main" id="466" idx="1"/>
          </p:cNvCxnSpPr>
          <p:nvPr/>
        </p:nvCxnSpPr>
        <p:spPr>
          <a:xfrm xmlns:a="http://schemas.openxmlformats.org/drawingml/2006/main" rot="0" flipH="0" flipV="0">
            <a:off x="9238107" y="2703196"/>
            <a:ext cx="234696" cy="0"/>
          </a:xfrm>
          <a:prstGeom xmlns:a="http://schemas.openxmlformats.org/drawingml/2006/main" prst="straightConnector1">
            <a:avLst/>
          </a:prstGeom>
          <a:ln xmlns:a="http://schemas.openxmlformats.org/drawingml/2006/main" w="22860">
            <a:solidFill>
              <a:srgbClr val="26847D"/>
            </a:solidFill>
            <a:headEnd type="none"/>
            <a:tailEnd type="none" w="med" len="med"/>
          </a:ln>
        </p:spPr>
      </p:cxnSp>
      <p:cxnSp>
        <p:nvCxnSpPr>
          <p:cNvPr id="1190" name="08_ROUTES__filaments_to_maps_segment1">
            <a:extLst xmlns:a="http://schemas.openxmlformats.org/drawingml/2006/main">
              <a:ext uri="{FF2B5EF4-FFF2-40B4-BE49-F238E27FC236}">
                <a16:creationId xmlns:a16="http://schemas.microsoft.com/office/drawing/2014/main" id="{0ECA7F0B-750A-4FEF-9DBB-7957114A59E6}"/>
              </a:ext>
            </a:extLst>
          </p:cNvPr>
          <p:cNvCxnSpPr>
            <a:stCxn xmlns:a="http://schemas.openxmlformats.org/drawingml/2006/main" id="466" idx="0"/>
            <a:endCxn xmlns:a="http://schemas.openxmlformats.org/drawingml/2006/main" id="467" idx="2"/>
          </p:cNvCxnSpPr>
          <p:nvPr/>
        </p:nvCxnSpPr>
        <p:spPr>
          <a:xfrm xmlns:a="http://schemas.openxmlformats.org/drawingml/2006/main" rot="0" flipH="0" flipV="1">
            <a:off x="9473566" y="2505837"/>
            <a:ext cx="0" cy="196596"/>
          </a:xfrm>
          <a:prstGeom xmlns:a="http://schemas.openxmlformats.org/drawingml/2006/main" prst="straightConnector1">
            <a:avLst/>
          </a:prstGeom>
          <a:ln xmlns:a="http://schemas.openxmlformats.org/drawingml/2006/main" w="22860">
            <a:solidFill>
              <a:srgbClr val="26847D"/>
            </a:solidFill>
            <a:headEnd type="none"/>
            <a:tailEnd type="none" w="med" len="med"/>
          </a:ln>
        </p:spPr>
      </p:cxnSp>
      <p:cxnSp>
        <p:nvCxnSpPr>
          <p:cNvPr id="1191" name="08_ROUTES__filaments_to_maps_segment2">
            <a:extLst xmlns:a="http://schemas.openxmlformats.org/drawingml/2006/main">
              <a:ext uri="{FF2B5EF4-FFF2-40B4-BE49-F238E27FC236}">
                <a16:creationId xmlns:a16="http://schemas.microsoft.com/office/drawing/2014/main" id="{DED4376C-B594-40C8-8D02-0B8D7C31D821}"/>
              </a:ext>
            </a:extLst>
          </p:cNvPr>
          <p:cNvCxnSpPr>
            <a:stCxn xmlns:a="http://schemas.openxmlformats.org/drawingml/2006/main" id="467" idx="3"/>
            <a:endCxn xmlns:a="http://schemas.openxmlformats.org/drawingml/2006/main" id="468" idx="1"/>
          </p:cNvCxnSpPr>
          <p:nvPr/>
        </p:nvCxnSpPr>
        <p:spPr>
          <a:xfrm xmlns:a="http://schemas.openxmlformats.org/drawingml/2006/main" rot="0" flipH="0" flipV="0">
            <a:off x="9474327" y="2505076"/>
            <a:ext cx="227076" cy="0"/>
          </a:xfrm>
          <a:prstGeom xmlns:a="http://schemas.openxmlformats.org/drawingml/2006/main" prst="straightConnector1">
            <a:avLst/>
          </a:prstGeom>
          <a:ln xmlns:a="http://schemas.openxmlformats.org/drawingml/2006/main" w="22860">
            <a:solidFill>
              <a:srgbClr val="26847D"/>
            </a:solidFill>
            <a:headEnd type="none"/>
            <a:tailEnd type="triangle" w="med" len="med"/>
          </a:ln>
        </p:spPr>
      </p:cxnSp>
      <p:sp>
        <p:nvSpPr>
          <p:cNvPr id="472" name="03_PREDICTIONS__predicted_formula">
            <a:extLst xmlns:a="http://schemas.openxmlformats.org/drawingml/2006/main">
              <a:ext uri="{FF2B5EF4-FFF2-40B4-BE49-F238E27FC236}">
                <a16:creationId xmlns:a16="http://schemas.microsoft.com/office/drawing/2014/main" id="{A4DA662B-9551-4186-A91F-4B10089E2965}"/>
              </a:ext>
            </a:extLst>
          </p:cNvPr>
          <p:cNvSpPr>
            <a:spLocks xmlns:a="http://schemas.openxmlformats.org/drawingml/2006/main" noGrp="1"/>
          </p:cNvSpPr>
          <p:nvPr/>
        </p:nvSpPr>
        <p:spPr>
          <a:xfrm xmlns:a="http://schemas.openxmlformats.org/drawingml/2006/main" rot="0" flipH="0" flipV="0">
            <a:off x="9649333" y="3995039"/>
            <a:ext cx="2209800" cy="2514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1575" b="0">
                <a:solidFill>
                  <a:srgbClr val="247F70"/>
                </a:solidFill>
                <a:latin typeface="Noto Sans CJK SC"/>
                <a:ea typeface="Noto Sans CJK SC"/>
                <a:cs typeface="Noto Sans CJK SC"/>
              </a:defRPr>
            </a:defPPr>
            <a:lvl1pPr algn="ctr">
              <a:defRPr sz="1575" b="0">
                <a:solidFill>
                  <a:srgbClr val="247F70"/>
                </a:solidFill>
                <a:latin typeface="Noto Sans CJK SC"/>
                <a:ea typeface="Noto Sans CJK SC"/>
                <a:cs typeface="Noto Sans CJK SC"/>
              </a:defRPr>
            </a:lvl1pPr>
            <a:lvl2pPr algn="ctr">
              <a:defRPr sz="1575" b="0">
                <a:solidFill>
                  <a:srgbClr val="247F70"/>
                </a:solidFill>
                <a:latin typeface="Noto Sans CJK SC"/>
                <a:ea typeface="Noto Sans CJK SC"/>
                <a:cs typeface="Noto Sans CJK SC"/>
              </a:defRPr>
            </a:lvl2pPr>
            <a:lvl3pPr algn="ctr">
              <a:defRPr sz="1575" b="0">
                <a:solidFill>
                  <a:srgbClr val="247F70"/>
                </a:solidFill>
                <a:latin typeface="Noto Sans CJK SC"/>
                <a:ea typeface="Noto Sans CJK SC"/>
                <a:cs typeface="Noto Sans CJK SC"/>
              </a:defRPr>
            </a:lvl3pPr>
            <a:lvl4pPr algn="ctr">
              <a:defRPr sz="1575" b="0">
                <a:solidFill>
                  <a:srgbClr val="247F70"/>
                </a:solidFill>
                <a:latin typeface="Noto Sans CJK SC"/>
                <a:ea typeface="Noto Sans CJK SC"/>
                <a:cs typeface="Noto Sans CJK SC"/>
              </a:defRPr>
            </a:lvl4pPr>
            <a:lvl5pPr algn="ctr">
              <a:defRPr sz="1575" b="0">
                <a:solidFill>
                  <a:srgbClr val="247F70"/>
                </a:solidFill>
                <a:latin typeface="Noto Sans CJK SC"/>
                <a:ea typeface="Noto Sans CJK SC"/>
                <a:cs typeface="Noto Sans CJK SC"/>
              </a:defRPr>
            </a:lvl5pPr>
            <a:lvl6pPr algn="ctr">
              <a:defRPr sz="1575" b="0">
                <a:solidFill>
                  <a:srgbClr val="247F70"/>
                </a:solidFill>
                <a:latin typeface="Noto Sans CJK SC"/>
                <a:ea typeface="Noto Sans CJK SC"/>
                <a:cs typeface="Noto Sans CJK SC"/>
              </a:defRPr>
            </a:lvl6pPr>
            <a:lvl7pPr algn="ctr">
              <a:defRPr sz="1575" b="0">
                <a:solidFill>
                  <a:srgbClr val="247F70"/>
                </a:solidFill>
                <a:latin typeface="Noto Sans CJK SC"/>
                <a:ea typeface="Noto Sans CJK SC"/>
                <a:cs typeface="Noto Sans CJK SC"/>
              </a:defRPr>
            </a:lvl7pPr>
            <a:lvl8pPr algn="ctr">
              <a:defRPr sz="1575" b="0">
                <a:solidFill>
                  <a:srgbClr val="247F70"/>
                </a:solidFill>
                <a:latin typeface="Noto Sans CJK SC"/>
                <a:ea typeface="Noto Sans CJK SC"/>
                <a:cs typeface="Noto Sans CJK SC"/>
              </a:defRPr>
            </a:lvl8pPr>
            <a:lvl9pPr algn="ctr">
              <a:defRPr sz="1575" b="0">
                <a:solidFill>
                  <a:srgbClr val="247F70"/>
                </a:solidFill>
                <a:latin typeface="Noto Sans CJK SC"/>
                <a:ea typeface="Noto Sans CJK SC"/>
                <a:cs typeface="Noto Sans CJK SC"/>
              </a:defRPr>
            </a:lvl9pPr>
          </a:lstStyle>
          <a:p xmlns:a="http://schemas.openxmlformats.org/drawingml/2006/main">
            <a:pPr algn="ctr">
              <a:buNone/>
              <a:defRPr sz="1575" b="0">
                <a:solidFill>
                  <a:srgbClr val="247F70"/>
                </a:solidFill>
                <a:latin typeface="Noto Sans CJK SC"/>
                <a:ea typeface="Noto Sans CJK SC"/>
                <a:cs typeface="Noto Sans CJK SC"/>
              </a:defRPr>
            </a:pPr>
            <a:r>
              <a:rPr sz="1575" b="0">
                <a:solidFill>
                  <a:srgbClr val="247F70"/>
                </a:solidFill>
                <a:latin typeface="Noto Sans CJK SC"/>
                <a:ea typeface="Noto Sans CJK SC"/>
                <a:cs typeface="Noto Sans CJK SC"/>
              </a:rPr>
              <a:t>fˢᵢ = p(Hᵢ | S=s)</a:t>
            </a:r>
            <a:endParaRPr sz="2025" b="0">
              <a:solidFill>
                <a:srgbClr val="26847D"/>
              </a:solidFill>
              <a:latin typeface="Arial"/>
              <a:ea typeface="Arial"/>
              <a:cs typeface="Arial"/>
            </a:endParaRPr>
          </a:p>
        </p:txBody>
      </p:sp>
      <p:sp>
        <p:nvSpPr>
          <p:cNvPr id="473" name="03_PREDICTIONS__refine_title">
            <a:extLst xmlns:a="http://schemas.openxmlformats.org/drawingml/2006/main">
              <a:ext uri="{FF2B5EF4-FFF2-40B4-BE49-F238E27FC236}">
                <a16:creationId xmlns:a16="http://schemas.microsoft.com/office/drawing/2014/main" id="{622ACEF4-5BB7-49BD-B582-E1B97B656BEB}"/>
              </a:ext>
            </a:extLst>
          </p:cNvPr>
          <p:cNvSpPr>
            <a:spLocks xmlns:a="http://schemas.openxmlformats.org/drawingml/2006/main" noGrp="1"/>
          </p:cNvSpPr>
          <p:nvPr/>
        </p:nvSpPr>
        <p:spPr>
          <a:xfrm xmlns:a="http://schemas.openxmlformats.org/drawingml/2006/main" rot="0" flipH="0" flipV="0">
            <a:off x="5252085" y="4181475"/>
            <a:ext cx="3482340" cy="259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575" b="1">
                <a:solidFill>
                  <a:srgbClr val="247F70"/>
                </a:solidFill>
                <a:latin typeface="Noto Sans CJK SC"/>
                <a:ea typeface="Noto Sans CJK SC"/>
                <a:cs typeface="Noto Sans CJK SC"/>
              </a:defRPr>
            </a:defPPr>
            <a:lvl1pPr algn="l">
              <a:defRPr sz="1575" b="1">
                <a:solidFill>
                  <a:srgbClr val="247F70"/>
                </a:solidFill>
                <a:latin typeface="Noto Sans CJK SC"/>
                <a:ea typeface="Noto Sans CJK SC"/>
                <a:cs typeface="Noto Sans CJK SC"/>
              </a:defRPr>
            </a:lvl1pPr>
            <a:lvl2pPr algn="l">
              <a:defRPr sz="1575" b="1">
                <a:solidFill>
                  <a:srgbClr val="247F70"/>
                </a:solidFill>
                <a:latin typeface="Noto Sans CJK SC"/>
                <a:ea typeface="Noto Sans CJK SC"/>
                <a:cs typeface="Noto Sans CJK SC"/>
              </a:defRPr>
            </a:lvl2pPr>
            <a:lvl3pPr algn="l">
              <a:defRPr sz="1575" b="1">
                <a:solidFill>
                  <a:srgbClr val="247F70"/>
                </a:solidFill>
                <a:latin typeface="Noto Sans CJK SC"/>
                <a:ea typeface="Noto Sans CJK SC"/>
                <a:cs typeface="Noto Sans CJK SC"/>
              </a:defRPr>
            </a:lvl3pPr>
            <a:lvl4pPr algn="l">
              <a:defRPr sz="1575" b="1">
                <a:solidFill>
                  <a:srgbClr val="247F70"/>
                </a:solidFill>
                <a:latin typeface="Noto Sans CJK SC"/>
                <a:ea typeface="Noto Sans CJK SC"/>
                <a:cs typeface="Noto Sans CJK SC"/>
              </a:defRPr>
            </a:lvl4pPr>
            <a:lvl5pPr algn="l">
              <a:defRPr sz="1575" b="1">
                <a:solidFill>
                  <a:srgbClr val="247F70"/>
                </a:solidFill>
                <a:latin typeface="Noto Sans CJK SC"/>
                <a:ea typeface="Noto Sans CJK SC"/>
                <a:cs typeface="Noto Sans CJK SC"/>
              </a:defRPr>
            </a:lvl5pPr>
            <a:lvl6pPr algn="l">
              <a:defRPr sz="1575" b="1">
                <a:solidFill>
                  <a:srgbClr val="247F70"/>
                </a:solidFill>
                <a:latin typeface="Noto Sans CJK SC"/>
                <a:ea typeface="Noto Sans CJK SC"/>
                <a:cs typeface="Noto Sans CJK SC"/>
              </a:defRPr>
            </a:lvl6pPr>
            <a:lvl7pPr algn="l">
              <a:defRPr sz="1575" b="1">
                <a:solidFill>
                  <a:srgbClr val="247F70"/>
                </a:solidFill>
                <a:latin typeface="Noto Sans CJK SC"/>
                <a:ea typeface="Noto Sans CJK SC"/>
                <a:cs typeface="Noto Sans CJK SC"/>
              </a:defRPr>
            </a:lvl7pPr>
            <a:lvl8pPr algn="l">
              <a:defRPr sz="1575" b="1">
                <a:solidFill>
                  <a:srgbClr val="247F70"/>
                </a:solidFill>
                <a:latin typeface="Noto Sans CJK SC"/>
                <a:ea typeface="Noto Sans CJK SC"/>
                <a:cs typeface="Noto Sans CJK SC"/>
              </a:defRPr>
            </a:lvl8pPr>
            <a:lvl9pPr algn="l">
              <a:defRPr sz="1575" b="1">
                <a:solidFill>
                  <a:srgbClr val="247F70"/>
                </a:solidFill>
                <a:latin typeface="Noto Sans CJK SC"/>
                <a:ea typeface="Noto Sans CJK SC"/>
                <a:cs typeface="Noto Sans CJK SC"/>
              </a:defRPr>
            </a:lvl9pPr>
          </a:lstStyle>
          <a:p xmlns:a="http://schemas.openxmlformats.org/drawingml/2006/main">
            <a:pPr algn="l">
              <a:buNone/>
              <a:defRPr sz="1575" b="1">
                <a:solidFill>
                  <a:srgbClr val="247F70"/>
                </a:solidFill>
                <a:latin typeface="Noto Sans CJK SC"/>
                <a:ea typeface="Noto Sans CJK SC"/>
                <a:cs typeface="Noto Sans CJK SC"/>
              </a:defRPr>
            </a:pPr>
            <a:r>
              <a:rPr sz="1575" b="1">
                <a:solidFill>
                  <a:srgbClr val="247F70"/>
                </a:solidFill>
                <a:latin typeface="Noto Sans CJK SC"/>
                <a:ea typeface="Noto Sans CJK SC"/>
                <a:cs typeface="Noto Sans CJK SC"/>
              </a:rPr>
              <a:t>候选源由粗到细细化</a:t>
            </a:r>
            <a:endParaRPr sz="1875" b="0">
              <a:solidFill>
                <a:srgbClr val="233440"/>
              </a:solidFill>
              <a:latin typeface="Arial"/>
              <a:ea typeface="Arial"/>
              <a:cs typeface="Arial"/>
            </a:endParaRPr>
          </a:p>
        </p:txBody>
      </p:sp>
      <p:sp>
        <p:nvSpPr>
          <p:cNvPr id="474" name="03_PREDICTIONS__coarse_00">
            <a:extLst xmlns:a="http://schemas.openxmlformats.org/drawingml/2006/main">
              <a:ext uri="{FF2B5EF4-FFF2-40B4-BE49-F238E27FC236}">
                <a16:creationId xmlns:a16="http://schemas.microsoft.com/office/drawing/2014/main" id="{F187CD20-B619-460F-9946-5EE06CBAE5C9}"/>
              </a:ext>
            </a:extLst>
          </p:cNvPr>
          <p:cNvSpPr>
            <a:spLocks xmlns:a="http://schemas.openxmlformats.org/drawingml/2006/main" noGrp="1"/>
          </p:cNvSpPr>
          <p:nvPr/>
        </p:nvSpPr>
        <p:spPr>
          <a:xfrm xmlns:a="http://schemas.openxmlformats.org/drawingml/2006/main" rot="0" flipH="0" flipV="0">
            <a:off x="8681085" y="4196715"/>
            <a:ext cx="121920" cy="121920"/>
          </a:xfrm>
          <a:prstGeom xmlns:a="http://schemas.openxmlformats.org/drawingml/2006/main" prst="rect">
            <a:avLst/>
          </a:prstGeom>
          <a:noFill xmlns:a="http://schemas.openxmlformats.org/drawingml/2006/main"/>
          <a:ln xmlns:a="http://schemas.openxmlformats.org/drawingml/2006/main" w="13335">
            <a:solidFill>
              <a:srgbClr val="26847D"/>
            </a:solidFill>
          </a:ln>
        </p:spPr>
      </p:sp>
      <p:sp>
        <p:nvSpPr>
          <p:cNvPr id="475" name="03_PREDICTIONS__coarse_01">
            <a:extLst xmlns:a="http://schemas.openxmlformats.org/drawingml/2006/main">
              <a:ext uri="{FF2B5EF4-FFF2-40B4-BE49-F238E27FC236}">
                <a16:creationId xmlns:a16="http://schemas.microsoft.com/office/drawing/2014/main" id="{E9DFFCD5-C906-4F4B-912B-6FE2F460D830}"/>
              </a:ext>
            </a:extLst>
          </p:cNvPr>
          <p:cNvSpPr>
            <a:spLocks xmlns:a="http://schemas.openxmlformats.org/drawingml/2006/main" noGrp="1"/>
          </p:cNvSpPr>
          <p:nvPr/>
        </p:nvSpPr>
        <p:spPr>
          <a:xfrm xmlns:a="http://schemas.openxmlformats.org/drawingml/2006/main" rot="0" flipH="0" flipV="0">
            <a:off x="8803005" y="4196715"/>
            <a:ext cx="121920" cy="121920"/>
          </a:xfrm>
          <a:prstGeom xmlns:a="http://schemas.openxmlformats.org/drawingml/2006/main" prst="rect">
            <a:avLst/>
          </a:prstGeom>
          <a:noFill xmlns:a="http://schemas.openxmlformats.org/drawingml/2006/main"/>
          <a:ln xmlns:a="http://schemas.openxmlformats.org/drawingml/2006/main" w="13335">
            <a:solidFill>
              <a:srgbClr val="26847D"/>
            </a:solidFill>
          </a:ln>
        </p:spPr>
      </p:sp>
      <p:sp>
        <p:nvSpPr>
          <p:cNvPr id="476" name="03_PREDICTIONS__coarse_10">
            <a:extLst xmlns:a="http://schemas.openxmlformats.org/drawingml/2006/main">
              <a:ext uri="{FF2B5EF4-FFF2-40B4-BE49-F238E27FC236}">
                <a16:creationId xmlns:a16="http://schemas.microsoft.com/office/drawing/2014/main" id="{1CE434B6-3BE9-48D3-9C86-F4C9C7EBC7EC}"/>
              </a:ext>
            </a:extLst>
          </p:cNvPr>
          <p:cNvSpPr>
            <a:spLocks xmlns:a="http://schemas.openxmlformats.org/drawingml/2006/main" noGrp="1"/>
          </p:cNvSpPr>
          <p:nvPr/>
        </p:nvSpPr>
        <p:spPr>
          <a:xfrm xmlns:a="http://schemas.openxmlformats.org/drawingml/2006/main" rot="0" flipH="0" flipV="0">
            <a:off x="8681085" y="4318635"/>
            <a:ext cx="121920" cy="121920"/>
          </a:xfrm>
          <a:prstGeom xmlns:a="http://schemas.openxmlformats.org/drawingml/2006/main" prst="rect">
            <a:avLst/>
          </a:prstGeom>
          <a:noFill xmlns:a="http://schemas.openxmlformats.org/drawingml/2006/main"/>
          <a:ln xmlns:a="http://schemas.openxmlformats.org/drawingml/2006/main" w="13335">
            <a:solidFill>
              <a:srgbClr val="26847D"/>
            </a:solidFill>
          </a:ln>
        </p:spPr>
      </p:sp>
      <p:sp>
        <p:nvSpPr>
          <p:cNvPr id="477" name="03_PREDICTIONS__coarse_11">
            <a:extLst xmlns:a="http://schemas.openxmlformats.org/drawingml/2006/main">
              <a:ext uri="{FF2B5EF4-FFF2-40B4-BE49-F238E27FC236}">
                <a16:creationId xmlns:a16="http://schemas.microsoft.com/office/drawing/2014/main" id="{8FE0D2ED-06FC-42DF-B525-7665462FFD17}"/>
              </a:ext>
            </a:extLst>
          </p:cNvPr>
          <p:cNvSpPr>
            <a:spLocks xmlns:a="http://schemas.openxmlformats.org/drawingml/2006/main" noGrp="1"/>
          </p:cNvSpPr>
          <p:nvPr/>
        </p:nvSpPr>
        <p:spPr>
          <a:xfrm xmlns:a="http://schemas.openxmlformats.org/drawingml/2006/main" rot="0" flipH="0" flipV="0">
            <a:off x="8803005" y="4318635"/>
            <a:ext cx="121920" cy="121920"/>
          </a:xfrm>
          <a:prstGeom xmlns:a="http://schemas.openxmlformats.org/drawingml/2006/main" prst="rect">
            <a:avLst/>
          </a:prstGeom>
          <a:noFill xmlns:a="http://schemas.openxmlformats.org/drawingml/2006/main"/>
          <a:ln xmlns:a="http://schemas.openxmlformats.org/drawingml/2006/main" w="13335">
            <a:solidFill>
              <a:srgbClr val="26847D"/>
            </a:solidFill>
          </a:ln>
        </p:spPr>
      </p:sp>
      <p:sp>
        <p:nvSpPr>
          <p:cNvPr id="478" name="03_PREDICTIONS__refine_arrow">
            <a:extLst xmlns:a="http://schemas.openxmlformats.org/drawingml/2006/main">
              <a:ext uri="{FF2B5EF4-FFF2-40B4-BE49-F238E27FC236}">
                <a16:creationId xmlns:a16="http://schemas.microsoft.com/office/drawing/2014/main" id="{D3BCFF5D-819B-49A2-82E6-D70500D666B9}"/>
              </a:ext>
            </a:extLst>
          </p:cNvPr>
          <p:cNvSpPr>
            <a:spLocks xmlns:a="http://schemas.openxmlformats.org/drawingml/2006/main" noGrp="1"/>
          </p:cNvSpPr>
          <p:nvPr/>
        </p:nvSpPr>
        <p:spPr>
          <a:xfrm xmlns:a="http://schemas.openxmlformats.org/drawingml/2006/main" rot="0" flipH="0" flipV="0">
            <a:off x="9023985" y="4318635"/>
            <a:ext cx="190500" cy="1524"/>
          </a:xfrm>
          <a:custGeom xmlns:a="http://schemas.openxmlformats.org/drawingml/2006/main">
            <a:rect l="0" t="0" r="0" b="0"/>
            <a:pathLst>
              <a:path w="238125" h="1905">
                <a:moveTo>
                  <a:pt x="0" y="0"/>
                </a:moveTo>
                <a:lnTo>
                  <a:pt x="238125" y="0"/>
                </a:lnTo>
              </a:path>
            </a:pathLst>
          </a:custGeom>
          <a:noFill xmlns:a="http://schemas.openxmlformats.org/drawingml/2006/main"/>
          <a:ln xmlns:a="http://schemas.openxmlformats.org/drawingml/2006/main" w="19050">
            <a:solidFill>
              <a:srgbClr val="26847D"/>
            </a:solidFill>
            <a:prstDash val="solid"/>
          </a:ln>
        </p:spPr>
      </p:sp>
      <p:sp>
        <p:nvSpPr>
          <p:cNvPr id="479" name="03_PREDICTIONS__refine_arrow_head">
            <a:extLst xmlns:a="http://schemas.openxmlformats.org/drawingml/2006/main">
              <a:ext uri="{FF2B5EF4-FFF2-40B4-BE49-F238E27FC236}">
                <a16:creationId xmlns:a16="http://schemas.microsoft.com/office/drawing/2014/main" id="{168E5344-9DC9-4D63-A1EF-2E9919F2095D}"/>
              </a:ext>
            </a:extLst>
          </p:cNvPr>
          <p:cNvSpPr>
            <a:spLocks xmlns:a="http://schemas.openxmlformats.org/drawingml/2006/main" noGrp="1"/>
          </p:cNvSpPr>
          <p:nvPr/>
        </p:nvSpPr>
        <p:spPr>
          <a:xfrm xmlns:a="http://schemas.openxmlformats.org/drawingml/2006/main" rot="0" flipH="0" flipV="0">
            <a:off x="9173931" y="4297522"/>
            <a:ext cx="40554" cy="42225"/>
          </a:xfrm>
          <a:custGeom xmlns:a="http://schemas.openxmlformats.org/drawingml/2006/main">
            <a:rect l="0" t="0" r="0" b="0"/>
            <a:pathLst>
              <a:path w="50692" h="52781">
                <a:moveTo>
                  <a:pt x="0" y="52781"/>
                </a:moveTo>
                <a:lnTo>
                  <a:pt x="50692" y="26391"/>
                </a:lnTo>
                <a:lnTo>
                  <a:pt x="0" y="0"/>
                </a:lnTo>
              </a:path>
            </a:pathLst>
          </a:custGeom>
          <a:noFill xmlns:a="http://schemas.openxmlformats.org/drawingml/2006/main"/>
          <a:ln xmlns:a="http://schemas.openxmlformats.org/drawingml/2006/main" w="19050">
            <a:solidFill>
              <a:srgbClr val="26847D"/>
            </a:solidFill>
            <a:prstDash val="solid"/>
          </a:ln>
        </p:spPr>
      </p:sp>
      <p:sp>
        <p:nvSpPr>
          <p:cNvPr id="480" name="03_PREDICTIONS__fine_00">
            <a:extLst xmlns:a="http://schemas.openxmlformats.org/drawingml/2006/main">
              <a:ext uri="{FF2B5EF4-FFF2-40B4-BE49-F238E27FC236}">
                <a16:creationId xmlns:a16="http://schemas.microsoft.com/office/drawing/2014/main" id="{93D232A9-97B3-4B53-A387-363EB9631C05}"/>
              </a:ext>
            </a:extLst>
          </p:cNvPr>
          <p:cNvSpPr>
            <a:spLocks xmlns:a="http://schemas.openxmlformats.org/drawingml/2006/main" noGrp="1"/>
          </p:cNvSpPr>
          <p:nvPr/>
        </p:nvSpPr>
        <p:spPr>
          <a:xfrm xmlns:a="http://schemas.openxmlformats.org/drawingml/2006/main" rot="0" flipH="0" flipV="0">
            <a:off x="9321165" y="4196715"/>
            <a:ext cx="60960" cy="60960"/>
          </a:xfrm>
          <a:prstGeom xmlns:a="http://schemas.openxmlformats.org/drawingml/2006/main" prst="rect">
            <a:avLst/>
          </a:prstGeom>
          <a:noFill xmlns:a="http://schemas.openxmlformats.org/drawingml/2006/main"/>
          <a:ln xmlns:a="http://schemas.openxmlformats.org/drawingml/2006/main" w="8573">
            <a:solidFill>
              <a:srgbClr val="26847D"/>
            </a:solidFill>
          </a:ln>
        </p:spPr>
      </p:sp>
      <p:sp>
        <p:nvSpPr>
          <p:cNvPr id="481" name="03_PREDICTIONS__fine_01">
            <a:extLst xmlns:a="http://schemas.openxmlformats.org/drawingml/2006/main">
              <a:ext uri="{FF2B5EF4-FFF2-40B4-BE49-F238E27FC236}">
                <a16:creationId xmlns:a16="http://schemas.microsoft.com/office/drawing/2014/main" id="{10BDD234-2393-4076-89D5-5B18F84C854F}"/>
              </a:ext>
            </a:extLst>
          </p:cNvPr>
          <p:cNvSpPr>
            <a:spLocks xmlns:a="http://schemas.openxmlformats.org/drawingml/2006/main" noGrp="1"/>
          </p:cNvSpPr>
          <p:nvPr/>
        </p:nvSpPr>
        <p:spPr>
          <a:xfrm xmlns:a="http://schemas.openxmlformats.org/drawingml/2006/main" rot="0" flipH="0" flipV="0">
            <a:off x="9382125" y="4196715"/>
            <a:ext cx="60960" cy="60960"/>
          </a:xfrm>
          <a:prstGeom xmlns:a="http://schemas.openxmlformats.org/drawingml/2006/main" prst="rect">
            <a:avLst/>
          </a:prstGeom>
          <a:noFill xmlns:a="http://schemas.openxmlformats.org/drawingml/2006/main"/>
          <a:ln xmlns:a="http://schemas.openxmlformats.org/drawingml/2006/main" w="8573">
            <a:solidFill>
              <a:srgbClr val="26847D"/>
            </a:solidFill>
          </a:ln>
        </p:spPr>
      </p:sp>
      <p:sp>
        <p:nvSpPr>
          <p:cNvPr id="482" name="03_PREDICTIONS__fine_02">
            <a:extLst xmlns:a="http://schemas.openxmlformats.org/drawingml/2006/main">
              <a:ext uri="{FF2B5EF4-FFF2-40B4-BE49-F238E27FC236}">
                <a16:creationId xmlns:a16="http://schemas.microsoft.com/office/drawing/2014/main" id="{9F25CDC7-3951-4970-B185-962D1EE86CEF}"/>
              </a:ext>
            </a:extLst>
          </p:cNvPr>
          <p:cNvSpPr>
            <a:spLocks xmlns:a="http://schemas.openxmlformats.org/drawingml/2006/main" noGrp="1"/>
          </p:cNvSpPr>
          <p:nvPr/>
        </p:nvSpPr>
        <p:spPr>
          <a:xfrm xmlns:a="http://schemas.openxmlformats.org/drawingml/2006/main" rot="0" flipH="0" flipV="0">
            <a:off x="9443085" y="4196715"/>
            <a:ext cx="60960" cy="60960"/>
          </a:xfrm>
          <a:prstGeom xmlns:a="http://schemas.openxmlformats.org/drawingml/2006/main" prst="rect">
            <a:avLst/>
          </a:prstGeom>
          <a:noFill xmlns:a="http://schemas.openxmlformats.org/drawingml/2006/main"/>
          <a:ln xmlns:a="http://schemas.openxmlformats.org/drawingml/2006/main" w="8573">
            <a:solidFill>
              <a:srgbClr val="26847D"/>
            </a:solidFill>
          </a:ln>
        </p:spPr>
      </p:sp>
      <p:sp>
        <p:nvSpPr>
          <p:cNvPr id="483" name="03_PREDICTIONS__fine_03">
            <a:extLst xmlns:a="http://schemas.openxmlformats.org/drawingml/2006/main">
              <a:ext uri="{FF2B5EF4-FFF2-40B4-BE49-F238E27FC236}">
                <a16:creationId xmlns:a16="http://schemas.microsoft.com/office/drawing/2014/main" id="{148101F1-614A-44C1-8E0C-44D0BBD99A90}"/>
              </a:ext>
            </a:extLst>
          </p:cNvPr>
          <p:cNvSpPr>
            <a:spLocks xmlns:a="http://schemas.openxmlformats.org/drawingml/2006/main" noGrp="1"/>
          </p:cNvSpPr>
          <p:nvPr/>
        </p:nvSpPr>
        <p:spPr>
          <a:xfrm xmlns:a="http://schemas.openxmlformats.org/drawingml/2006/main" rot="0" flipH="0" flipV="0">
            <a:off x="9504045" y="4196715"/>
            <a:ext cx="60960" cy="60960"/>
          </a:xfrm>
          <a:prstGeom xmlns:a="http://schemas.openxmlformats.org/drawingml/2006/main" prst="rect">
            <a:avLst/>
          </a:prstGeom>
          <a:noFill xmlns:a="http://schemas.openxmlformats.org/drawingml/2006/main"/>
          <a:ln xmlns:a="http://schemas.openxmlformats.org/drawingml/2006/main" w="8573">
            <a:solidFill>
              <a:srgbClr val="26847D"/>
            </a:solidFill>
          </a:ln>
        </p:spPr>
      </p:sp>
      <p:sp>
        <p:nvSpPr>
          <p:cNvPr id="484" name="03_PREDICTIONS__fine_10">
            <a:extLst xmlns:a="http://schemas.openxmlformats.org/drawingml/2006/main">
              <a:ext uri="{FF2B5EF4-FFF2-40B4-BE49-F238E27FC236}">
                <a16:creationId xmlns:a16="http://schemas.microsoft.com/office/drawing/2014/main" id="{D538465C-7808-41D8-A8BA-A2D85D7DAEE0}"/>
              </a:ext>
            </a:extLst>
          </p:cNvPr>
          <p:cNvSpPr>
            <a:spLocks xmlns:a="http://schemas.openxmlformats.org/drawingml/2006/main" noGrp="1"/>
          </p:cNvSpPr>
          <p:nvPr/>
        </p:nvSpPr>
        <p:spPr>
          <a:xfrm xmlns:a="http://schemas.openxmlformats.org/drawingml/2006/main" rot="0" flipH="0" flipV="0">
            <a:off x="9321165" y="4257675"/>
            <a:ext cx="60960" cy="60960"/>
          </a:xfrm>
          <a:prstGeom xmlns:a="http://schemas.openxmlformats.org/drawingml/2006/main" prst="rect">
            <a:avLst/>
          </a:prstGeom>
          <a:noFill xmlns:a="http://schemas.openxmlformats.org/drawingml/2006/main"/>
          <a:ln xmlns:a="http://schemas.openxmlformats.org/drawingml/2006/main" w="8573">
            <a:solidFill>
              <a:srgbClr val="26847D"/>
            </a:solidFill>
          </a:ln>
        </p:spPr>
      </p:sp>
      <p:sp>
        <p:nvSpPr>
          <p:cNvPr id="485" name="03_PREDICTIONS__fine_11">
            <a:extLst xmlns:a="http://schemas.openxmlformats.org/drawingml/2006/main">
              <a:ext uri="{FF2B5EF4-FFF2-40B4-BE49-F238E27FC236}">
                <a16:creationId xmlns:a16="http://schemas.microsoft.com/office/drawing/2014/main" id="{F5DAA53E-003D-4A72-ABE2-1290C56E0397}"/>
              </a:ext>
            </a:extLst>
          </p:cNvPr>
          <p:cNvSpPr>
            <a:spLocks xmlns:a="http://schemas.openxmlformats.org/drawingml/2006/main" noGrp="1"/>
          </p:cNvSpPr>
          <p:nvPr/>
        </p:nvSpPr>
        <p:spPr>
          <a:xfrm xmlns:a="http://schemas.openxmlformats.org/drawingml/2006/main" rot="0" flipH="0" flipV="0">
            <a:off x="9382125" y="4257675"/>
            <a:ext cx="60960" cy="60960"/>
          </a:xfrm>
          <a:prstGeom xmlns:a="http://schemas.openxmlformats.org/drawingml/2006/main" prst="rect">
            <a:avLst/>
          </a:prstGeom>
          <a:noFill xmlns:a="http://schemas.openxmlformats.org/drawingml/2006/main"/>
          <a:ln xmlns:a="http://schemas.openxmlformats.org/drawingml/2006/main" w="8573">
            <a:solidFill>
              <a:srgbClr val="26847D"/>
            </a:solidFill>
          </a:ln>
        </p:spPr>
      </p:sp>
      <p:sp>
        <p:nvSpPr>
          <p:cNvPr id="486" name="03_PREDICTIONS__fine_12">
            <a:extLst xmlns:a="http://schemas.openxmlformats.org/drawingml/2006/main">
              <a:ext uri="{FF2B5EF4-FFF2-40B4-BE49-F238E27FC236}">
                <a16:creationId xmlns:a16="http://schemas.microsoft.com/office/drawing/2014/main" id="{4A8BB27F-870A-4956-A6EF-3F7EB3F608C1}"/>
              </a:ext>
            </a:extLst>
          </p:cNvPr>
          <p:cNvSpPr>
            <a:spLocks xmlns:a="http://schemas.openxmlformats.org/drawingml/2006/main" noGrp="1"/>
          </p:cNvSpPr>
          <p:nvPr/>
        </p:nvSpPr>
        <p:spPr>
          <a:xfrm xmlns:a="http://schemas.openxmlformats.org/drawingml/2006/main" rot="0" flipH="0" flipV="0">
            <a:off x="9443085" y="4257675"/>
            <a:ext cx="60960" cy="60960"/>
          </a:xfrm>
          <a:prstGeom xmlns:a="http://schemas.openxmlformats.org/drawingml/2006/main" prst="rect">
            <a:avLst/>
          </a:prstGeom>
          <a:noFill xmlns:a="http://schemas.openxmlformats.org/drawingml/2006/main"/>
          <a:ln xmlns:a="http://schemas.openxmlformats.org/drawingml/2006/main" w="8573">
            <a:solidFill>
              <a:srgbClr val="26847D"/>
            </a:solidFill>
          </a:ln>
        </p:spPr>
      </p:sp>
      <p:sp>
        <p:nvSpPr>
          <p:cNvPr id="487" name="03_PREDICTIONS__fine_13">
            <a:extLst xmlns:a="http://schemas.openxmlformats.org/drawingml/2006/main">
              <a:ext uri="{FF2B5EF4-FFF2-40B4-BE49-F238E27FC236}">
                <a16:creationId xmlns:a16="http://schemas.microsoft.com/office/drawing/2014/main" id="{C83FA311-7820-486E-8D0C-818DCE52E46C}"/>
              </a:ext>
            </a:extLst>
          </p:cNvPr>
          <p:cNvSpPr>
            <a:spLocks xmlns:a="http://schemas.openxmlformats.org/drawingml/2006/main" noGrp="1"/>
          </p:cNvSpPr>
          <p:nvPr/>
        </p:nvSpPr>
        <p:spPr>
          <a:xfrm xmlns:a="http://schemas.openxmlformats.org/drawingml/2006/main" rot="0" flipH="0" flipV="0">
            <a:off x="9504045" y="4257675"/>
            <a:ext cx="60960" cy="60960"/>
          </a:xfrm>
          <a:prstGeom xmlns:a="http://schemas.openxmlformats.org/drawingml/2006/main" prst="rect">
            <a:avLst/>
          </a:prstGeom>
          <a:noFill xmlns:a="http://schemas.openxmlformats.org/drawingml/2006/main"/>
          <a:ln xmlns:a="http://schemas.openxmlformats.org/drawingml/2006/main" w="8573">
            <a:solidFill>
              <a:srgbClr val="26847D"/>
            </a:solidFill>
          </a:ln>
        </p:spPr>
      </p:sp>
      <p:sp>
        <p:nvSpPr>
          <p:cNvPr id="488" name="03_PREDICTIONS__fine_20">
            <a:extLst xmlns:a="http://schemas.openxmlformats.org/drawingml/2006/main">
              <a:ext uri="{FF2B5EF4-FFF2-40B4-BE49-F238E27FC236}">
                <a16:creationId xmlns:a16="http://schemas.microsoft.com/office/drawing/2014/main" id="{7F2B73D5-5CFF-4FE0-A6AE-172F25FD6F04}"/>
              </a:ext>
            </a:extLst>
          </p:cNvPr>
          <p:cNvSpPr>
            <a:spLocks xmlns:a="http://schemas.openxmlformats.org/drawingml/2006/main" noGrp="1"/>
          </p:cNvSpPr>
          <p:nvPr/>
        </p:nvSpPr>
        <p:spPr>
          <a:xfrm xmlns:a="http://schemas.openxmlformats.org/drawingml/2006/main" rot="0" flipH="0" flipV="0">
            <a:off x="9321165" y="4318635"/>
            <a:ext cx="60960" cy="60960"/>
          </a:xfrm>
          <a:prstGeom xmlns:a="http://schemas.openxmlformats.org/drawingml/2006/main" prst="rect">
            <a:avLst/>
          </a:prstGeom>
          <a:solidFill xmlns:a="http://schemas.openxmlformats.org/drawingml/2006/main">
            <a:srgbClr val="A3CFC2"/>
          </a:solidFill>
          <a:ln xmlns:a="http://schemas.openxmlformats.org/drawingml/2006/main" w="8573">
            <a:solidFill>
              <a:srgbClr val="26847D"/>
            </a:solidFill>
          </a:ln>
        </p:spPr>
      </p:sp>
      <p:sp>
        <p:nvSpPr>
          <p:cNvPr id="489" name="03_PREDICTIONS__fine_21">
            <a:extLst xmlns:a="http://schemas.openxmlformats.org/drawingml/2006/main">
              <a:ext uri="{FF2B5EF4-FFF2-40B4-BE49-F238E27FC236}">
                <a16:creationId xmlns:a16="http://schemas.microsoft.com/office/drawing/2014/main" id="{75FED068-4802-4869-B101-56F7F69EF020}"/>
              </a:ext>
            </a:extLst>
          </p:cNvPr>
          <p:cNvSpPr>
            <a:spLocks xmlns:a="http://schemas.openxmlformats.org/drawingml/2006/main" noGrp="1"/>
          </p:cNvSpPr>
          <p:nvPr/>
        </p:nvSpPr>
        <p:spPr>
          <a:xfrm xmlns:a="http://schemas.openxmlformats.org/drawingml/2006/main" rot="0" flipH="0" flipV="0">
            <a:off x="9382125" y="4318635"/>
            <a:ext cx="60960" cy="60960"/>
          </a:xfrm>
          <a:prstGeom xmlns:a="http://schemas.openxmlformats.org/drawingml/2006/main" prst="rect">
            <a:avLst/>
          </a:prstGeom>
          <a:solidFill xmlns:a="http://schemas.openxmlformats.org/drawingml/2006/main">
            <a:srgbClr val="A3CFC2"/>
          </a:solidFill>
          <a:ln xmlns:a="http://schemas.openxmlformats.org/drawingml/2006/main" w="8573">
            <a:solidFill>
              <a:srgbClr val="26847D"/>
            </a:solidFill>
          </a:ln>
        </p:spPr>
      </p:sp>
      <p:sp>
        <p:nvSpPr>
          <p:cNvPr id="490" name="03_PREDICTIONS__fine_22">
            <a:extLst xmlns:a="http://schemas.openxmlformats.org/drawingml/2006/main">
              <a:ext uri="{FF2B5EF4-FFF2-40B4-BE49-F238E27FC236}">
                <a16:creationId xmlns:a16="http://schemas.microsoft.com/office/drawing/2014/main" id="{39029313-0A39-4942-9F1B-5178970E88B0}"/>
              </a:ext>
            </a:extLst>
          </p:cNvPr>
          <p:cNvSpPr>
            <a:spLocks xmlns:a="http://schemas.openxmlformats.org/drawingml/2006/main" noGrp="1"/>
          </p:cNvSpPr>
          <p:nvPr/>
        </p:nvSpPr>
        <p:spPr>
          <a:xfrm xmlns:a="http://schemas.openxmlformats.org/drawingml/2006/main" rot="0" flipH="0" flipV="0">
            <a:off x="9443085" y="4318635"/>
            <a:ext cx="60960" cy="60960"/>
          </a:xfrm>
          <a:prstGeom xmlns:a="http://schemas.openxmlformats.org/drawingml/2006/main" prst="rect">
            <a:avLst/>
          </a:prstGeom>
          <a:noFill xmlns:a="http://schemas.openxmlformats.org/drawingml/2006/main"/>
          <a:ln xmlns:a="http://schemas.openxmlformats.org/drawingml/2006/main" w="8573">
            <a:solidFill>
              <a:srgbClr val="26847D"/>
            </a:solidFill>
          </a:ln>
        </p:spPr>
      </p:sp>
      <p:sp>
        <p:nvSpPr>
          <p:cNvPr id="491" name="03_PREDICTIONS__fine_23">
            <a:extLst xmlns:a="http://schemas.openxmlformats.org/drawingml/2006/main">
              <a:ext uri="{FF2B5EF4-FFF2-40B4-BE49-F238E27FC236}">
                <a16:creationId xmlns:a16="http://schemas.microsoft.com/office/drawing/2014/main" id="{9710931B-01A0-4CB4-B2FC-4880E986579E}"/>
              </a:ext>
            </a:extLst>
          </p:cNvPr>
          <p:cNvSpPr>
            <a:spLocks xmlns:a="http://schemas.openxmlformats.org/drawingml/2006/main" noGrp="1"/>
          </p:cNvSpPr>
          <p:nvPr/>
        </p:nvSpPr>
        <p:spPr>
          <a:xfrm xmlns:a="http://schemas.openxmlformats.org/drawingml/2006/main" rot="0" flipH="0" flipV="0">
            <a:off x="9504045" y="4318635"/>
            <a:ext cx="60960" cy="60960"/>
          </a:xfrm>
          <a:prstGeom xmlns:a="http://schemas.openxmlformats.org/drawingml/2006/main" prst="rect">
            <a:avLst/>
          </a:prstGeom>
          <a:noFill xmlns:a="http://schemas.openxmlformats.org/drawingml/2006/main"/>
          <a:ln xmlns:a="http://schemas.openxmlformats.org/drawingml/2006/main" w="8573">
            <a:solidFill>
              <a:srgbClr val="26847D"/>
            </a:solidFill>
          </a:ln>
        </p:spPr>
      </p:sp>
      <p:sp>
        <p:nvSpPr>
          <p:cNvPr id="492" name="03_PREDICTIONS__fine_30">
            <a:extLst xmlns:a="http://schemas.openxmlformats.org/drawingml/2006/main">
              <a:ext uri="{FF2B5EF4-FFF2-40B4-BE49-F238E27FC236}">
                <a16:creationId xmlns:a16="http://schemas.microsoft.com/office/drawing/2014/main" id="{0C0A53E0-C86E-47AB-B068-247B3D23CAFD}"/>
              </a:ext>
            </a:extLst>
          </p:cNvPr>
          <p:cNvSpPr>
            <a:spLocks xmlns:a="http://schemas.openxmlformats.org/drawingml/2006/main" noGrp="1"/>
          </p:cNvSpPr>
          <p:nvPr/>
        </p:nvSpPr>
        <p:spPr>
          <a:xfrm xmlns:a="http://schemas.openxmlformats.org/drawingml/2006/main" rot="0" flipH="0" flipV="0">
            <a:off x="9321165" y="4379595"/>
            <a:ext cx="60960" cy="60960"/>
          </a:xfrm>
          <a:prstGeom xmlns:a="http://schemas.openxmlformats.org/drawingml/2006/main" prst="rect">
            <a:avLst/>
          </a:prstGeom>
          <a:solidFill xmlns:a="http://schemas.openxmlformats.org/drawingml/2006/main">
            <a:srgbClr val="A3CFC2"/>
          </a:solidFill>
          <a:ln xmlns:a="http://schemas.openxmlformats.org/drawingml/2006/main" w="8573">
            <a:solidFill>
              <a:srgbClr val="26847D"/>
            </a:solidFill>
          </a:ln>
        </p:spPr>
      </p:sp>
      <p:sp>
        <p:nvSpPr>
          <p:cNvPr id="493" name="03_PREDICTIONS__fine_31">
            <a:extLst xmlns:a="http://schemas.openxmlformats.org/drawingml/2006/main">
              <a:ext uri="{FF2B5EF4-FFF2-40B4-BE49-F238E27FC236}">
                <a16:creationId xmlns:a16="http://schemas.microsoft.com/office/drawing/2014/main" id="{70BB6A34-E9D6-44DB-81B2-ED45117EE0ED}"/>
              </a:ext>
            </a:extLst>
          </p:cNvPr>
          <p:cNvSpPr>
            <a:spLocks xmlns:a="http://schemas.openxmlformats.org/drawingml/2006/main" noGrp="1"/>
          </p:cNvSpPr>
          <p:nvPr/>
        </p:nvSpPr>
        <p:spPr>
          <a:xfrm xmlns:a="http://schemas.openxmlformats.org/drawingml/2006/main" rot="0" flipH="0" flipV="0">
            <a:off x="9382125" y="4379595"/>
            <a:ext cx="60960" cy="60960"/>
          </a:xfrm>
          <a:prstGeom xmlns:a="http://schemas.openxmlformats.org/drawingml/2006/main" prst="rect">
            <a:avLst/>
          </a:prstGeom>
          <a:solidFill xmlns:a="http://schemas.openxmlformats.org/drawingml/2006/main">
            <a:srgbClr val="A3CFC2"/>
          </a:solidFill>
          <a:ln xmlns:a="http://schemas.openxmlformats.org/drawingml/2006/main" w="8573">
            <a:solidFill>
              <a:srgbClr val="26847D"/>
            </a:solidFill>
          </a:ln>
        </p:spPr>
      </p:sp>
      <p:sp>
        <p:nvSpPr>
          <p:cNvPr id="494" name="03_PREDICTIONS__fine_32">
            <a:extLst xmlns:a="http://schemas.openxmlformats.org/drawingml/2006/main">
              <a:ext uri="{FF2B5EF4-FFF2-40B4-BE49-F238E27FC236}">
                <a16:creationId xmlns:a16="http://schemas.microsoft.com/office/drawing/2014/main" id="{330DB08D-4431-450E-A9E8-D93C5D18BB1F}"/>
              </a:ext>
            </a:extLst>
          </p:cNvPr>
          <p:cNvSpPr>
            <a:spLocks xmlns:a="http://schemas.openxmlformats.org/drawingml/2006/main" noGrp="1"/>
          </p:cNvSpPr>
          <p:nvPr/>
        </p:nvSpPr>
        <p:spPr>
          <a:xfrm xmlns:a="http://schemas.openxmlformats.org/drawingml/2006/main" rot="0" flipH="0" flipV="0">
            <a:off x="9443085" y="4379595"/>
            <a:ext cx="60960" cy="60960"/>
          </a:xfrm>
          <a:prstGeom xmlns:a="http://schemas.openxmlformats.org/drawingml/2006/main" prst="rect">
            <a:avLst/>
          </a:prstGeom>
          <a:noFill xmlns:a="http://schemas.openxmlformats.org/drawingml/2006/main"/>
          <a:ln xmlns:a="http://schemas.openxmlformats.org/drawingml/2006/main" w="8573">
            <a:solidFill>
              <a:srgbClr val="26847D"/>
            </a:solidFill>
          </a:ln>
        </p:spPr>
      </p:sp>
      <p:sp>
        <p:nvSpPr>
          <p:cNvPr id="495" name="03_PREDICTIONS__fine_33">
            <a:extLst xmlns:a="http://schemas.openxmlformats.org/drawingml/2006/main">
              <a:ext uri="{FF2B5EF4-FFF2-40B4-BE49-F238E27FC236}">
                <a16:creationId xmlns:a16="http://schemas.microsoft.com/office/drawing/2014/main" id="{1C61CF34-8BA8-4D2D-9495-ADA9FDCE05D8}"/>
              </a:ext>
            </a:extLst>
          </p:cNvPr>
          <p:cNvSpPr>
            <a:spLocks xmlns:a="http://schemas.openxmlformats.org/drawingml/2006/main" noGrp="1"/>
          </p:cNvSpPr>
          <p:nvPr/>
        </p:nvSpPr>
        <p:spPr>
          <a:xfrm xmlns:a="http://schemas.openxmlformats.org/drawingml/2006/main" rot="0" flipH="0" flipV="0">
            <a:off x="9504045" y="4379595"/>
            <a:ext cx="60960" cy="60960"/>
          </a:xfrm>
          <a:prstGeom xmlns:a="http://schemas.openxmlformats.org/drawingml/2006/main" prst="rect">
            <a:avLst/>
          </a:prstGeom>
          <a:noFill xmlns:a="http://schemas.openxmlformats.org/drawingml/2006/main"/>
          <a:ln xmlns:a="http://schemas.openxmlformats.org/drawingml/2006/main" w="8573">
            <a:solidFill>
              <a:srgbClr val="26847D"/>
            </a:solidFill>
          </a:ln>
        </p:spPr>
      </p:sp>
      <p:sp>
        <p:nvSpPr>
          <p:cNvPr id="687" name="08_ROUTES__context_to_mapping_port0">
            <a:extLst xmlns:a="http://schemas.openxmlformats.org/drawingml/2006/main">
              <a:ext uri="{FF2B5EF4-FFF2-40B4-BE49-F238E27FC236}">
                <a16:creationId xmlns:a16="http://schemas.microsoft.com/office/drawing/2014/main" id="{6422088A-8DF0-4DD1-B679-4BFA064B792D}"/>
              </a:ext>
            </a:extLst>
          </p:cNvPr>
          <p:cNvSpPr>
            <a:spLocks xmlns:a="http://schemas.openxmlformats.org/drawingml/2006/main" noGrp="1"/>
          </p:cNvSpPr>
          <p:nvPr/>
        </p:nvSpPr>
        <p:spPr>
          <a:xfrm xmlns:a="http://schemas.openxmlformats.org/drawingml/2006/main" rot="0" flipH="0" flipV="0">
            <a:off x="5236083" y="2702433"/>
            <a:ext cx="1524" cy="1524"/>
          </a:xfrm>
          <a:prstGeom xmlns:a="http://schemas.openxmlformats.org/drawingml/2006/main" prst="rect">
            <a:avLst/>
          </a:prstGeom>
          <a:noFill xmlns:a="http://schemas.openxmlformats.org/drawingml/2006/main"/>
          <a:ln xmlns:a="http://schemas.openxmlformats.org/drawingml/2006/main" w="0">
            <a:noFill/>
          </a:ln>
        </p:spPr>
      </p:sp>
      <p:sp>
        <p:nvSpPr>
          <p:cNvPr id="693" name="08_ROUTES__predictions_to_comparison_port0">
            <a:extLst xmlns:a="http://schemas.openxmlformats.org/drawingml/2006/main">
              <a:ext uri="{FF2B5EF4-FFF2-40B4-BE49-F238E27FC236}">
                <a16:creationId xmlns:a16="http://schemas.microsoft.com/office/drawing/2014/main" id="{03BE4563-D5E3-4859-B3EF-E1E41C833AE3}"/>
              </a:ext>
            </a:extLst>
          </p:cNvPr>
          <p:cNvSpPr>
            <a:spLocks xmlns:a="http://schemas.openxmlformats.org/drawingml/2006/main" noGrp="1"/>
          </p:cNvSpPr>
          <p:nvPr/>
        </p:nvSpPr>
        <p:spPr>
          <a:xfrm xmlns:a="http://schemas.openxmlformats.org/drawingml/2006/main" rot="0" flipH="0" flipV="0">
            <a:off x="7377303" y="4676013"/>
            <a:ext cx="1524" cy="1524"/>
          </a:xfrm>
          <a:prstGeom xmlns:a="http://schemas.openxmlformats.org/drawingml/2006/main" prst="rect">
            <a:avLst/>
          </a:prstGeom>
          <a:noFill xmlns:a="http://schemas.openxmlformats.org/drawingml/2006/main"/>
          <a:ln xmlns:a="http://schemas.openxmlformats.org/drawingml/2006/main" w="0">
            <a:noFill/>
          </a:ln>
        </p:spPr>
      </p:sp>
      <p:sp>
        <p:nvSpPr>
          <p:cNvPr id="700" name="08_ROUTES__predictions_to_planning_port0">
            <a:extLst xmlns:a="http://schemas.openxmlformats.org/drawingml/2006/main">
              <a:ext uri="{FF2B5EF4-FFF2-40B4-BE49-F238E27FC236}">
                <a16:creationId xmlns:a16="http://schemas.microsoft.com/office/drawing/2014/main" id="{2D693062-C219-4A83-B9A3-E9E352F135A6}"/>
              </a:ext>
            </a:extLst>
          </p:cNvPr>
          <p:cNvSpPr>
            <a:spLocks xmlns:a="http://schemas.openxmlformats.org/drawingml/2006/main" noGrp="1"/>
          </p:cNvSpPr>
          <p:nvPr/>
        </p:nvSpPr>
        <p:spPr>
          <a:xfrm xmlns:a="http://schemas.openxmlformats.org/drawingml/2006/main" rot="0" flipH="0" flipV="0">
            <a:off x="10852023" y="4676013"/>
            <a:ext cx="1524" cy="1524"/>
          </a:xfrm>
          <a:prstGeom xmlns:a="http://schemas.openxmlformats.org/drawingml/2006/main" prst="rect">
            <a:avLst/>
          </a:prstGeom>
          <a:noFill xmlns:a="http://schemas.openxmlformats.org/drawingml/2006/main"/>
          <a:ln xmlns:a="http://schemas.openxmlformats.org/drawingml/2006/main" w="0">
            <a:noFill/>
          </a:ln>
        </p:spPr>
      </p:sp>
      <p:sp>
        <p:nvSpPr>
          <p:cNvPr id="496" name="01_REGIONS__compare_panel">
            <a:extLst xmlns:a="http://schemas.openxmlformats.org/drawingml/2006/main">
              <a:ext uri="{FF2B5EF4-FFF2-40B4-BE49-F238E27FC236}">
                <a16:creationId xmlns:a16="http://schemas.microsoft.com/office/drawing/2014/main" id="{FE19810B-A5B9-458C-841F-8FBFC86993B4}"/>
              </a:ext>
            </a:extLst>
          </p:cNvPr>
          <p:cNvSpPr>
            <a:spLocks xmlns:a="http://schemas.openxmlformats.org/drawingml/2006/main" noGrp="1"/>
          </p:cNvSpPr>
          <p:nvPr/>
        </p:nvSpPr>
        <p:spPr>
          <a:xfrm xmlns:a="http://schemas.openxmlformats.org/drawingml/2006/main" rot="0" flipH="0" flipV="0">
            <a:off x="352425" y="4981575"/>
            <a:ext cx="7391400" cy="2194560"/>
          </a:xfrm>
          <a:prstGeom xmlns:a="http://schemas.openxmlformats.org/drawingml/2006/main" prst="roundRect">
            <a:avLst>
              <a:gd name="adj" fmla="val 6250"/>
            </a:avLst>
          </a:prstGeom>
          <a:solidFill xmlns:a="http://schemas.openxmlformats.org/drawingml/2006/main">
            <a:srgbClr val="F5F3F8"/>
          </a:solidFill>
          <a:ln xmlns:a="http://schemas.openxmlformats.org/drawingml/2006/main" w="0">
            <a:noFill/>
          </a:ln>
        </p:spPr>
      </p:sp>
      <p:sp>
        <p:nvSpPr>
          <p:cNvPr id="497" name="04_COMPARISON__compare_letter">
            <a:extLst xmlns:a="http://schemas.openxmlformats.org/drawingml/2006/main">
              <a:ext uri="{FF2B5EF4-FFF2-40B4-BE49-F238E27FC236}">
                <a16:creationId xmlns:a16="http://schemas.microsoft.com/office/drawing/2014/main" id="{B4DF7A4F-F581-4F28-8342-D0D95E93B5F2}"/>
              </a:ext>
            </a:extLst>
          </p:cNvPr>
          <p:cNvSpPr>
            <a:spLocks xmlns:a="http://schemas.openxmlformats.org/drawingml/2006/main" noGrp="1"/>
          </p:cNvSpPr>
          <p:nvPr/>
        </p:nvSpPr>
        <p:spPr>
          <a:xfrm xmlns:a="http://schemas.openxmlformats.org/drawingml/2006/main" rot="0" flipH="0" flipV="0">
            <a:off x="520065" y="5126355"/>
            <a:ext cx="236220" cy="2819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575" b="0">
                <a:solidFill>
                  <a:srgbClr val="74648C"/>
                </a:solidFill>
                <a:latin typeface="Noto Sans CJK SC"/>
                <a:ea typeface="Noto Sans CJK SC"/>
                <a:cs typeface="Noto Sans CJK SC"/>
              </a:defRPr>
            </a:defPPr>
            <a:lvl1pPr algn="l">
              <a:defRPr sz="1575" b="0">
                <a:solidFill>
                  <a:srgbClr val="74648C"/>
                </a:solidFill>
                <a:latin typeface="Noto Sans CJK SC"/>
                <a:ea typeface="Noto Sans CJK SC"/>
                <a:cs typeface="Noto Sans CJK SC"/>
              </a:defRPr>
            </a:lvl1pPr>
            <a:lvl2pPr algn="l">
              <a:defRPr sz="1575" b="0">
                <a:solidFill>
                  <a:srgbClr val="74648C"/>
                </a:solidFill>
                <a:latin typeface="Noto Sans CJK SC"/>
                <a:ea typeface="Noto Sans CJK SC"/>
                <a:cs typeface="Noto Sans CJK SC"/>
              </a:defRPr>
            </a:lvl2pPr>
            <a:lvl3pPr algn="l">
              <a:defRPr sz="1575" b="0">
                <a:solidFill>
                  <a:srgbClr val="74648C"/>
                </a:solidFill>
                <a:latin typeface="Noto Sans CJK SC"/>
                <a:ea typeface="Noto Sans CJK SC"/>
                <a:cs typeface="Noto Sans CJK SC"/>
              </a:defRPr>
            </a:lvl3pPr>
            <a:lvl4pPr algn="l">
              <a:defRPr sz="1575" b="0">
                <a:solidFill>
                  <a:srgbClr val="74648C"/>
                </a:solidFill>
                <a:latin typeface="Noto Sans CJK SC"/>
                <a:ea typeface="Noto Sans CJK SC"/>
                <a:cs typeface="Noto Sans CJK SC"/>
              </a:defRPr>
            </a:lvl4pPr>
            <a:lvl5pPr algn="l">
              <a:defRPr sz="1575" b="0">
                <a:solidFill>
                  <a:srgbClr val="74648C"/>
                </a:solidFill>
                <a:latin typeface="Noto Sans CJK SC"/>
                <a:ea typeface="Noto Sans CJK SC"/>
                <a:cs typeface="Noto Sans CJK SC"/>
              </a:defRPr>
            </a:lvl5pPr>
            <a:lvl6pPr algn="l">
              <a:defRPr sz="1575" b="0">
                <a:solidFill>
                  <a:srgbClr val="74648C"/>
                </a:solidFill>
                <a:latin typeface="Noto Sans CJK SC"/>
                <a:ea typeface="Noto Sans CJK SC"/>
                <a:cs typeface="Noto Sans CJK SC"/>
              </a:defRPr>
            </a:lvl6pPr>
            <a:lvl7pPr algn="l">
              <a:defRPr sz="1575" b="0">
                <a:solidFill>
                  <a:srgbClr val="74648C"/>
                </a:solidFill>
                <a:latin typeface="Noto Sans CJK SC"/>
                <a:ea typeface="Noto Sans CJK SC"/>
                <a:cs typeface="Noto Sans CJK SC"/>
              </a:defRPr>
            </a:lvl7pPr>
            <a:lvl8pPr algn="l">
              <a:defRPr sz="1575" b="0">
                <a:solidFill>
                  <a:srgbClr val="74648C"/>
                </a:solidFill>
                <a:latin typeface="Noto Sans CJK SC"/>
                <a:ea typeface="Noto Sans CJK SC"/>
                <a:cs typeface="Noto Sans CJK SC"/>
              </a:defRPr>
            </a:lvl8pPr>
            <a:lvl9pPr algn="l">
              <a:defRPr sz="1575" b="0">
                <a:solidFill>
                  <a:srgbClr val="74648C"/>
                </a:solidFill>
                <a:latin typeface="Noto Sans CJK SC"/>
                <a:ea typeface="Noto Sans CJK SC"/>
                <a:cs typeface="Noto Sans CJK SC"/>
              </a:defRPr>
            </a:lvl9pPr>
          </a:lstStyle>
          <a:p xmlns:a="http://schemas.openxmlformats.org/drawingml/2006/main">
            <a:pPr algn="l">
              <a:buNone/>
              <a:defRPr sz="1575" b="0">
                <a:solidFill>
                  <a:srgbClr val="74648C"/>
                </a:solidFill>
                <a:latin typeface="Noto Sans CJK SC"/>
                <a:ea typeface="Noto Sans CJK SC"/>
                <a:cs typeface="Noto Sans CJK SC"/>
              </a:defRPr>
            </a:pPr>
            <a:r>
              <a:rPr sz="1575" b="0">
                <a:solidFill>
                  <a:srgbClr val="74648C"/>
                </a:solidFill>
                <a:latin typeface="Noto Sans CJK SC"/>
                <a:ea typeface="Noto Sans CJK SC"/>
                <a:cs typeface="Noto Sans CJK SC"/>
              </a:rPr>
              <a:t>c</a:t>
            </a:r>
            <a:endParaRPr sz="2175" b="1">
              <a:solidFill>
                <a:srgbClr val="6C648E"/>
              </a:solidFill>
              <a:latin typeface="Arial"/>
              <a:ea typeface="Arial"/>
              <a:cs typeface="Arial"/>
            </a:endParaRPr>
          </a:p>
        </p:txBody>
      </p:sp>
      <p:sp>
        <p:nvSpPr>
          <p:cNvPr id="498" name="04_COMPARISON__compare_heading">
            <a:extLst xmlns:a="http://schemas.openxmlformats.org/drawingml/2006/main">
              <a:ext uri="{FF2B5EF4-FFF2-40B4-BE49-F238E27FC236}">
                <a16:creationId xmlns:a16="http://schemas.microsoft.com/office/drawing/2014/main" id="{518DCE4E-9BE2-47F3-B8B0-01219FDE6541}"/>
              </a:ext>
            </a:extLst>
          </p:cNvPr>
          <p:cNvSpPr>
            <a:spLocks xmlns:a="http://schemas.openxmlformats.org/drawingml/2006/main" noGrp="1"/>
          </p:cNvSpPr>
          <p:nvPr/>
        </p:nvSpPr>
        <p:spPr>
          <a:xfrm xmlns:a="http://schemas.openxmlformats.org/drawingml/2006/main" rot="0" flipH="0" flipV="0">
            <a:off x="824865" y="5126355"/>
            <a:ext cx="6743700" cy="2819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875" b="1">
                <a:solidFill>
                  <a:srgbClr val="74648C"/>
                </a:solidFill>
                <a:latin typeface="Noto Sans CJK SC"/>
                <a:ea typeface="Noto Sans CJK SC"/>
                <a:cs typeface="Noto Sans CJK SC"/>
              </a:defRPr>
            </a:defPPr>
            <a:lvl1pPr algn="l">
              <a:defRPr sz="1875" b="1">
                <a:solidFill>
                  <a:srgbClr val="74648C"/>
                </a:solidFill>
                <a:latin typeface="Noto Sans CJK SC"/>
                <a:ea typeface="Noto Sans CJK SC"/>
                <a:cs typeface="Noto Sans CJK SC"/>
              </a:defRPr>
            </a:lvl1pPr>
            <a:lvl2pPr algn="l">
              <a:defRPr sz="1875" b="1">
                <a:solidFill>
                  <a:srgbClr val="74648C"/>
                </a:solidFill>
                <a:latin typeface="Noto Sans CJK SC"/>
                <a:ea typeface="Noto Sans CJK SC"/>
                <a:cs typeface="Noto Sans CJK SC"/>
              </a:defRPr>
            </a:lvl2pPr>
            <a:lvl3pPr algn="l">
              <a:defRPr sz="1875" b="1">
                <a:solidFill>
                  <a:srgbClr val="74648C"/>
                </a:solidFill>
                <a:latin typeface="Noto Sans CJK SC"/>
                <a:ea typeface="Noto Sans CJK SC"/>
                <a:cs typeface="Noto Sans CJK SC"/>
              </a:defRPr>
            </a:lvl3pPr>
            <a:lvl4pPr algn="l">
              <a:defRPr sz="1875" b="1">
                <a:solidFill>
                  <a:srgbClr val="74648C"/>
                </a:solidFill>
                <a:latin typeface="Noto Sans CJK SC"/>
                <a:ea typeface="Noto Sans CJK SC"/>
                <a:cs typeface="Noto Sans CJK SC"/>
              </a:defRPr>
            </a:lvl4pPr>
            <a:lvl5pPr algn="l">
              <a:defRPr sz="1875" b="1">
                <a:solidFill>
                  <a:srgbClr val="74648C"/>
                </a:solidFill>
                <a:latin typeface="Noto Sans CJK SC"/>
                <a:ea typeface="Noto Sans CJK SC"/>
                <a:cs typeface="Noto Sans CJK SC"/>
              </a:defRPr>
            </a:lvl5pPr>
            <a:lvl6pPr algn="l">
              <a:defRPr sz="1875" b="1">
                <a:solidFill>
                  <a:srgbClr val="74648C"/>
                </a:solidFill>
                <a:latin typeface="Noto Sans CJK SC"/>
                <a:ea typeface="Noto Sans CJK SC"/>
                <a:cs typeface="Noto Sans CJK SC"/>
              </a:defRPr>
            </a:lvl6pPr>
            <a:lvl7pPr algn="l">
              <a:defRPr sz="1875" b="1">
                <a:solidFill>
                  <a:srgbClr val="74648C"/>
                </a:solidFill>
                <a:latin typeface="Noto Sans CJK SC"/>
                <a:ea typeface="Noto Sans CJK SC"/>
                <a:cs typeface="Noto Sans CJK SC"/>
              </a:defRPr>
            </a:lvl7pPr>
            <a:lvl8pPr algn="l">
              <a:defRPr sz="1875" b="1">
                <a:solidFill>
                  <a:srgbClr val="74648C"/>
                </a:solidFill>
                <a:latin typeface="Noto Sans CJK SC"/>
                <a:ea typeface="Noto Sans CJK SC"/>
                <a:cs typeface="Noto Sans CJK SC"/>
              </a:defRPr>
            </a:lvl8pPr>
            <a:lvl9pPr algn="l">
              <a:defRPr sz="1875" b="1">
                <a:solidFill>
                  <a:srgbClr val="74648C"/>
                </a:solidFill>
                <a:latin typeface="Noto Sans CJK SC"/>
                <a:ea typeface="Noto Sans CJK SC"/>
                <a:cs typeface="Noto Sans CJK SC"/>
              </a:defRPr>
            </a:lvl9pPr>
          </a:lstStyle>
          <a:p xmlns:a="http://schemas.openxmlformats.org/drawingml/2006/main">
            <a:pPr algn="l">
              <a:buNone/>
              <a:defRPr sz="1875" b="1">
                <a:solidFill>
                  <a:srgbClr val="74648C"/>
                </a:solidFill>
                <a:latin typeface="Noto Sans CJK SC"/>
                <a:ea typeface="Noto Sans CJK SC"/>
                <a:cs typeface="Noto Sans CJK SC"/>
              </a:defRPr>
            </a:pPr>
            <a:r>
              <a:rPr sz="1875" b="1">
                <a:solidFill>
                  <a:srgbClr val="74648C"/>
                </a:solidFill>
                <a:latin typeface="Noto Sans CJK SC"/>
                <a:ea typeface="Noto Sans CJK SC"/>
                <a:cs typeface="Noto Sans CJK SC"/>
              </a:rPr>
              <a:t>置信度加权相容比较</a:t>
            </a:r>
            <a:endParaRPr sz="2175" b="1">
              <a:solidFill>
                <a:srgbClr val="233440"/>
              </a:solidFill>
              <a:latin typeface="Arial"/>
              <a:ea typeface="Arial"/>
              <a:cs typeface="Arial"/>
            </a:endParaRPr>
          </a:p>
        </p:txBody>
      </p:sp>
      <p:sp>
        <p:nvSpPr>
          <p:cNvPr id="499" name="04_COMPARISON__match_observed_label">
            <a:extLst xmlns:a="http://schemas.openxmlformats.org/drawingml/2006/main">
              <a:ext uri="{FF2B5EF4-FFF2-40B4-BE49-F238E27FC236}">
                <a16:creationId xmlns:a16="http://schemas.microsoft.com/office/drawing/2014/main" id="{BB612689-E598-4F71-AB8C-2417899F2A45}"/>
              </a:ext>
            </a:extLst>
          </p:cNvPr>
          <p:cNvSpPr>
            <a:spLocks xmlns:a="http://schemas.openxmlformats.org/drawingml/2006/main" noGrp="1"/>
          </p:cNvSpPr>
          <p:nvPr/>
        </p:nvSpPr>
        <p:spPr>
          <a:xfrm xmlns:a="http://schemas.openxmlformats.org/drawingml/2006/main" rot="0" flipH="0" flipV="0">
            <a:off x="550545" y="5476875"/>
            <a:ext cx="1104900" cy="2438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575" b="1">
                <a:solidFill>
                  <a:srgbClr val="74648C"/>
                </a:solidFill>
                <a:latin typeface="Noto Sans CJK SC"/>
                <a:ea typeface="Noto Sans CJK SC"/>
                <a:cs typeface="Noto Sans CJK SC"/>
              </a:defRPr>
            </a:defPPr>
            <a:lvl1pPr algn="l">
              <a:defRPr sz="1575" b="1">
                <a:solidFill>
                  <a:srgbClr val="74648C"/>
                </a:solidFill>
                <a:latin typeface="Noto Sans CJK SC"/>
                <a:ea typeface="Noto Sans CJK SC"/>
                <a:cs typeface="Noto Sans CJK SC"/>
              </a:defRPr>
            </a:lvl1pPr>
            <a:lvl2pPr algn="l">
              <a:defRPr sz="1575" b="1">
                <a:solidFill>
                  <a:srgbClr val="74648C"/>
                </a:solidFill>
                <a:latin typeface="Noto Sans CJK SC"/>
                <a:ea typeface="Noto Sans CJK SC"/>
                <a:cs typeface="Noto Sans CJK SC"/>
              </a:defRPr>
            </a:lvl2pPr>
            <a:lvl3pPr algn="l">
              <a:defRPr sz="1575" b="1">
                <a:solidFill>
                  <a:srgbClr val="74648C"/>
                </a:solidFill>
                <a:latin typeface="Noto Sans CJK SC"/>
                <a:ea typeface="Noto Sans CJK SC"/>
                <a:cs typeface="Noto Sans CJK SC"/>
              </a:defRPr>
            </a:lvl3pPr>
            <a:lvl4pPr algn="l">
              <a:defRPr sz="1575" b="1">
                <a:solidFill>
                  <a:srgbClr val="74648C"/>
                </a:solidFill>
                <a:latin typeface="Noto Sans CJK SC"/>
                <a:ea typeface="Noto Sans CJK SC"/>
                <a:cs typeface="Noto Sans CJK SC"/>
              </a:defRPr>
            </a:lvl4pPr>
            <a:lvl5pPr algn="l">
              <a:defRPr sz="1575" b="1">
                <a:solidFill>
                  <a:srgbClr val="74648C"/>
                </a:solidFill>
                <a:latin typeface="Noto Sans CJK SC"/>
                <a:ea typeface="Noto Sans CJK SC"/>
                <a:cs typeface="Noto Sans CJK SC"/>
              </a:defRPr>
            </a:lvl5pPr>
            <a:lvl6pPr algn="l">
              <a:defRPr sz="1575" b="1">
                <a:solidFill>
                  <a:srgbClr val="74648C"/>
                </a:solidFill>
                <a:latin typeface="Noto Sans CJK SC"/>
                <a:ea typeface="Noto Sans CJK SC"/>
                <a:cs typeface="Noto Sans CJK SC"/>
              </a:defRPr>
            </a:lvl6pPr>
            <a:lvl7pPr algn="l">
              <a:defRPr sz="1575" b="1">
                <a:solidFill>
                  <a:srgbClr val="74648C"/>
                </a:solidFill>
                <a:latin typeface="Noto Sans CJK SC"/>
                <a:ea typeface="Noto Sans CJK SC"/>
                <a:cs typeface="Noto Sans CJK SC"/>
              </a:defRPr>
            </a:lvl7pPr>
            <a:lvl8pPr algn="l">
              <a:defRPr sz="1575" b="1">
                <a:solidFill>
                  <a:srgbClr val="74648C"/>
                </a:solidFill>
                <a:latin typeface="Noto Sans CJK SC"/>
                <a:ea typeface="Noto Sans CJK SC"/>
                <a:cs typeface="Noto Sans CJK SC"/>
              </a:defRPr>
            </a:lvl8pPr>
            <a:lvl9pPr algn="l">
              <a:defRPr sz="1575" b="1">
                <a:solidFill>
                  <a:srgbClr val="74648C"/>
                </a:solidFill>
                <a:latin typeface="Noto Sans CJK SC"/>
                <a:ea typeface="Noto Sans CJK SC"/>
                <a:cs typeface="Noto Sans CJK SC"/>
              </a:defRPr>
            </a:lvl9pPr>
          </a:lstStyle>
          <a:p xmlns:a="http://schemas.openxmlformats.org/drawingml/2006/main">
            <a:pPr algn="l">
              <a:buNone/>
              <a:defRPr sz="1575" b="1">
                <a:solidFill>
                  <a:srgbClr val="74648C"/>
                </a:solidFill>
                <a:latin typeface="Noto Sans CJK SC"/>
                <a:ea typeface="Noto Sans CJK SC"/>
                <a:cs typeface="Noto Sans CJK SC"/>
              </a:defRPr>
            </a:pPr>
            <a:r>
              <a:rPr sz="1575" b="1">
                <a:solidFill>
                  <a:srgbClr val="74648C"/>
                </a:solidFill>
                <a:latin typeface="Noto Sans CJK SC"/>
                <a:ea typeface="Noto Sans CJK SC"/>
                <a:cs typeface="Noto Sans CJK SC"/>
              </a:rPr>
              <a:t>观测</a:t>
            </a:r>
            <a:endParaRPr sz="1800" b="1">
              <a:solidFill>
                <a:srgbClr val="326D9A"/>
              </a:solidFill>
              <a:latin typeface="Arial"/>
              <a:ea typeface="Arial"/>
              <a:cs typeface="Arial"/>
            </a:endParaRPr>
          </a:p>
        </p:txBody>
      </p:sp>
      <p:sp>
        <p:nvSpPr>
          <p:cNvPr id="500" name="04_COMPARISON__match_predicted_label">
            <a:extLst xmlns:a="http://schemas.openxmlformats.org/drawingml/2006/main">
              <a:ext uri="{FF2B5EF4-FFF2-40B4-BE49-F238E27FC236}">
                <a16:creationId xmlns:a16="http://schemas.microsoft.com/office/drawing/2014/main" id="{9311CEDE-782F-4F2F-BF12-A8AB6CC895F2}"/>
              </a:ext>
            </a:extLst>
          </p:cNvPr>
          <p:cNvSpPr>
            <a:spLocks xmlns:a="http://schemas.openxmlformats.org/drawingml/2006/main" noGrp="1"/>
          </p:cNvSpPr>
          <p:nvPr/>
        </p:nvSpPr>
        <p:spPr>
          <a:xfrm xmlns:a="http://schemas.openxmlformats.org/drawingml/2006/main" rot="0" flipH="0" flipV="0">
            <a:off x="550545" y="5850255"/>
            <a:ext cx="1104900" cy="2438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575" b="1">
                <a:solidFill>
                  <a:srgbClr val="74648C"/>
                </a:solidFill>
                <a:latin typeface="Noto Sans CJK SC"/>
                <a:ea typeface="Noto Sans CJK SC"/>
                <a:cs typeface="Noto Sans CJK SC"/>
              </a:defRPr>
            </a:defPPr>
            <a:lvl1pPr algn="l">
              <a:defRPr sz="1575" b="1">
                <a:solidFill>
                  <a:srgbClr val="74648C"/>
                </a:solidFill>
                <a:latin typeface="Noto Sans CJK SC"/>
                <a:ea typeface="Noto Sans CJK SC"/>
                <a:cs typeface="Noto Sans CJK SC"/>
              </a:defRPr>
            </a:lvl1pPr>
            <a:lvl2pPr algn="l">
              <a:defRPr sz="1575" b="1">
                <a:solidFill>
                  <a:srgbClr val="74648C"/>
                </a:solidFill>
                <a:latin typeface="Noto Sans CJK SC"/>
                <a:ea typeface="Noto Sans CJK SC"/>
                <a:cs typeface="Noto Sans CJK SC"/>
              </a:defRPr>
            </a:lvl2pPr>
            <a:lvl3pPr algn="l">
              <a:defRPr sz="1575" b="1">
                <a:solidFill>
                  <a:srgbClr val="74648C"/>
                </a:solidFill>
                <a:latin typeface="Noto Sans CJK SC"/>
                <a:ea typeface="Noto Sans CJK SC"/>
                <a:cs typeface="Noto Sans CJK SC"/>
              </a:defRPr>
            </a:lvl3pPr>
            <a:lvl4pPr algn="l">
              <a:defRPr sz="1575" b="1">
                <a:solidFill>
                  <a:srgbClr val="74648C"/>
                </a:solidFill>
                <a:latin typeface="Noto Sans CJK SC"/>
                <a:ea typeface="Noto Sans CJK SC"/>
                <a:cs typeface="Noto Sans CJK SC"/>
              </a:defRPr>
            </a:lvl4pPr>
            <a:lvl5pPr algn="l">
              <a:defRPr sz="1575" b="1">
                <a:solidFill>
                  <a:srgbClr val="74648C"/>
                </a:solidFill>
                <a:latin typeface="Noto Sans CJK SC"/>
                <a:ea typeface="Noto Sans CJK SC"/>
                <a:cs typeface="Noto Sans CJK SC"/>
              </a:defRPr>
            </a:lvl5pPr>
            <a:lvl6pPr algn="l">
              <a:defRPr sz="1575" b="1">
                <a:solidFill>
                  <a:srgbClr val="74648C"/>
                </a:solidFill>
                <a:latin typeface="Noto Sans CJK SC"/>
                <a:ea typeface="Noto Sans CJK SC"/>
                <a:cs typeface="Noto Sans CJK SC"/>
              </a:defRPr>
            </a:lvl6pPr>
            <a:lvl7pPr algn="l">
              <a:defRPr sz="1575" b="1">
                <a:solidFill>
                  <a:srgbClr val="74648C"/>
                </a:solidFill>
                <a:latin typeface="Noto Sans CJK SC"/>
                <a:ea typeface="Noto Sans CJK SC"/>
                <a:cs typeface="Noto Sans CJK SC"/>
              </a:defRPr>
            </a:lvl7pPr>
            <a:lvl8pPr algn="l">
              <a:defRPr sz="1575" b="1">
                <a:solidFill>
                  <a:srgbClr val="74648C"/>
                </a:solidFill>
                <a:latin typeface="Noto Sans CJK SC"/>
                <a:ea typeface="Noto Sans CJK SC"/>
                <a:cs typeface="Noto Sans CJK SC"/>
              </a:defRPr>
            </a:lvl8pPr>
            <a:lvl9pPr algn="l">
              <a:defRPr sz="1575" b="1">
                <a:solidFill>
                  <a:srgbClr val="74648C"/>
                </a:solidFill>
                <a:latin typeface="Noto Sans CJK SC"/>
                <a:ea typeface="Noto Sans CJK SC"/>
                <a:cs typeface="Noto Sans CJK SC"/>
              </a:defRPr>
            </a:lvl9pPr>
          </a:lstStyle>
          <a:p xmlns:a="http://schemas.openxmlformats.org/drawingml/2006/main">
            <a:pPr algn="l">
              <a:buNone/>
              <a:defRPr sz="1575" b="1">
                <a:solidFill>
                  <a:srgbClr val="74648C"/>
                </a:solidFill>
                <a:latin typeface="Noto Sans CJK SC"/>
                <a:ea typeface="Noto Sans CJK SC"/>
                <a:cs typeface="Noto Sans CJK SC"/>
              </a:defRPr>
            </a:pPr>
            <a:r>
              <a:rPr sz="1575" b="1">
                <a:solidFill>
                  <a:srgbClr val="74648C"/>
                </a:solidFill>
                <a:latin typeface="Noto Sans CJK SC"/>
                <a:ea typeface="Noto Sans CJK SC"/>
                <a:cs typeface="Noto Sans CJK SC"/>
              </a:rPr>
              <a:t>预测</a:t>
            </a:r>
            <a:endParaRPr sz="1800" b="1">
              <a:solidFill>
                <a:srgbClr val="26847D"/>
              </a:solidFill>
              <a:latin typeface="Arial"/>
              <a:ea typeface="Arial"/>
              <a:cs typeface="Arial"/>
            </a:endParaRPr>
          </a:p>
        </p:txBody>
      </p:sp>
      <p:sp>
        <p:nvSpPr>
          <p:cNvPr id="501" name="04_COMPARISON__obs_cell0">
            <a:extLst xmlns:a="http://schemas.openxmlformats.org/drawingml/2006/main">
              <a:ext uri="{FF2B5EF4-FFF2-40B4-BE49-F238E27FC236}">
                <a16:creationId xmlns:a16="http://schemas.microsoft.com/office/drawing/2014/main" id="{10A38F2D-8CD1-4B2C-BB51-260868589B3B}"/>
              </a:ext>
            </a:extLst>
          </p:cNvPr>
          <p:cNvSpPr>
            <a:spLocks xmlns:a="http://schemas.openxmlformats.org/drawingml/2006/main" noGrp="1"/>
          </p:cNvSpPr>
          <p:nvPr/>
        </p:nvSpPr>
        <p:spPr>
          <a:xfrm xmlns:a="http://schemas.openxmlformats.org/drawingml/2006/main" rot="0" flipH="0" flipV="0">
            <a:off x="1624965" y="5499735"/>
            <a:ext cx="198120" cy="198120"/>
          </a:xfrm>
          <a:prstGeom xmlns:a="http://schemas.openxmlformats.org/drawingml/2006/main" prst="rect">
            <a:avLst/>
          </a:prstGeom>
          <a:solidFill xmlns:a="http://schemas.openxmlformats.org/drawingml/2006/main">
            <a:srgbClr val="DDE8EE"/>
          </a:solidFill>
          <a:ln xmlns:a="http://schemas.openxmlformats.org/drawingml/2006/main" w="9525">
            <a:solidFill>
              <a:srgbClr val="FFFFFF"/>
            </a:solidFill>
          </a:ln>
        </p:spPr>
      </p:sp>
      <p:sp>
        <p:nvSpPr>
          <p:cNvPr id="502" name="04_COMPARISON__obs_cell1">
            <a:extLst xmlns:a="http://schemas.openxmlformats.org/drawingml/2006/main">
              <a:ext uri="{FF2B5EF4-FFF2-40B4-BE49-F238E27FC236}">
                <a16:creationId xmlns:a16="http://schemas.microsoft.com/office/drawing/2014/main" id="{43C84F50-632D-41FD-BEBB-A25E055D1D87}"/>
              </a:ext>
            </a:extLst>
          </p:cNvPr>
          <p:cNvSpPr>
            <a:spLocks xmlns:a="http://schemas.openxmlformats.org/drawingml/2006/main" noGrp="1"/>
          </p:cNvSpPr>
          <p:nvPr/>
        </p:nvSpPr>
        <p:spPr>
          <a:xfrm xmlns:a="http://schemas.openxmlformats.org/drawingml/2006/main" rot="0" flipH="0" flipV="0">
            <a:off x="1838325" y="5499735"/>
            <a:ext cx="198120" cy="198120"/>
          </a:xfrm>
          <a:prstGeom xmlns:a="http://schemas.openxmlformats.org/drawingml/2006/main" prst="rect">
            <a:avLst/>
          </a:prstGeom>
          <a:solidFill xmlns:a="http://schemas.openxmlformats.org/drawingml/2006/main">
            <a:srgbClr val="CCDBE5"/>
          </a:solidFill>
          <a:ln xmlns:a="http://schemas.openxmlformats.org/drawingml/2006/main" w="9525">
            <a:solidFill>
              <a:srgbClr val="FFFFFF"/>
            </a:solidFill>
          </a:ln>
        </p:spPr>
      </p:sp>
      <p:sp>
        <p:nvSpPr>
          <p:cNvPr id="503" name="04_COMPARISON__obs_cell2">
            <a:extLst xmlns:a="http://schemas.openxmlformats.org/drawingml/2006/main">
              <a:ext uri="{FF2B5EF4-FFF2-40B4-BE49-F238E27FC236}">
                <a16:creationId xmlns:a16="http://schemas.microsoft.com/office/drawing/2014/main" id="{3BB3FB84-ED95-4829-811E-A7D0DB88CB27}"/>
              </a:ext>
            </a:extLst>
          </p:cNvPr>
          <p:cNvSpPr>
            <a:spLocks xmlns:a="http://schemas.openxmlformats.org/drawingml/2006/main" noGrp="1"/>
          </p:cNvSpPr>
          <p:nvPr/>
        </p:nvSpPr>
        <p:spPr>
          <a:xfrm xmlns:a="http://schemas.openxmlformats.org/drawingml/2006/main" rot="0" flipH="0" flipV="0">
            <a:off x="2051685" y="5499735"/>
            <a:ext cx="198120" cy="198120"/>
          </a:xfrm>
          <a:prstGeom xmlns:a="http://schemas.openxmlformats.org/drawingml/2006/main" prst="rect">
            <a:avLst/>
          </a:prstGeom>
          <a:solidFill xmlns:a="http://schemas.openxmlformats.org/drawingml/2006/main">
            <a:srgbClr val="A6C0D3"/>
          </a:solidFill>
          <a:ln xmlns:a="http://schemas.openxmlformats.org/drawingml/2006/main" w="9525">
            <a:solidFill>
              <a:srgbClr val="FFFFFF"/>
            </a:solidFill>
          </a:ln>
        </p:spPr>
      </p:sp>
      <p:sp>
        <p:nvSpPr>
          <p:cNvPr id="504" name="04_COMPARISON__obs_cell3">
            <a:extLst xmlns:a="http://schemas.openxmlformats.org/drawingml/2006/main">
              <a:ext uri="{FF2B5EF4-FFF2-40B4-BE49-F238E27FC236}">
                <a16:creationId xmlns:a16="http://schemas.microsoft.com/office/drawing/2014/main" id="{41B3B395-67ED-4D12-9B53-6A5FF0643919}"/>
              </a:ext>
            </a:extLst>
          </p:cNvPr>
          <p:cNvSpPr>
            <a:spLocks xmlns:a="http://schemas.openxmlformats.org/drawingml/2006/main" noGrp="1"/>
          </p:cNvSpPr>
          <p:nvPr/>
        </p:nvSpPr>
        <p:spPr>
          <a:xfrm xmlns:a="http://schemas.openxmlformats.org/drawingml/2006/main" rot="0" flipH="0" flipV="0">
            <a:off x="2265045" y="5499735"/>
            <a:ext cx="198120" cy="198120"/>
          </a:xfrm>
          <a:prstGeom xmlns:a="http://schemas.openxmlformats.org/drawingml/2006/main" prst="rect">
            <a:avLst/>
          </a:prstGeom>
          <a:solidFill xmlns:a="http://schemas.openxmlformats.org/drawingml/2006/main">
            <a:srgbClr val="739CBA"/>
          </a:solidFill>
          <a:ln xmlns:a="http://schemas.openxmlformats.org/drawingml/2006/main" w="9525">
            <a:solidFill>
              <a:srgbClr val="FFFFFF"/>
            </a:solidFill>
          </a:ln>
        </p:spPr>
      </p:sp>
      <p:sp>
        <p:nvSpPr>
          <p:cNvPr id="505" name="04_COMPARISON__obs_cell4">
            <a:extLst xmlns:a="http://schemas.openxmlformats.org/drawingml/2006/main">
              <a:ext uri="{FF2B5EF4-FFF2-40B4-BE49-F238E27FC236}">
                <a16:creationId xmlns:a16="http://schemas.microsoft.com/office/drawing/2014/main" id="{08E46380-F921-48EB-BF6E-51EFE3943D93}"/>
              </a:ext>
            </a:extLst>
          </p:cNvPr>
          <p:cNvSpPr>
            <a:spLocks xmlns:a="http://schemas.openxmlformats.org/drawingml/2006/main" noGrp="1"/>
          </p:cNvSpPr>
          <p:nvPr/>
        </p:nvSpPr>
        <p:spPr>
          <a:xfrm xmlns:a="http://schemas.openxmlformats.org/drawingml/2006/main" rot="0" flipH="0" flipV="0">
            <a:off x="2478405" y="5499735"/>
            <a:ext cx="198120" cy="198120"/>
          </a:xfrm>
          <a:prstGeom xmlns:a="http://schemas.openxmlformats.org/drawingml/2006/main" prst="rect">
            <a:avLst/>
          </a:prstGeom>
          <a:solidFill xmlns:a="http://schemas.openxmlformats.org/drawingml/2006/main">
            <a:srgbClr val="447AA3"/>
          </a:solidFill>
          <a:ln xmlns:a="http://schemas.openxmlformats.org/drawingml/2006/main" w="9525">
            <a:solidFill>
              <a:srgbClr val="FFFFFF"/>
            </a:solidFill>
          </a:ln>
        </p:spPr>
      </p:sp>
      <p:sp>
        <p:nvSpPr>
          <p:cNvPr id="506" name="04_COMPARISON__obs_cell5">
            <a:extLst xmlns:a="http://schemas.openxmlformats.org/drawingml/2006/main">
              <a:ext uri="{FF2B5EF4-FFF2-40B4-BE49-F238E27FC236}">
                <a16:creationId xmlns:a16="http://schemas.microsoft.com/office/drawing/2014/main" id="{FAEE86B8-F06C-4667-8C1C-0AFBC7DC9C84}"/>
              </a:ext>
            </a:extLst>
          </p:cNvPr>
          <p:cNvSpPr>
            <a:spLocks xmlns:a="http://schemas.openxmlformats.org/drawingml/2006/main" noGrp="1"/>
          </p:cNvSpPr>
          <p:nvPr/>
        </p:nvSpPr>
        <p:spPr>
          <a:xfrm xmlns:a="http://schemas.openxmlformats.org/drawingml/2006/main" rot="0" flipH="0" flipV="0">
            <a:off x="2691765" y="5499735"/>
            <a:ext cx="198120" cy="198120"/>
          </a:xfrm>
          <a:prstGeom xmlns:a="http://schemas.openxmlformats.org/drawingml/2006/main" prst="rect">
            <a:avLst/>
          </a:prstGeom>
          <a:solidFill xmlns:a="http://schemas.openxmlformats.org/drawingml/2006/main">
            <a:srgbClr val="6793B4"/>
          </a:solidFill>
          <a:ln xmlns:a="http://schemas.openxmlformats.org/drawingml/2006/main" w="9525">
            <a:solidFill>
              <a:srgbClr val="FFFFFF"/>
            </a:solidFill>
          </a:ln>
        </p:spPr>
      </p:sp>
      <p:sp>
        <p:nvSpPr>
          <p:cNvPr id="507" name="04_COMPARISON__obs_cell6">
            <a:extLst xmlns:a="http://schemas.openxmlformats.org/drawingml/2006/main">
              <a:ext uri="{FF2B5EF4-FFF2-40B4-BE49-F238E27FC236}">
                <a16:creationId xmlns:a16="http://schemas.microsoft.com/office/drawing/2014/main" id="{4072A318-662D-49DF-A193-5C3318EB0C34}"/>
              </a:ext>
            </a:extLst>
          </p:cNvPr>
          <p:cNvSpPr>
            <a:spLocks xmlns:a="http://schemas.openxmlformats.org/drawingml/2006/main" noGrp="1"/>
          </p:cNvSpPr>
          <p:nvPr/>
        </p:nvSpPr>
        <p:spPr>
          <a:xfrm xmlns:a="http://schemas.openxmlformats.org/drawingml/2006/main" rot="0" flipH="0" flipV="0">
            <a:off x="2905125" y="5499735"/>
            <a:ext cx="198120" cy="198120"/>
          </a:xfrm>
          <a:prstGeom xmlns:a="http://schemas.openxmlformats.org/drawingml/2006/main" prst="rect">
            <a:avLst/>
          </a:prstGeom>
          <a:solidFill xmlns:a="http://schemas.openxmlformats.org/drawingml/2006/main">
            <a:srgbClr val="93B2C9"/>
          </a:solidFill>
          <a:ln xmlns:a="http://schemas.openxmlformats.org/drawingml/2006/main" w="9525">
            <a:solidFill>
              <a:srgbClr val="FFFFFF"/>
            </a:solidFill>
          </a:ln>
        </p:spPr>
      </p:sp>
      <p:sp>
        <p:nvSpPr>
          <p:cNvPr id="508" name="04_COMPARISON__pred_cell0">
            <a:extLst xmlns:a="http://schemas.openxmlformats.org/drawingml/2006/main">
              <a:ext uri="{FF2B5EF4-FFF2-40B4-BE49-F238E27FC236}">
                <a16:creationId xmlns:a16="http://schemas.microsoft.com/office/drawing/2014/main" id="{C9F64954-AC95-4205-A994-0635924E7911}"/>
              </a:ext>
            </a:extLst>
          </p:cNvPr>
          <p:cNvSpPr>
            <a:spLocks xmlns:a="http://schemas.openxmlformats.org/drawingml/2006/main" noGrp="1"/>
          </p:cNvSpPr>
          <p:nvPr/>
        </p:nvSpPr>
        <p:spPr>
          <a:xfrm xmlns:a="http://schemas.openxmlformats.org/drawingml/2006/main" rot="0" flipH="0" flipV="0">
            <a:off x="1624965" y="5873115"/>
            <a:ext cx="198120" cy="198120"/>
          </a:xfrm>
          <a:prstGeom xmlns:a="http://schemas.openxmlformats.org/drawingml/2006/main" prst="rect">
            <a:avLst/>
          </a:prstGeom>
          <a:solidFill xmlns:a="http://schemas.openxmlformats.org/drawingml/2006/main">
            <a:srgbClr val="E2EEEE"/>
          </a:solidFill>
          <a:ln xmlns:a="http://schemas.openxmlformats.org/drawingml/2006/main" w="9525">
            <a:solidFill>
              <a:srgbClr val="FFFFFF"/>
            </a:solidFill>
          </a:ln>
        </p:spPr>
      </p:sp>
      <p:sp>
        <p:nvSpPr>
          <p:cNvPr id="509" name="04_COMPARISON__pred_cell1">
            <a:extLst xmlns:a="http://schemas.openxmlformats.org/drawingml/2006/main">
              <a:ext uri="{FF2B5EF4-FFF2-40B4-BE49-F238E27FC236}">
                <a16:creationId xmlns:a16="http://schemas.microsoft.com/office/drawing/2014/main" id="{3444D507-2D6F-4045-8696-67157E39238F}"/>
              </a:ext>
            </a:extLst>
          </p:cNvPr>
          <p:cNvSpPr>
            <a:spLocks xmlns:a="http://schemas.openxmlformats.org/drawingml/2006/main" noGrp="1"/>
          </p:cNvSpPr>
          <p:nvPr/>
        </p:nvSpPr>
        <p:spPr>
          <a:xfrm xmlns:a="http://schemas.openxmlformats.org/drawingml/2006/main" rot="0" flipH="0" flipV="0">
            <a:off x="1838325" y="5873115"/>
            <a:ext cx="198120" cy="198120"/>
          </a:xfrm>
          <a:prstGeom xmlns:a="http://schemas.openxmlformats.org/drawingml/2006/main" prst="rect">
            <a:avLst/>
          </a:prstGeom>
          <a:solidFill xmlns:a="http://schemas.openxmlformats.org/drawingml/2006/main">
            <a:srgbClr val="C1DBDA"/>
          </a:solidFill>
          <a:ln xmlns:a="http://schemas.openxmlformats.org/drawingml/2006/main" w="9525">
            <a:solidFill>
              <a:srgbClr val="FFFFFF"/>
            </a:solidFill>
          </a:ln>
        </p:spPr>
      </p:sp>
      <p:sp>
        <p:nvSpPr>
          <p:cNvPr id="510" name="04_COMPARISON__pred_cell2">
            <a:extLst xmlns:a="http://schemas.openxmlformats.org/drawingml/2006/main">
              <a:ext uri="{FF2B5EF4-FFF2-40B4-BE49-F238E27FC236}">
                <a16:creationId xmlns:a16="http://schemas.microsoft.com/office/drawing/2014/main" id="{20EEBDC3-A222-4C22-9503-8FEB8B90DFE0}"/>
              </a:ext>
            </a:extLst>
          </p:cNvPr>
          <p:cNvSpPr>
            <a:spLocks xmlns:a="http://schemas.openxmlformats.org/drawingml/2006/main" noGrp="1"/>
          </p:cNvSpPr>
          <p:nvPr/>
        </p:nvSpPr>
        <p:spPr>
          <a:xfrm xmlns:a="http://schemas.openxmlformats.org/drawingml/2006/main" rot="0" flipH="0" flipV="0">
            <a:off x="2051685" y="5873115"/>
            <a:ext cx="198120" cy="198120"/>
          </a:xfrm>
          <a:prstGeom xmlns:a="http://schemas.openxmlformats.org/drawingml/2006/main" prst="rect">
            <a:avLst/>
          </a:prstGeom>
          <a:solidFill xmlns:a="http://schemas.openxmlformats.org/drawingml/2006/main">
            <a:srgbClr val="95C3BF"/>
          </a:solidFill>
          <a:ln xmlns:a="http://schemas.openxmlformats.org/drawingml/2006/main" w="9525">
            <a:solidFill>
              <a:srgbClr val="FFFFFF"/>
            </a:solidFill>
          </a:ln>
        </p:spPr>
      </p:sp>
      <p:sp>
        <p:nvSpPr>
          <p:cNvPr id="511" name="04_COMPARISON__pred_cell3">
            <a:extLst xmlns:a="http://schemas.openxmlformats.org/drawingml/2006/main">
              <a:ext uri="{FF2B5EF4-FFF2-40B4-BE49-F238E27FC236}">
                <a16:creationId xmlns:a16="http://schemas.microsoft.com/office/drawing/2014/main" id="{E784A3BE-A1CE-4C73-9385-BBF2519524CD}"/>
              </a:ext>
            </a:extLst>
          </p:cNvPr>
          <p:cNvSpPr>
            <a:spLocks xmlns:a="http://schemas.openxmlformats.org/drawingml/2006/main" noGrp="1"/>
          </p:cNvSpPr>
          <p:nvPr/>
        </p:nvSpPr>
        <p:spPr>
          <a:xfrm xmlns:a="http://schemas.openxmlformats.org/drawingml/2006/main" rot="0" flipH="0" flipV="0">
            <a:off x="2265045" y="5873115"/>
            <a:ext cx="198120" cy="198120"/>
          </a:xfrm>
          <a:prstGeom xmlns:a="http://schemas.openxmlformats.org/drawingml/2006/main" prst="rect">
            <a:avLst/>
          </a:prstGeom>
          <a:solidFill xmlns:a="http://schemas.openxmlformats.org/drawingml/2006/main">
            <a:srgbClr val="6DACA8"/>
          </a:solidFill>
          <a:ln xmlns:a="http://schemas.openxmlformats.org/drawingml/2006/main" w="9525">
            <a:solidFill>
              <a:srgbClr val="FFFFFF"/>
            </a:solidFill>
          </a:ln>
        </p:spPr>
      </p:sp>
      <p:sp>
        <p:nvSpPr>
          <p:cNvPr id="512" name="04_COMPARISON__pred_cell4">
            <a:extLst xmlns:a="http://schemas.openxmlformats.org/drawingml/2006/main">
              <a:ext uri="{FF2B5EF4-FFF2-40B4-BE49-F238E27FC236}">
                <a16:creationId xmlns:a16="http://schemas.microsoft.com/office/drawing/2014/main" id="{39FAEC44-9925-4651-9510-48DB653B73B9}"/>
              </a:ext>
            </a:extLst>
          </p:cNvPr>
          <p:cNvSpPr>
            <a:spLocks xmlns:a="http://schemas.openxmlformats.org/drawingml/2006/main" noGrp="1"/>
          </p:cNvSpPr>
          <p:nvPr/>
        </p:nvSpPr>
        <p:spPr>
          <a:xfrm xmlns:a="http://schemas.openxmlformats.org/drawingml/2006/main" rot="0" flipH="0" flipV="0">
            <a:off x="2478405" y="5873115"/>
            <a:ext cx="198120" cy="198120"/>
          </a:xfrm>
          <a:prstGeom xmlns:a="http://schemas.openxmlformats.org/drawingml/2006/main" prst="rect">
            <a:avLst/>
          </a:prstGeom>
          <a:solidFill xmlns:a="http://schemas.openxmlformats.org/drawingml/2006/main">
            <a:srgbClr val="43958F"/>
          </a:solidFill>
          <a:ln xmlns:a="http://schemas.openxmlformats.org/drawingml/2006/main" w="9525">
            <a:solidFill>
              <a:srgbClr val="FFFFFF"/>
            </a:solidFill>
          </a:ln>
        </p:spPr>
      </p:sp>
      <p:sp>
        <p:nvSpPr>
          <p:cNvPr id="513" name="04_COMPARISON__pred_cell5">
            <a:extLst xmlns:a="http://schemas.openxmlformats.org/drawingml/2006/main">
              <a:ext uri="{FF2B5EF4-FFF2-40B4-BE49-F238E27FC236}">
                <a16:creationId xmlns:a16="http://schemas.microsoft.com/office/drawing/2014/main" id="{C862316B-23A6-4C9D-9825-4703A29C815C}"/>
              </a:ext>
            </a:extLst>
          </p:cNvPr>
          <p:cNvSpPr>
            <a:spLocks xmlns:a="http://schemas.openxmlformats.org/drawingml/2006/main" noGrp="1"/>
          </p:cNvSpPr>
          <p:nvPr/>
        </p:nvSpPr>
        <p:spPr>
          <a:xfrm xmlns:a="http://schemas.openxmlformats.org/drawingml/2006/main" rot="0" flipH="0" flipV="0">
            <a:off x="2691765" y="5873115"/>
            <a:ext cx="198120" cy="198120"/>
          </a:xfrm>
          <a:prstGeom xmlns:a="http://schemas.openxmlformats.org/drawingml/2006/main" prst="rect">
            <a:avLst/>
          </a:prstGeom>
          <a:solidFill xmlns:a="http://schemas.openxmlformats.org/drawingml/2006/main">
            <a:srgbClr val="549E99"/>
          </a:solidFill>
          <a:ln xmlns:a="http://schemas.openxmlformats.org/drawingml/2006/main" w="9525">
            <a:solidFill>
              <a:srgbClr val="FFFFFF"/>
            </a:solidFill>
          </a:ln>
        </p:spPr>
      </p:sp>
      <p:sp>
        <p:nvSpPr>
          <p:cNvPr id="514" name="04_COMPARISON__pred_cell6">
            <a:extLst xmlns:a="http://schemas.openxmlformats.org/drawingml/2006/main">
              <a:ext uri="{FF2B5EF4-FFF2-40B4-BE49-F238E27FC236}">
                <a16:creationId xmlns:a16="http://schemas.microsoft.com/office/drawing/2014/main" id="{EBB19C6F-9117-44D9-B789-D0DCA79554C1}"/>
              </a:ext>
            </a:extLst>
          </p:cNvPr>
          <p:cNvSpPr>
            <a:spLocks xmlns:a="http://schemas.openxmlformats.org/drawingml/2006/main" noGrp="1"/>
          </p:cNvSpPr>
          <p:nvPr/>
        </p:nvSpPr>
        <p:spPr>
          <a:xfrm xmlns:a="http://schemas.openxmlformats.org/drawingml/2006/main" rot="0" flipH="0" flipV="0">
            <a:off x="2905125" y="5873115"/>
            <a:ext cx="198120" cy="198120"/>
          </a:xfrm>
          <a:prstGeom xmlns:a="http://schemas.openxmlformats.org/drawingml/2006/main" prst="rect">
            <a:avLst/>
          </a:prstGeom>
          <a:solidFill xmlns:a="http://schemas.openxmlformats.org/drawingml/2006/main">
            <a:srgbClr val="91C0BD"/>
          </a:solidFill>
          <a:ln xmlns:a="http://schemas.openxmlformats.org/drawingml/2006/main" w="9525">
            <a:solidFill>
              <a:srgbClr val="FFFFFF"/>
            </a:solidFill>
          </a:ln>
        </p:spPr>
      </p:sp>
      <p:sp>
        <p:nvSpPr>
          <p:cNvPr id="515" name="04_COMPARISON__align_cell0">
            <a:extLst xmlns:a="http://schemas.openxmlformats.org/drawingml/2006/main">
              <a:ext uri="{FF2B5EF4-FFF2-40B4-BE49-F238E27FC236}">
                <a16:creationId xmlns:a16="http://schemas.microsoft.com/office/drawing/2014/main" id="{8AB02F27-7E0A-4CD2-B05E-368E6ACBFA3E}"/>
              </a:ext>
            </a:extLst>
          </p:cNvPr>
          <p:cNvSpPr>
            <a:spLocks xmlns:a="http://schemas.openxmlformats.org/drawingml/2006/main" noGrp="1"/>
          </p:cNvSpPr>
          <p:nvPr/>
        </p:nvSpPr>
        <p:spPr>
          <a:xfrm xmlns:a="http://schemas.openxmlformats.org/drawingml/2006/main" rot="0" flipH="0" flipV="0">
            <a:off x="1724025" y="5713095"/>
            <a:ext cx="1524" cy="129540"/>
          </a:xfrm>
          <a:custGeom xmlns:a="http://schemas.openxmlformats.org/drawingml/2006/main">
            <a:rect l="0" t="0" r="0" b="0"/>
            <a:pathLst>
              <a:path w="1905" h="161925">
                <a:moveTo>
                  <a:pt x="0" y="0"/>
                </a:moveTo>
                <a:lnTo>
                  <a:pt x="0" y="161925"/>
                </a:lnTo>
              </a:path>
            </a:pathLst>
          </a:custGeom>
          <a:noFill xmlns:a="http://schemas.openxmlformats.org/drawingml/2006/main"/>
          <a:ln xmlns:a="http://schemas.openxmlformats.org/drawingml/2006/main" w="11430">
            <a:solidFill>
              <a:srgbClr val="B6C4CC"/>
            </a:solidFill>
            <a:prstDash val="solid"/>
          </a:ln>
        </p:spPr>
      </p:sp>
      <p:sp>
        <p:nvSpPr>
          <p:cNvPr id="516" name="04_COMPARISON__align_cell1">
            <a:extLst xmlns:a="http://schemas.openxmlformats.org/drawingml/2006/main">
              <a:ext uri="{FF2B5EF4-FFF2-40B4-BE49-F238E27FC236}">
                <a16:creationId xmlns:a16="http://schemas.microsoft.com/office/drawing/2014/main" id="{25FE9A1F-D3F6-4FBC-AEA2-5165AEC694DE}"/>
              </a:ext>
            </a:extLst>
          </p:cNvPr>
          <p:cNvSpPr>
            <a:spLocks xmlns:a="http://schemas.openxmlformats.org/drawingml/2006/main" noGrp="1"/>
          </p:cNvSpPr>
          <p:nvPr/>
        </p:nvSpPr>
        <p:spPr>
          <a:xfrm xmlns:a="http://schemas.openxmlformats.org/drawingml/2006/main" rot="0" flipH="0" flipV="0">
            <a:off x="1937385" y="5713095"/>
            <a:ext cx="1524" cy="129540"/>
          </a:xfrm>
          <a:custGeom xmlns:a="http://schemas.openxmlformats.org/drawingml/2006/main">
            <a:rect l="0" t="0" r="0" b="0"/>
            <a:pathLst>
              <a:path w="1905" h="161925">
                <a:moveTo>
                  <a:pt x="0" y="0"/>
                </a:moveTo>
                <a:lnTo>
                  <a:pt x="0" y="161925"/>
                </a:lnTo>
              </a:path>
            </a:pathLst>
          </a:custGeom>
          <a:noFill xmlns:a="http://schemas.openxmlformats.org/drawingml/2006/main"/>
          <a:ln xmlns:a="http://schemas.openxmlformats.org/drawingml/2006/main" w="11430">
            <a:solidFill>
              <a:srgbClr val="B6C4CC"/>
            </a:solidFill>
            <a:prstDash val="solid"/>
          </a:ln>
        </p:spPr>
      </p:sp>
      <p:sp>
        <p:nvSpPr>
          <p:cNvPr id="517" name="04_COMPARISON__align_cell2">
            <a:extLst xmlns:a="http://schemas.openxmlformats.org/drawingml/2006/main">
              <a:ext uri="{FF2B5EF4-FFF2-40B4-BE49-F238E27FC236}">
                <a16:creationId xmlns:a16="http://schemas.microsoft.com/office/drawing/2014/main" id="{4601D7FB-717D-42EC-A177-3A0F46455B5D}"/>
              </a:ext>
            </a:extLst>
          </p:cNvPr>
          <p:cNvSpPr>
            <a:spLocks xmlns:a="http://schemas.openxmlformats.org/drawingml/2006/main" noGrp="1"/>
          </p:cNvSpPr>
          <p:nvPr/>
        </p:nvSpPr>
        <p:spPr>
          <a:xfrm xmlns:a="http://schemas.openxmlformats.org/drawingml/2006/main" rot="0" flipH="0" flipV="0">
            <a:off x="2150745" y="5713095"/>
            <a:ext cx="1524" cy="129540"/>
          </a:xfrm>
          <a:custGeom xmlns:a="http://schemas.openxmlformats.org/drawingml/2006/main">
            <a:rect l="0" t="0" r="0" b="0"/>
            <a:pathLst>
              <a:path w="1905" h="161925">
                <a:moveTo>
                  <a:pt x="0" y="0"/>
                </a:moveTo>
                <a:lnTo>
                  <a:pt x="0" y="161925"/>
                </a:lnTo>
              </a:path>
            </a:pathLst>
          </a:custGeom>
          <a:noFill xmlns:a="http://schemas.openxmlformats.org/drawingml/2006/main"/>
          <a:ln xmlns:a="http://schemas.openxmlformats.org/drawingml/2006/main" w="11430">
            <a:solidFill>
              <a:srgbClr val="B6C4CC"/>
            </a:solidFill>
            <a:prstDash val="solid"/>
          </a:ln>
        </p:spPr>
      </p:sp>
      <p:sp>
        <p:nvSpPr>
          <p:cNvPr id="518" name="04_COMPARISON__align_cell3">
            <a:extLst xmlns:a="http://schemas.openxmlformats.org/drawingml/2006/main">
              <a:ext uri="{FF2B5EF4-FFF2-40B4-BE49-F238E27FC236}">
                <a16:creationId xmlns:a16="http://schemas.microsoft.com/office/drawing/2014/main" id="{6FA6C5BF-B9C6-4937-8A03-73B242A9CFE8}"/>
              </a:ext>
            </a:extLst>
          </p:cNvPr>
          <p:cNvSpPr>
            <a:spLocks xmlns:a="http://schemas.openxmlformats.org/drawingml/2006/main" noGrp="1"/>
          </p:cNvSpPr>
          <p:nvPr/>
        </p:nvSpPr>
        <p:spPr>
          <a:xfrm xmlns:a="http://schemas.openxmlformats.org/drawingml/2006/main" rot="0" flipH="0" flipV="0">
            <a:off x="2364105" y="5713095"/>
            <a:ext cx="1524" cy="129540"/>
          </a:xfrm>
          <a:custGeom xmlns:a="http://schemas.openxmlformats.org/drawingml/2006/main">
            <a:rect l="0" t="0" r="0" b="0"/>
            <a:pathLst>
              <a:path w="1905" h="161925">
                <a:moveTo>
                  <a:pt x="0" y="0"/>
                </a:moveTo>
                <a:lnTo>
                  <a:pt x="0" y="161925"/>
                </a:lnTo>
              </a:path>
            </a:pathLst>
          </a:custGeom>
          <a:noFill xmlns:a="http://schemas.openxmlformats.org/drawingml/2006/main"/>
          <a:ln xmlns:a="http://schemas.openxmlformats.org/drawingml/2006/main" w="11430">
            <a:solidFill>
              <a:srgbClr val="B6C4CC"/>
            </a:solidFill>
            <a:prstDash val="solid"/>
          </a:ln>
        </p:spPr>
      </p:sp>
      <p:sp>
        <p:nvSpPr>
          <p:cNvPr id="519" name="04_COMPARISON__align_cell4">
            <a:extLst xmlns:a="http://schemas.openxmlformats.org/drawingml/2006/main">
              <a:ext uri="{FF2B5EF4-FFF2-40B4-BE49-F238E27FC236}">
                <a16:creationId xmlns:a16="http://schemas.microsoft.com/office/drawing/2014/main" id="{7F81992B-E22E-4924-B620-67BA7A2D6D1F}"/>
              </a:ext>
            </a:extLst>
          </p:cNvPr>
          <p:cNvSpPr>
            <a:spLocks xmlns:a="http://schemas.openxmlformats.org/drawingml/2006/main" noGrp="1"/>
          </p:cNvSpPr>
          <p:nvPr/>
        </p:nvSpPr>
        <p:spPr>
          <a:xfrm xmlns:a="http://schemas.openxmlformats.org/drawingml/2006/main" rot="0" flipH="0" flipV="0">
            <a:off x="2577465" y="5713095"/>
            <a:ext cx="1524" cy="129540"/>
          </a:xfrm>
          <a:custGeom xmlns:a="http://schemas.openxmlformats.org/drawingml/2006/main">
            <a:rect l="0" t="0" r="0" b="0"/>
            <a:pathLst>
              <a:path w="1905" h="161925">
                <a:moveTo>
                  <a:pt x="0" y="0"/>
                </a:moveTo>
                <a:lnTo>
                  <a:pt x="0" y="161925"/>
                </a:lnTo>
              </a:path>
            </a:pathLst>
          </a:custGeom>
          <a:noFill xmlns:a="http://schemas.openxmlformats.org/drawingml/2006/main"/>
          <a:ln xmlns:a="http://schemas.openxmlformats.org/drawingml/2006/main" w="11430">
            <a:solidFill>
              <a:srgbClr val="B6C4CC"/>
            </a:solidFill>
            <a:prstDash val="solid"/>
          </a:ln>
        </p:spPr>
      </p:sp>
      <p:sp>
        <p:nvSpPr>
          <p:cNvPr id="520" name="04_COMPARISON__align_cell5">
            <a:extLst xmlns:a="http://schemas.openxmlformats.org/drawingml/2006/main">
              <a:ext uri="{FF2B5EF4-FFF2-40B4-BE49-F238E27FC236}">
                <a16:creationId xmlns:a16="http://schemas.microsoft.com/office/drawing/2014/main" id="{D94526B8-EE40-49E3-9285-D0408B2606FB}"/>
              </a:ext>
            </a:extLst>
          </p:cNvPr>
          <p:cNvSpPr>
            <a:spLocks xmlns:a="http://schemas.openxmlformats.org/drawingml/2006/main" noGrp="1"/>
          </p:cNvSpPr>
          <p:nvPr/>
        </p:nvSpPr>
        <p:spPr>
          <a:xfrm xmlns:a="http://schemas.openxmlformats.org/drawingml/2006/main" rot="0" flipH="0" flipV="0">
            <a:off x="2790825" y="5713095"/>
            <a:ext cx="1524" cy="129540"/>
          </a:xfrm>
          <a:custGeom xmlns:a="http://schemas.openxmlformats.org/drawingml/2006/main">
            <a:rect l="0" t="0" r="0" b="0"/>
            <a:pathLst>
              <a:path w="1905" h="161925">
                <a:moveTo>
                  <a:pt x="0" y="0"/>
                </a:moveTo>
                <a:lnTo>
                  <a:pt x="0" y="161925"/>
                </a:lnTo>
              </a:path>
            </a:pathLst>
          </a:custGeom>
          <a:noFill xmlns:a="http://schemas.openxmlformats.org/drawingml/2006/main"/>
          <a:ln xmlns:a="http://schemas.openxmlformats.org/drawingml/2006/main" w="11430">
            <a:solidFill>
              <a:srgbClr val="B6C4CC"/>
            </a:solidFill>
            <a:prstDash val="solid"/>
          </a:ln>
        </p:spPr>
      </p:sp>
      <p:sp>
        <p:nvSpPr>
          <p:cNvPr id="521" name="04_COMPARISON__align_cell6">
            <a:extLst xmlns:a="http://schemas.openxmlformats.org/drawingml/2006/main">
              <a:ext uri="{FF2B5EF4-FFF2-40B4-BE49-F238E27FC236}">
                <a16:creationId xmlns:a16="http://schemas.microsoft.com/office/drawing/2014/main" id="{9E0173AA-3E9F-407E-ABC7-657BFD979C70}"/>
              </a:ext>
            </a:extLst>
          </p:cNvPr>
          <p:cNvSpPr>
            <a:spLocks xmlns:a="http://schemas.openxmlformats.org/drawingml/2006/main" noGrp="1"/>
          </p:cNvSpPr>
          <p:nvPr/>
        </p:nvSpPr>
        <p:spPr>
          <a:xfrm xmlns:a="http://schemas.openxmlformats.org/drawingml/2006/main" rot="0" flipH="0" flipV="0">
            <a:off x="3004185" y="5713095"/>
            <a:ext cx="1524" cy="129540"/>
          </a:xfrm>
          <a:custGeom xmlns:a="http://schemas.openxmlformats.org/drawingml/2006/main">
            <a:rect l="0" t="0" r="0" b="0"/>
            <a:pathLst>
              <a:path w="1905" h="161925">
                <a:moveTo>
                  <a:pt x="0" y="0"/>
                </a:moveTo>
                <a:lnTo>
                  <a:pt x="0" y="161925"/>
                </a:lnTo>
              </a:path>
            </a:pathLst>
          </a:custGeom>
          <a:noFill xmlns:a="http://schemas.openxmlformats.org/drawingml/2006/main"/>
          <a:ln xmlns:a="http://schemas.openxmlformats.org/drawingml/2006/main" w="11430">
            <a:solidFill>
              <a:srgbClr val="B6C4CC"/>
            </a:solidFill>
            <a:prstDash val="solid"/>
          </a:ln>
        </p:spPr>
      </p:sp>
      <p:sp>
        <p:nvSpPr>
          <p:cNvPr id="522" name="04_COMPARISON__cell_comparison">
            <a:extLst xmlns:a="http://schemas.openxmlformats.org/drawingml/2006/main">
              <a:ext uri="{FF2B5EF4-FFF2-40B4-BE49-F238E27FC236}">
                <a16:creationId xmlns:a16="http://schemas.microsoft.com/office/drawing/2014/main" id="{D65ECD25-DC70-4F9A-A2BC-12A3D4088BE1}"/>
              </a:ext>
            </a:extLst>
          </p:cNvPr>
          <p:cNvSpPr>
            <a:spLocks xmlns:a="http://schemas.openxmlformats.org/drawingml/2006/main" noGrp="1"/>
          </p:cNvSpPr>
          <p:nvPr/>
        </p:nvSpPr>
        <p:spPr>
          <a:xfrm xmlns:a="http://schemas.openxmlformats.org/drawingml/2006/main" rot="0" flipH="0" flipV="0">
            <a:off x="542925" y="6276975"/>
            <a:ext cx="2819400" cy="2438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575" b="0">
                <a:solidFill>
                  <a:srgbClr val="74648C"/>
                </a:solidFill>
                <a:latin typeface="Noto Sans CJK SC"/>
                <a:ea typeface="Noto Sans CJK SC"/>
                <a:cs typeface="Noto Sans CJK SC"/>
              </a:defRPr>
            </a:defPPr>
            <a:lvl1pPr algn="l">
              <a:defRPr sz="1575" b="0">
                <a:solidFill>
                  <a:srgbClr val="74648C"/>
                </a:solidFill>
                <a:latin typeface="Noto Sans CJK SC"/>
                <a:ea typeface="Noto Sans CJK SC"/>
                <a:cs typeface="Noto Sans CJK SC"/>
              </a:defRPr>
            </a:lvl1pPr>
            <a:lvl2pPr algn="l">
              <a:defRPr sz="1575" b="0">
                <a:solidFill>
                  <a:srgbClr val="74648C"/>
                </a:solidFill>
                <a:latin typeface="Noto Sans CJK SC"/>
                <a:ea typeface="Noto Sans CJK SC"/>
                <a:cs typeface="Noto Sans CJK SC"/>
              </a:defRPr>
            </a:lvl2pPr>
            <a:lvl3pPr algn="l">
              <a:defRPr sz="1575" b="0">
                <a:solidFill>
                  <a:srgbClr val="74648C"/>
                </a:solidFill>
                <a:latin typeface="Noto Sans CJK SC"/>
                <a:ea typeface="Noto Sans CJK SC"/>
                <a:cs typeface="Noto Sans CJK SC"/>
              </a:defRPr>
            </a:lvl3pPr>
            <a:lvl4pPr algn="l">
              <a:defRPr sz="1575" b="0">
                <a:solidFill>
                  <a:srgbClr val="74648C"/>
                </a:solidFill>
                <a:latin typeface="Noto Sans CJK SC"/>
                <a:ea typeface="Noto Sans CJK SC"/>
                <a:cs typeface="Noto Sans CJK SC"/>
              </a:defRPr>
            </a:lvl4pPr>
            <a:lvl5pPr algn="l">
              <a:defRPr sz="1575" b="0">
                <a:solidFill>
                  <a:srgbClr val="74648C"/>
                </a:solidFill>
                <a:latin typeface="Noto Sans CJK SC"/>
                <a:ea typeface="Noto Sans CJK SC"/>
                <a:cs typeface="Noto Sans CJK SC"/>
              </a:defRPr>
            </a:lvl5pPr>
            <a:lvl6pPr algn="l">
              <a:defRPr sz="1575" b="0">
                <a:solidFill>
                  <a:srgbClr val="74648C"/>
                </a:solidFill>
                <a:latin typeface="Noto Sans CJK SC"/>
                <a:ea typeface="Noto Sans CJK SC"/>
                <a:cs typeface="Noto Sans CJK SC"/>
              </a:defRPr>
            </a:lvl6pPr>
            <a:lvl7pPr algn="l">
              <a:defRPr sz="1575" b="0">
                <a:solidFill>
                  <a:srgbClr val="74648C"/>
                </a:solidFill>
                <a:latin typeface="Noto Sans CJK SC"/>
                <a:ea typeface="Noto Sans CJK SC"/>
                <a:cs typeface="Noto Sans CJK SC"/>
              </a:defRPr>
            </a:lvl7pPr>
            <a:lvl8pPr algn="l">
              <a:defRPr sz="1575" b="0">
                <a:solidFill>
                  <a:srgbClr val="74648C"/>
                </a:solidFill>
                <a:latin typeface="Noto Sans CJK SC"/>
                <a:ea typeface="Noto Sans CJK SC"/>
                <a:cs typeface="Noto Sans CJK SC"/>
              </a:defRPr>
            </a:lvl8pPr>
            <a:lvl9pPr algn="l">
              <a:defRPr sz="1575" b="0">
                <a:solidFill>
                  <a:srgbClr val="74648C"/>
                </a:solidFill>
                <a:latin typeface="Noto Sans CJK SC"/>
                <a:ea typeface="Noto Sans CJK SC"/>
                <a:cs typeface="Noto Sans CJK SC"/>
              </a:defRPr>
            </a:lvl9pPr>
          </a:lstStyle>
          <a:p xmlns:a="http://schemas.openxmlformats.org/drawingml/2006/main">
            <a:pPr algn="l">
              <a:buNone/>
              <a:defRPr sz="1575" b="0">
                <a:solidFill>
                  <a:srgbClr val="74648C"/>
                </a:solidFill>
                <a:latin typeface="Noto Sans CJK SC"/>
                <a:ea typeface="Noto Sans CJK SC"/>
                <a:cs typeface="Noto Sans CJK SC"/>
              </a:defRPr>
            </a:pPr>
            <a:r>
              <a:rPr sz="1575" b="0">
                <a:solidFill>
                  <a:srgbClr val="74648C"/>
                </a:solidFill>
                <a:latin typeface="Noto Sans CJK SC"/>
                <a:ea typeface="Noto Sans CJK SC"/>
                <a:cs typeface="Noto Sans CJK SC"/>
              </a:rPr>
              <a:t>相同格点，比较不同源</a:t>
            </a:r>
            <a:endParaRPr sz="1800" b="0">
              <a:solidFill>
                <a:srgbClr val="546572"/>
              </a:solidFill>
              <a:latin typeface="Arial"/>
              <a:ea typeface="Arial"/>
              <a:cs typeface="Arial"/>
            </a:endParaRPr>
          </a:p>
        </p:txBody>
      </p:sp>
      <p:sp>
        <p:nvSpPr>
          <p:cNvPr id="523" name="08_ROUTES__strips_to_product_port0">
            <a:extLst xmlns:a="http://schemas.openxmlformats.org/drawingml/2006/main">
              <a:ext uri="{FF2B5EF4-FFF2-40B4-BE49-F238E27FC236}">
                <a16:creationId xmlns:a16="http://schemas.microsoft.com/office/drawing/2014/main" id="{A0E57435-DE3D-4C87-9007-4690C3E26028}"/>
              </a:ext>
            </a:extLst>
          </p:cNvPr>
          <p:cNvSpPr>
            <a:spLocks xmlns:a="http://schemas.openxmlformats.org/drawingml/2006/main" noGrp="1"/>
          </p:cNvSpPr>
          <p:nvPr/>
        </p:nvSpPr>
        <p:spPr>
          <a:xfrm xmlns:a="http://schemas.openxmlformats.org/drawingml/2006/main" rot="0" flipH="0" flipV="0">
            <a:off x="3178683" y="5796153"/>
            <a:ext cx="1524" cy="1524"/>
          </a:xfrm>
          <a:prstGeom xmlns:a="http://schemas.openxmlformats.org/drawingml/2006/main" prst="rect">
            <a:avLst/>
          </a:prstGeom>
          <a:noFill xmlns:a="http://schemas.openxmlformats.org/drawingml/2006/main"/>
          <a:ln xmlns:a="http://schemas.openxmlformats.org/drawingml/2006/main" w="0">
            <a:noFill/>
          </a:ln>
        </p:spPr>
      </p:sp>
      <p:sp>
        <p:nvSpPr>
          <p:cNvPr id="524" name="08_ROUTES__strips_to_product_port1">
            <a:extLst xmlns:a="http://schemas.openxmlformats.org/drawingml/2006/main">
              <a:ext uri="{FF2B5EF4-FFF2-40B4-BE49-F238E27FC236}">
                <a16:creationId xmlns:a16="http://schemas.microsoft.com/office/drawing/2014/main" id="{6C249E8B-5D88-4352-9DED-5217D829D6B9}"/>
              </a:ext>
            </a:extLst>
          </p:cNvPr>
          <p:cNvSpPr>
            <a:spLocks xmlns:a="http://schemas.openxmlformats.org/drawingml/2006/main" noGrp="1"/>
          </p:cNvSpPr>
          <p:nvPr/>
        </p:nvSpPr>
        <p:spPr>
          <a:xfrm xmlns:a="http://schemas.openxmlformats.org/drawingml/2006/main" rot="0" flipH="0" flipV="0">
            <a:off x="3422523" y="5796153"/>
            <a:ext cx="1524" cy="1524"/>
          </a:xfrm>
          <a:prstGeom xmlns:a="http://schemas.openxmlformats.org/drawingml/2006/main" prst="rect">
            <a:avLst/>
          </a:prstGeom>
          <a:noFill xmlns:a="http://schemas.openxmlformats.org/drawingml/2006/main"/>
          <a:ln xmlns:a="http://schemas.openxmlformats.org/drawingml/2006/main" w="0">
            <a:noFill/>
          </a:ln>
        </p:spPr>
      </p:sp>
      <p:cxnSp>
        <p:nvCxnSpPr>
          <p:cNvPr id="1245" name="08_ROUTES__strips_to_product_segment0">
            <a:extLst xmlns:a="http://schemas.openxmlformats.org/drawingml/2006/main">
              <a:ext uri="{FF2B5EF4-FFF2-40B4-BE49-F238E27FC236}">
                <a16:creationId xmlns:a16="http://schemas.microsoft.com/office/drawing/2014/main" id="{0DF12490-1E65-4F32-846E-C61CE17C1019}"/>
              </a:ext>
            </a:extLst>
          </p:cNvPr>
          <p:cNvCxnSpPr>
            <a:stCxn xmlns:a="http://schemas.openxmlformats.org/drawingml/2006/main" id="523" idx="3"/>
            <a:endCxn xmlns:a="http://schemas.openxmlformats.org/drawingml/2006/main" id="524" idx="1"/>
          </p:cNvCxnSpPr>
          <p:nvPr/>
        </p:nvCxnSpPr>
        <p:spPr>
          <a:xfrm xmlns:a="http://schemas.openxmlformats.org/drawingml/2006/main" rot="0" flipH="0" flipV="0">
            <a:off x="3180207" y="5796916"/>
            <a:ext cx="242316" cy="0"/>
          </a:xfrm>
          <a:prstGeom xmlns:a="http://schemas.openxmlformats.org/drawingml/2006/main" prst="straightConnector1">
            <a:avLst/>
          </a:prstGeom>
          <a:ln xmlns:a="http://schemas.openxmlformats.org/drawingml/2006/main" w="22860">
            <a:solidFill>
              <a:srgbClr val="6C648E"/>
            </a:solidFill>
            <a:headEnd type="none"/>
            <a:tailEnd type="triangle" w="med" len="med"/>
          </a:ln>
        </p:spPr>
      </p:cxnSp>
      <p:sp>
        <p:nvSpPr>
          <p:cNvPr id="526" name="04_COMPARISON__agreement_title">
            <a:extLst xmlns:a="http://schemas.openxmlformats.org/drawingml/2006/main">
              <a:ext uri="{FF2B5EF4-FFF2-40B4-BE49-F238E27FC236}">
                <a16:creationId xmlns:a16="http://schemas.microsoft.com/office/drawing/2014/main" id="{F747DAE3-0004-4BE4-897B-0E2584D7CF1A}"/>
              </a:ext>
            </a:extLst>
          </p:cNvPr>
          <p:cNvSpPr>
            <a:spLocks xmlns:a="http://schemas.openxmlformats.org/drawingml/2006/main" noGrp="1"/>
          </p:cNvSpPr>
          <p:nvPr/>
        </p:nvSpPr>
        <p:spPr>
          <a:xfrm xmlns:a="http://schemas.openxmlformats.org/drawingml/2006/main" rot="0" flipH="0" flipV="0">
            <a:off x="3522345" y="5522595"/>
            <a:ext cx="2209800" cy="2438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575" b="1">
                <a:solidFill>
                  <a:srgbClr val="74648C"/>
                </a:solidFill>
                <a:latin typeface="Noto Sans CJK SC"/>
                <a:ea typeface="Noto Sans CJK SC"/>
                <a:cs typeface="Noto Sans CJK SC"/>
              </a:defRPr>
            </a:defPPr>
            <a:lvl1pPr algn="l">
              <a:defRPr sz="1575" b="1">
                <a:solidFill>
                  <a:srgbClr val="74648C"/>
                </a:solidFill>
                <a:latin typeface="Noto Sans CJK SC"/>
                <a:ea typeface="Noto Sans CJK SC"/>
                <a:cs typeface="Noto Sans CJK SC"/>
              </a:defRPr>
            </a:lvl1pPr>
            <a:lvl2pPr algn="l">
              <a:defRPr sz="1575" b="1">
                <a:solidFill>
                  <a:srgbClr val="74648C"/>
                </a:solidFill>
                <a:latin typeface="Noto Sans CJK SC"/>
                <a:ea typeface="Noto Sans CJK SC"/>
                <a:cs typeface="Noto Sans CJK SC"/>
              </a:defRPr>
            </a:lvl2pPr>
            <a:lvl3pPr algn="l">
              <a:defRPr sz="1575" b="1">
                <a:solidFill>
                  <a:srgbClr val="74648C"/>
                </a:solidFill>
                <a:latin typeface="Noto Sans CJK SC"/>
                <a:ea typeface="Noto Sans CJK SC"/>
                <a:cs typeface="Noto Sans CJK SC"/>
              </a:defRPr>
            </a:lvl3pPr>
            <a:lvl4pPr algn="l">
              <a:defRPr sz="1575" b="1">
                <a:solidFill>
                  <a:srgbClr val="74648C"/>
                </a:solidFill>
                <a:latin typeface="Noto Sans CJK SC"/>
                <a:ea typeface="Noto Sans CJK SC"/>
                <a:cs typeface="Noto Sans CJK SC"/>
              </a:defRPr>
            </a:lvl4pPr>
            <a:lvl5pPr algn="l">
              <a:defRPr sz="1575" b="1">
                <a:solidFill>
                  <a:srgbClr val="74648C"/>
                </a:solidFill>
                <a:latin typeface="Noto Sans CJK SC"/>
                <a:ea typeface="Noto Sans CJK SC"/>
                <a:cs typeface="Noto Sans CJK SC"/>
              </a:defRPr>
            </a:lvl5pPr>
            <a:lvl6pPr algn="l">
              <a:defRPr sz="1575" b="1">
                <a:solidFill>
                  <a:srgbClr val="74648C"/>
                </a:solidFill>
                <a:latin typeface="Noto Sans CJK SC"/>
                <a:ea typeface="Noto Sans CJK SC"/>
                <a:cs typeface="Noto Sans CJK SC"/>
              </a:defRPr>
            </a:lvl6pPr>
            <a:lvl7pPr algn="l">
              <a:defRPr sz="1575" b="1">
                <a:solidFill>
                  <a:srgbClr val="74648C"/>
                </a:solidFill>
                <a:latin typeface="Noto Sans CJK SC"/>
                <a:ea typeface="Noto Sans CJK SC"/>
                <a:cs typeface="Noto Sans CJK SC"/>
              </a:defRPr>
            </a:lvl7pPr>
            <a:lvl8pPr algn="l">
              <a:defRPr sz="1575" b="1">
                <a:solidFill>
                  <a:srgbClr val="74648C"/>
                </a:solidFill>
                <a:latin typeface="Noto Sans CJK SC"/>
                <a:ea typeface="Noto Sans CJK SC"/>
                <a:cs typeface="Noto Sans CJK SC"/>
              </a:defRPr>
            </a:lvl8pPr>
            <a:lvl9pPr algn="l">
              <a:defRPr sz="1575" b="1">
                <a:solidFill>
                  <a:srgbClr val="74648C"/>
                </a:solidFill>
                <a:latin typeface="Noto Sans CJK SC"/>
                <a:ea typeface="Noto Sans CJK SC"/>
                <a:cs typeface="Noto Sans CJK SC"/>
              </a:defRPr>
            </a:lvl9pPr>
          </a:lstStyle>
          <a:p xmlns:a="http://schemas.openxmlformats.org/drawingml/2006/main">
            <a:pPr algn="l">
              <a:buNone/>
              <a:defRPr sz="1575" b="1">
                <a:solidFill>
                  <a:srgbClr val="74648C"/>
                </a:solidFill>
                <a:latin typeface="Noto Sans CJK SC"/>
                <a:ea typeface="Noto Sans CJK SC"/>
                <a:cs typeface="Noto Sans CJK SC"/>
              </a:defRPr>
            </a:pPr>
            <a:r>
              <a:rPr sz="1575" b="1">
                <a:solidFill>
                  <a:srgbClr val="74648C"/>
                </a:solidFill>
                <a:latin typeface="Noto Sans CJK SC"/>
                <a:ea typeface="Noto Sans CJK SC"/>
                <a:cs typeface="Noto Sans CJK SC"/>
              </a:rPr>
              <a:t>逐格相容因子</a:t>
            </a:r>
            <a:endParaRPr sz="1875" b="1">
              <a:solidFill>
                <a:srgbClr val="233440"/>
              </a:solidFill>
              <a:latin typeface="Arial"/>
              <a:ea typeface="Arial"/>
              <a:cs typeface="Arial"/>
            </a:endParaRPr>
          </a:p>
        </p:txBody>
      </p:sp>
      <p:sp>
        <p:nvSpPr>
          <p:cNvPr id="527" name="04_COMPARISON__agreement_equation">
            <a:extLst xmlns:a="http://schemas.openxmlformats.org/drawingml/2006/main">
              <a:ext uri="{FF2B5EF4-FFF2-40B4-BE49-F238E27FC236}">
                <a16:creationId xmlns:a16="http://schemas.microsoft.com/office/drawing/2014/main" id="{0984FD81-6ED1-4737-B089-C855C5E5393B}"/>
              </a:ext>
            </a:extLst>
          </p:cNvPr>
          <p:cNvSpPr>
            <a:spLocks xmlns:a="http://schemas.openxmlformats.org/drawingml/2006/main" noGrp="1"/>
          </p:cNvSpPr>
          <p:nvPr/>
        </p:nvSpPr>
        <p:spPr>
          <a:xfrm xmlns:a="http://schemas.openxmlformats.org/drawingml/2006/main" rot="0" flipH="0" flipV="0">
            <a:off x="3522345" y="5835015"/>
            <a:ext cx="2209800" cy="2819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1575" b="0">
                <a:solidFill>
                  <a:srgbClr val="74648C"/>
                </a:solidFill>
                <a:latin typeface="Noto Sans CJK SC"/>
                <a:ea typeface="Noto Sans CJK SC"/>
                <a:cs typeface="Noto Sans CJK SC"/>
              </a:defRPr>
            </a:defPPr>
            <a:lvl1pPr algn="ctr">
              <a:defRPr sz="1575" b="0">
                <a:solidFill>
                  <a:srgbClr val="74648C"/>
                </a:solidFill>
                <a:latin typeface="Noto Sans CJK SC"/>
                <a:ea typeface="Noto Sans CJK SC"/>
                <a:cs typeface="Noto Sans CJK SC"/>
              </a:defRPr>
            </a:lvl1pPr>
            <a:lvl2pPr algn="ctr">
              <a:defRPr sz="1575" b="0">
                <a:solidFill>
                  <a:srgbClr val="74648C"/>
                </a:solidFill>
                <a:latin typeface="Noto Sans CJK SC"/>
                <a:ea typeface="Noto Sans CJK SC"/>
                <a:cs typeface="Noto Sans CJK SC"/>
              </a:defRPr>
            </a:lvl2pPr>
            <a:lvl3pPr algn="ctr">
              <a:defRPr sz="1575" b="0">
                <a:solidFill>
                  <a:srgbClr val="74648C"/>
                </a:solidFill>
                <a:latin typeface="Noto Sans CJK SC"/>
                <a:ea typeface="Noto Sans CJK SC"/>
                <a:cs typeface="Noto Sans CJK SC"/>
              </a:defRPr>
            </a:lvl3pPr>
            <a:lvl4pPr algn="ctr">
              <a:defRPr sz="1575" b="0">
                <a:solidFill>
                  <a:srgbClr val="74648C"/>
                </a:solidFill>
                <a:latin typeface="Noto Sans CJK SC"/>
                <a:ea typeface="Noto Sans CJK SC"/>
                <a:cs typeface="Noto Sans CJK SC"/>
              </a:defRPr>
            </a:lvl4pPr>
            <a:lvl5pPr algn="ctr">
              <a:defRPr sz="1575" b="0">
                <a:solidFill>
                  <a:srgbClr val="74648C"/>
                </a:solidFill>
                <a:latin typeface="Noto Sans CJK SC"/>
                <a:ea typeface="Noto Sans CJK SC"/>
                <a:cs typeface="Noto Sans CJK SC"/>
              </a:defRPr>
            </a:lvl5pPr>
            <a:lvl6pPr algn="ctr">
              <a:defRPr sz="1575" b="0">
                <a:solidFill>
                  <a:srgbClr val="74648C"/>
                </a:solidFill>
                <a:latin typeface="Noto Sans CJK SC"/>
                <a:ea typeface="Noto Sans CJK SC"/>
                <a:cs typeface="Noto Sans CJK SC"/>
              </a:defRPr>
            </a:lvl6pPr>
            <a:lvl7pPr algn="ctr">
              <a:defRPr sz="1575" b="0">
                <a:solidFill>
                  <a:srgbClr val="74648C"/>
                </a:solidFill>
                <a:latin typeface="Noto Sans CJK SC"/>
                <a:ea typeface="Noto Sans CJK SC"/>
                <a:cs typeface="Noto Sans CJK SC"/>
              </a:defRPr>
            </a:lvl7pPr>
            <a:lvl8pPr algn="ctr">
              <a:defRPr sz="1575" b="0">
                <a:solidFill>
                  <a:srgbClr val="74648C"/>
                </a:solidFill>
                <a:latin typeface="Noto Sans CJK SC"/>
                <a:ea typeface="Noto Sans CJK SC"/>
                <a:cs typeface="Noto Sans CJK SC"/>
              </a:defRPr>
            </a:lvl8pPr>
            <a:lvl9pPr algn="ctr">
              <a:defRPr sz="1575" b="0">
                <a:solidFill>
                  <a:srgbClr val="74648C"/>
                </a:solidFill>
                <a:latin typeface="Noto Sans CJK SC"/>
                <a:ea typeface="Noto Sans CJK SC"/>
                <a:cs typeface="Noto Sans CJK SC"/>
              </a:defRPr>
            </a:lvl9pPr>
          </a:lstStyle>
          <a:p xmlns:a="http://schemas.openxmlformats.org/drawingml/2006/main">
            <a:pPr algn="ctr">
              <a:buNone/>
              <a:defRPr sz="1575" b="0">
                <a:solidFill>
                  <a:srgbClr val="74648C"/>
                </a:solidFill>
                <a:latin typeface="Noto Sans CJK SC"/>
                <a:ea typeface="Noto Sans CJK SC"/>
                <a:cs typeface="Noto Sans CJK SC"/>
              </a:defRPr>
            </a:pPr>
            <a:r>
              <a:rPr sz="1575" b="0">
                <a:solidFill>
                  <a:srgbClr val="74648C"/>
                </a:solidFill>
                <a:latin typeface="Noto Sans CJK SC"/>
                <a:ea typeface="Noto Sans CJK SC"/>
                <a:cs typeface="Noto Sans CJK SC"/>
              </a:rPr>
              <a:t>1 − αᵢD |fᶻᵢ−fˢᵢ|</a:t>
            </a:r>
            <a:endParaRPr sz="2175" b="0">
              <a:solidFill>
                <a:srgbClr val="6C648E"/>
              </a:solidFill>
              <a:latin typeface="Arial"/>
              <a:ea typeface="Arial"/>
              <a:cs typeface="Arial"/>
            </a:endParaRPr>
          </a:p>
        </p:txBody>
      </p:sp>
      <p:sp>
        <p:nvSpPr>
          <p:cNvPr id="528" name="04_COMPARISON__product">
            <a:extLst xmlns:a="http://schemas.openxmlformats.org/drawingml/2006/main">
              <a:ext uri="{FF2B5EF4-FFF2-40B4-BE49-F238E27FC236}">
                <a16:creationId xmlns:a16="http://schemas.microsoft.com/office/drawing/2014/main" id="{70E47DD9-B177-4BE6-9FFA-F57B990F5DC1}"/>
              </a:ext>
            </a:extLst>
          </p:cNvPr>
          <p:cNvSpPr>
            <a:spLocks xmlns:a="http://schemas.openxmlformats.org/drawingml/2006/main" noGrp="1"/>
          </p:cNvSpPr>
          <p:nvPr/>
        </p:nvSpPr>
        <p:spPr>
          <a:xfrm xmlns:a="http://schemas.openxmlformats.org/drawingml/2006/main" rot="0" flipH="0" flipV="0">
            <a:off x="3484245" y="6292215"/>
            <a:ext cx="2209800" cy="2438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575" b="0">
                <a:solidFill>
                  <a:srgbClr val="74648C"/>
                </a:solidFill>
                <a:latin typeface="Noto Sans CJK SC"/>
                <a:ea typeface="Noto Sans CJK SC"/>
                <a:cs typeface="Noto Sans CJK SC"/>
              </a:defRPr>
            </a:defPPr>
            <a:lvl1pPr algn="l">
              <a:defRPr sz="1575" b="0">
                <a:solidFill>
                  <a:srgbClr val="74648C"/>
                </a:solidFill>
                <a:latin typeface="Noto Sans CJK SC"/>
                <a:ea typeface="Noto Sans CJK SC"/>
                <a:cs typeface="Noto Sans CJK SC"/>
              </a:defRPr>
            </a:lvl1pPr>
            <a:lvl2pPr algn="l">
              <a:defRPr sz="1575" b="0">
                <a:solidFill>
                  <a:srgbClr val="74648C"/>
                </a:solidFill>
                <a:latin typeface="Noto Sans CJK SC"/>
                <a:ea typeface="Noto Sans CJK SC"/>
                <a:cs typeface="Noto Sans CJK SC"/>
              </a:defRPr>
            </a:lvl2pPr>
            <a:lvl3pPr algn="l">
              <a:defRPr sz="1575" b="0">
                <a:solidFill>
                  <a:srgbClr val="74648C"/>
                </a:solidFill>
                <a:latin typeface="Noto Sans CJK SC"/>
                <a:ea typeface="Noto Sans CJK SC"/>
                <a:cs typeface="Noto Sans CJK SC"/>
              </a:defRPr>
            </a:lvl3pPr>
            <a:lvl4pPr algn="l">
              <a:defRPr sz="1575" b="0">
                <a:solidFill>
                  <a:srgbClr val="74648C"/>
                </a:solidFill>
                <a:latin typeface="Noto Sans CJK SC"/>
                <a:ea typeface="Noto Sans CJK SC"/>
                <a:cs typeface="Noto Sans CJK SC"/>
              </a:defRPr>
            </a:lvl4pPr>
            <a:lvl5pPr algn="l">
              <a:defRPr sz="1575" b="0">
                <a:solidFill>
                  <a:srgbClr val="74648C"/>
                </a:solidFill>
                <a:latin typeface="Noto Sans CJK SC"/>
                <a:ea typeface="Noto Sans CJK SC"/>
                <a:cs typeface="Noto Sans CJK SC"/>
              </a:defRPr>
            </a:lvl5pPr>
            <a:lvl6pPr algn="l">
              <a:defRPr sz="1575" b="0">
                <a:solidFill>
                  <a:srgbClr val="74648C"/>
                </a:solidFill>
                <a:latin typeface="Noto Sans CJK SC"/>
                <a:ea typeface="Noto Sans CJK SC"/>
                <a:cs typeface="Noto Sans CJK SC"/>
              </a:defRPr>
            </a:lvl6pPr>
            <a:lvl7pPr algn="l">
              <a:defRPr sz="1575" b="0">
                <a:solidFill>
                  <a:srgbClr val="74648C"/>
                </a:solidFill>
                <a:latin typeface="Noto Sans CJK SC"/>
                <a:ea typeface="Noto Sans CJK SC"/>
                <a:cs typeface="Noto Sans CJK SC"/>
              </a:defRPr>
            </a:lvl7pPr>
            <a:lvl8pPr algn="l">
              <a:defRPr sz="1575" b="0">
                <a:solidFill>
                  <a:srgbClr val="74648C"/>
                </a:solidFill>
                <a:latin typeface="Noto Sans CJK SC"/>
                <a:ea typeface="Noto Sans CJK SC"/>
                <a:cs typeface="Noto Sans CJK SC"/>
              </a:defRPr>
            </a:lvl8pPr>
            <a:lvl9pPr algn="l">
              <a:defRPr sz="1575" b="0">
                <a:solidFill>
                  <a:srgbClr val="74648C"/>
                </a:solidFill>
                <a:latin typeface="Noto Sans CJK SC"/>
                <a:ea typeface="Noto Sans CJK SC"/>
                <a:cs typeface="Noto Sans CJK SC"/>
              </a:defRPr>
            </a:lvl9pPr>
          </a:lstStyle>
          <a:p xmlns:a="http://schemas.openxmlformats.org/drawingml/2006/main">
            <a:pPr algn="l">
              <a:buNone/>
              <a:defRPr sz="1575" b="0">
                <a:solidFill>
                  <a:srgbClr val="74648C"/>
                </a:solidFill>
                <a:latin typeface="Noto Sans CJK SC"/>
                <a:ea typeface="Noto Sans CJK SC"/>
                <a:cs typeface="Noto Sans CJK SC"/>
              </a:defRPr>
            </a:pPr>
            <a:r>
              <a:rPr sz="1575" b="0">
                <a:solidFill>
                  <a:srgbClr val="74648C"/>
                </a:solidFill>
                <a:latin typeface="Noto Sans CJK SC"/>
                <a:ea typeface="Noto Sans CJK SC"/>
                <a:cs typeface="Noto Sans CJK SC"/>
              </a:rPr>
              <a:t>相乘并归一化</a:t>
            </a:r>
            <a:endParaRPr sz="1800" b="0">
              <a:solidFill>
                <a:srgbClr val="233440"/>
              </a:solidFill>
              <a:latin typeface="Arial"/>
              <a:ea typeface="Arial"/>
              <a:cs typeface="Arial"/>
            </a:endParaRPr>
          </a:p>
        </p:txBody>
      </p:sp>
      <p:sp>
        <p:nvSpPr>
          <p:cNvPr id="529" name="08_ROUTES__score_to_distribution_port0">
            <a:extLst xmlns:a="http://schemas.openxmlformats.org/drawingml/2006/main">
              <a:ext uri="{FF2B5EF4-FFF2-40B4-BE49-F238E27FC236}">
                <a16:creationId xmlns:a16="http://schemas.microsoft.com/office/drawing/2014/main" id="{5D011240-F668-4200-AD65-C1F7595EE962}"/>
              </a:ext>
            </a:extLst>
          </p:cNvPr>
          <p:cNvSpPr>
            <a:spLocks xmlns:a="http://schemas.openxmlformats.org/drawingml/2006/main" noGrp="1"/>
          </p:cNvSpPr>
          <p:nvPr/>
        </p:nvSpPr>
        <p:spPr>
          <a:xfrm xmlns:a="http://schemas.openxmlformats.org/drawingml/2006/main" rot="0" flipH="0" flipV="0">
            <a:off x="5418963" y="6024753"/>
            <a:ext cx="1524" cy="1524"/>
          </a:xfrm>
          <a:prstGeom xmlns:a="http://schemas.openxmlformats.org/drawingml/2006/main" prst="rect">
            <a:avLst/>
          </a:prstGeom>
          <a:noFill xmlns:a="http://schemas.openxmlformats.org/drawingml/2006/main"/>
          <a:ln xmlns:a="http://schemas.openxmlformats.org/drawingml/2006/main" w="0">
            <a:noFill/>
          </a:ln>
        </p:spPr>
      </p:sp>
      <p:sp>
        <p:nvSpPr>
          <p:cNvPr id="530" name="08_ROUTES__score_to_distribution_port1">
            <a:extLst xmlns:a="http://schemas.openxmlformats.org/drawingml/2006/main">
              <a:ext uri="{FF2B5EF4-FFF2-40B4-BE49-F238E27FC236}">
                <a16:creationId xmlns:a16="http://schemas.microsoft.com/office/drawing/2014/main" id="{D5908D43-CEB2-46C3-8D93-C3371754B7E0}"/>
              </a:ext>
            </a:extLst>
          </p:cNvPr>
          <p:cNvSpPr>
            <a:spLocks xmlns:a="http://schemas.openxmlformats.org/drawingml/2006/main" noGrp="1"/>
          </p:cNvSpPr>
          <p:nvPr/>
        </p:nvSpPr>
        <p:spPr>
          <a:xfrm xmlns:a="http://schemas.openxmlformats.org/drawingml/2006/main" rot="0" flipH="0" flipV="0">
            <a:off x="5693283" y="6024753"/>
            <a:ext cx="1524" cy="1524"/>
          </a:xfrm>
          <a:prstGeom xmlns:a="http://schemas.openxmlformats.org/drawingml/2006/main" prst="rect">
            <a:avLst/>
          </a:prstGeom>
          <a:noFill xmlns:a="http://schemas.openxmlformats.org/drawingml/2006/main"/>
          <a:ln xmlns:a="http://schemas.openxmlformats.org/drawingml/2006/main" w="0">
            <a:noFill/>
          </a:ln>
        </p:spPr>
      </p:sp>
      <p:cxnSp>
        <p:nvCxnSpPr>
          <p:cNvPr id="1251" name="08_ROUTES__score_to_distribution_segment0">
            <a:extLst xmlns:a="http://schemas.openxmlformats.org/drawingml/2006/main">
              <a:ext uri="{FF2B5EF4-FFF2-40B4-BE49-F238E27FC236}">
                <a16:creationId xmlns:a16="http://schemas.microsoft.com/office/drawing/2014/main" id="{0CF8406C-5610-4DAC-A763-B4C0634F78B7}"/>
              </a:ext>
            </a:extLst>
          </p:cNvPr>
          <p:cNvCxnSpPr>
            <a:stCxn xmlns:a="http://schemas.openxmlformats.org/drawingml/2006/main" id="529" idx="3"/>
            <a:endCxn xmlns:a="http://schemas.openxmlformats.org/drawingml/2006/main" id="530" idx="1"/>
          </p:cNvCxnSpPr>
          <p:nvPr/>
        </p:nvCxnSpPr>
        <p:spPr>
          <a:xfrm xmlns:a="http://schemas.openxmlformats.org/drawingml/2006/main" rot="0" flipH="0" flipV="0">
            <a:off x="5420487" y="6025516"/>
            <a:ext cx="272796" cy="0"/>
          </a:xfrm>
          <a:prstGeom xmlns:a="http://schemas.openxmlformats.org/drawingml/2006/main" prst="straightConnector1">
            <a:avLst/>
          </a:prstGeom>
          <a:ln xmlns:a="http://schemas.openxmlformats.org/drawingml/2006/main" w="22860">
            <a:solidFill>
              <a:srgbClr val="6C648E"/>
            </a:solidFill>
            <a:headEnd type="none"/>
            <a:tailEnd type="triangle" w="med" len="med"/>
          </a:ln>
        </p:spPr>
      </p:cxnSp>
      <p:sp>
        <p:nvSpPr>
          <p:cNvPr id="532" name="04_COMPARISON__source_distribution_r0c0">
            <a:extLst xmlns:a="http://schemas.openxmlformats.org/drawingml/2006/main">
              <a:ext uri="{FF2B5EF4-FFF2-40B4-BE49-F238E27FC236}">
                <a16:creationId xmlns:a16="http://schemas.microsoft.com/office/drawing/2014/main" id="{E93B3639-0D31-4B6C-BD38-35C119C3702D}"/>
              </a:ext>
            </a:extLst>
          </p:cNvPr>
          <p:cNvSpPr>
            <a:spLocks xmlns:a="http://schemas.openxmlformats.org/drawingml/2006/main" noGrp="1"/>
          </p:cNvSpPr>
          <p:nvPr/>
        </p:nvSpPr>
        <p:spPr>
          <a:xfrm xmlns:a="http://schemas.openxmlformats.org/drawingml/2006/main" rot="0" flipH="0" flipV="0">
            <a:off x="5785485" y="5484495"/>
            <a:ext cx="167640" cy="167640"/>
          </a:xfrm>
          <a:prstGeom xmlns:a="http://schemas.openxmlformats.org/drawingml/2006/main" prst="rect">
            <a:avLst/>
          </a:prstGeom>
          <a:solidFill xmlns:a="http://schemas.openxmlformats.org/drawingml/2006/main">
            <a:srgbClr val="F2F4F6"/>
          </a:solidFill>
          <a:ln xmlns:a="http://schemas.openxmlformats.org/drawingml/2006/main" w="7620">
            <a:solidFill>
              <a:srgbClr val="FFFFFF"/>
            </a:solidFill>
          </a:ln>
        </p:spPr>
      </p:sp>
      <p:sp>
        <p:nvSpPr>
          <p:cNvPr id="533" name="04_COMPARISON__source_distribution_r0c1">
            <a:extLst xmlns:a="http://schemas.openxmlformats.org/drawingml/2006/main">
              <a:ext uri="{FF2B5EF4-FFF2-40B4-BE49-F238E27FC236}">
                <a16:creationId xmlns:a16="http://schemas.microsoft.com/office/drawing/2014/main" id="{B129C47F-7543-47C8-BB00-F9DF99E85479}"/>
              </a:ext>
            </a:extLst>
          </p:cNvPr>
          <p:cNvSpPr>
            <a:spLocks xmlns:a="http://schemas.openxmlformats.org/drawingml/2006/main" noGrp="1"/>
          </p:cNvSpPr>
          <p:nvPr/>
        </p:nvSpPr>
        <p:spPr>
          <a:xfrm xmlns:a="http://schemas.openxmlformats.org/drawingml/2006/main" rot="0" flipH="0" flipV="0">
            <a:off x="5953125" y="5484495"/>
            <a:ext cx="167640" cy="167640"/>
          </a:xfrm>
          <a:prstGeom xmlns:a="http://schemas.openxmlformats.org/drawingml/2006/main" prst="rect">
            <a:avLst/>
          </a:prstGeom>
          <a:solidFill xmlns:a="http://schemas.openxmlformats.org/drawingml/2006/main">
            <a:srgbClr val="F2F4F6"/>
          </a:solidFill>
          <a:ln xmlns:a="http://schemas.openxmlformats.org/drawingml/2006/main" w="7620">
            <a:solidFill>
              <a:srgbClr val="FFFFFF"/>
            </a:solidFill>
          </a:ln>
        </p:spPr>
      </p:sp>
      <p:sp>
        <p:nvSpPr>
          <p:cNvPr id="534" name="04_COMPARISON__source_distribution_r0c2">
            <a:extLst xmlns:a="http://schemas.openxmlformats.org/drawingml/2006/main">
              <a:ext uri="{FF2B5EF4-FFF2-40B4-BE49-F238E27FC236}">
                <a16:creationId xmlns:a16="http://schemas.microsoft.com/office/drawing/2014/main" id="{9E959340-CC4B-4115-9190-6834AE140702}"/>
              </a:ext>
            </a:extLst>
          </p:cNvPr>
          <p:cNvSpPr>
            <a:spLocks xmlns:a="http://schemas.openxmlformats.org/drawingml/2006/main" noGrp="1"/>
          </p:cNvSpPr>
          <p:nvPr/>
        </p:nvSpPr>
        <p:spPr>
          <a:xfrm xmlns:a="http://schemas.openxmlformats.org/drawingml/2006/main" rot="0" flipH="0" flipV="0">
            <a:off x="6120765" y="5484495"/>
            <a:ext cx="167640" cy="167640"/>
          </a:xfrm>
          <a:prstGeom xmlns:a="http://schemas.openxmlformats.org/drawingml/2006/main" prst="rect">
            <a:avLst/>
          </a:prstGeom>
          <a:solidFill xmlns:a="http://schemas.openxmlformats.org/drawingml/2006/main">
            <a:srgbClr val="F2F4F6"/>
          </a:solidFill>
          <a:ln xmlns:a="http://schemas.openxmlformats.org/drawingml/2006/main" w="7620">
            <a:solidFill>
              <a:srgbClr val="FFFFFF"/>
            </a:solidFill>
          </a:ln>
        </p:spPr>
      </p:sp>
      <p:sp>
        <p:nvSpPr>
          <p:cNvPr id="535" name="04_COMPARISON__source_distribution_r0c3">
            <a:extLst xmlns:a="http://schemas.openxmlformats.org/drawingml/2006/main">
              <a:ext uri="{FF2B5EF4-FFF2-40B4-BE49-F238E27FC236}">
                <a16:creationId xmlns:a16="http://schemas.microsoft.com/office/drawing/2014/main" id="{A3B01B54-8511-46A9-A1D2-771BFF9DF625}"/>
              </a:ext>
            </a:extLst>
          </p:cNvPr>
          <p:cNvSpPr>
            <a:spLocks xmlns:a="http://schemas.openxmlformats.org/drawingml/2006/main" noGrp="1"/>
          </p:cNvSpPr>
          <p:nvPr/>
        </p:nvSpPr>
        <p:spPr>
          <a:xfrm xmlns:a="http://schemas.openxmlformats.org/drawingml/2006/main" rot="0" flipH="0" flipV="0">
            <a:off x="6288405" y="5484495"/>
            <a:ext cx="167640" cy="167640"/>
          </a:xfrm>
          <a:prstGeom xmlns:a="http://schemas.openxmlformats.org/drawingml/2006/main" prst="rect">
            <a:avLst/>
          </a:prstGeom>
          <a:solidFill xmlns:a="http://schemas.openxmlformats.org/drawingml/2006/main">
            <a:srgbClr val="F2F4F6"/>
          </a:solidFill>
          <a:ln xmlns:a="http://schemas.openxmlformats.org/drawingml/2006/main" w="7620">
            <a:solidFill>
              <a:srgbClr val="FFFFFF"/>
            </a:solidFill>
          </a:ln>
        </p:spPr>
      </p:sp>
      <p:sp>
        <p:nvSpPr>
          <p:cNvPr id="536" name="04_COMPARISON__source_distribution_r0c4">
            <a:extLst xmlns:a="http://schemas.openxmlformats.org/drawingml/2006/main">
              <a:ext uri="{FF2B5EF4-FFF2-40B4-BE49-F238E27FC236}">
                <a16:creationId xmlns:a16="http://schemas.microsoft.com/office/drawing/2014/main" id="{91BCC17C-B766-41C1-A4FF-130E0539C303}"/>
              </a:ext>
            </a:extLst>
          </p:cNvPr>
          <p:cNvSpPr>
            <a:spLocks xmlns:a="http://schemas.openxmlformats.org/drawingml/2006/main" noGrp="1"/>
          </p:cNvSpPr>
          <p:nvPr/>
        </p:nvSpPr>
        <p:spPr>
          <a:xfrm xmlns:a="http://schemas.openxmlformats.org/drawingml/2006/main" rot="0" flipH="0" flipV="0">
            <a:off x="6456045" y="5484495"/>
            <a:ext cx="167640" cy="167640"/>
          </a:xfrm>
          <a:prstGeom xmlns:a="http://schemas.openxmlformats.org/drawingml/2006/main" prst="rect">
            <a:avLst/>
          </a:prstGeom>
          <a:solidFill xmlns:a="http://schemas.openxmlformats.org/drawingml/2006/main">
            <a:srgbClr val="606C73"/>
          </a:solidFill>
          <a:ln xmlns:a="http://schemas.openxmlformats.org/drawingml/2006/main" w="7620">
            <a:solidFill>
              <a:srgbClr val="FFFFFF"/>
            </a:solidFill>
          </a:ln>
        </p:spPr>
      </p:sp>
      <p:sp>
        <p:nvSpPr>
          <p:cNvPr id="537" name="04_COMPARISON__source_distribution_r0c5">
            <a:extLst xmlns:a="http://schemas.openxmlformats.org/drawingml/2006/main">
              <a:ext uri="{FF2B5EF4-FFF2-40B4-BE49-F238E27FC236}">
                <a16:creationId xmlns:a16="http://schemas.microsoft.com/office/drawing/2014/main" id="{2068936C-0C77-4E1C-8633-8913482BD16F}"/>
              </a:ext>
            </a:extLst>
          </p:cNvPr>
          <p:cNvSpPr>
            <a:spLocks xmlns:a="http://schemas.openxmlformats.org/drawingml/2006/main" noGrp="1"/>
          </p:cNvSpPr>
          <p:nvPr/>
        </p:nvSpPr>
        <p:spPr>
          <a:xfrm xmlns:a="http://schemas.openxmlformats.org/drawingml/2006/main" rot="0" flipH="0" flipV="0">
            <a:off x="6623685" y="5484495"/>
            <a:ext cx="167640" cy="167640"/>
          </a:xfrm>
          <a:prstGeom xmlns:a="http://schemas.openxmlformats.org/drawingml/2006/main" prst="rect">
            <a:avLst/>
          </a:prstGeom>
          <a:solidFill xmlns:a="http://schemas.openxmlformats.org/drawingml/2006/main">
            <a:srgbClr val="F2F4F6"/>
          </a:solidFill>
          <a:ln xmlns:a="http://schemas.openxmlformats.org/drawingml/2006/main" w="7620">
            <a:solidFill>
              <a:srgbClr val="FFFFFF"/>
            </a:solidFill>
          </a:ln>
        </p:spPr>
      </p:sp>
      <p:sp>
        <p:nvSpPr>
          <p:cNvPr id="538" name="04_COMPARISON__source_distribution_r0c6">
            <a:extLst xmlns:a="http://schemas.openxmlformats.org/drawingml/2006/main">
              <a:ext uri="{FF2B5EF4-FFF2-40B4-BE49-F238E27FC236}">
                <a16:creationId xmlns:a16="http://schemas.microsoft.com/office/drawing/2014/main" id="{EC2DE8A6-598F-4FA7-B254-E0CA0AB0757E}"/>
              </a:ext>
            </a:extLst>
          </p:cNvPr>
          <p:cNvSpPr>
            <a:spLocks xmlns:a="http://schemas.openxmlformats.org/drawingml/2006/main" noGrp="1"/>
          </p:cNvSpPr>
          <p:nvPr/>
        </p:nvSpPr>
        <p:spPr>
          <a:xfrm xmlns:a="http://schemas.openxmlformats.org/drawingml/2006/main" rot="0" flipH="0" flipV="0">
            <a:off x="6791325" y="5484495"/>
            <a:ext cx="167640" cy="167640"/>
          </a:xfrm>
          <a:prstGeom xmlns:a="http://schemas.openxmlformats.org/drawingml/2006/main" prst="rect">
            <a:avLst/>
          </a:prstGeom>
          <a:solidFill xmlns:a="http://schemas.openxmlformats.org/drawingml/2006/main">
            <a:srgbClr val="F2F4F6"/>
          </a:solidFill>
          <a:ln xmlns:a="http://schemas.openxmlformats.org/drawingml/2006/main" w="7620">
            <a:solidFill>
              <a:srgbClr val="FFFFFF"/>
            </a:solidFill>
          </a:ln>
        </p:spPr>
      </p:sp>
      <p:sp>
        <p:nvSpPr>
          <p:cNvPr id="539" name="04_COMPARISON__source_distribution_r0c7">
            <a:extLst xmlns:a="http://schemas.openxmlformats.org/drawingml/2006/main">
              <a:ext uri="{FF2B5EF4-FFF2-40B4-BE49-F238E27FC236}">
                <a16:creationId xmlns:a16="http://schemas.microsoft.com/office/drawing/2014/main" id="{6813F2C4-F64E-498C-BAA0-153C2398FBA6}"/>
              </a:ext>
            </a:extLst>
          </p:cNvPr>
          <p:cNvSpPr>
            <a:spLocks xmlns:a="http://schemas.openxmlformats.org/drawingml/2006/main" noGrp="1"/>
          </p:cNvSpPr>
          <p:nvPr/>
        </p:nvSpPr>
        <p:spPr>
          <a:xfrm xmlns:a="http://schemas.openxmlformats.org/drawingml/2006/main" rot="0" flipH="0" flipV="0">
            <a:off x="6958965" y="5484495"/>
            <a:ext cx="167640" cy="167640"/>
          </a:xfrm>
          <a:prstGeom xmlns:a="http://schemas.openxmlformats.org/drawingml/2006/main" prst="rect">
            <a:avLst/>
          </a:prstGeom>
          <a:solidFill xmlns:a="http://schemas.openxmlformats.org/drawingml/2006/main">
            <a:srgbClr val="F2F4F6"/>
          </a:solidFill>
          <a:ln xmlns:a="http://schemas.openxmlformats.org/drawingml/2006/main" w="7620">
            <a:solidFill>
              <a:srgbClr val="FFFFFF"/>
            </a:solidFill>
          </a:ln>
        </p:spPr>
      </p:sp>
      <p:sp>
        <p:nvSpPr>
          <p:cNvPr id="540" name="04_COMPARISON__source_distribution_r0c8">
            <a:extLst xmlns:a="http://schemas.openxmlformats.org/drawingml/2006/main">
              <a:ext uri="{FF2B5EF4-FFF2-40B4-BE49-F238E27FC236}">
                <a16:creationId xmlns:a16="http://schemas.microsoft.com/office/drawing/2014/main" id="{C71905C5-B032-46C8-8E3E-AE5470D24831}"/>
              </a:ext>
            </a:extLst>
          </p:cNvPr>
          <p:cNvSpPr>
            <a:spLocks xmlns:a="http://schemas.openxmlformats.org/drawingml/2006/main" noGrp="1"/>
          </p:cNvSpPr>
          <p:nvPr/>
        </p:nvSpPr>
        <p:spPr>
          <a:xfrm xmlns:a="http://schemas.openxmlformats.org/drawingml/2006/main" rot="0" flipH="0" flipV="0">
            <a:off x="7126605" y="5484495"/>
            <a:ext cx="167640" cy="167640"/>
          </a:xfrm>
          <a:prstGeom xmlns:a="http://schemas.openxmlformats.org/drawingml/2006/main" prst="rect">
            <a:avLst/>
          </a:prstGeom>
          <a:solidFill xmlns:a="http://schemas.openxmlformats.org/drawingml/2006/main">
            <a:srgbClr val="F2F4F6"/>
          </a:solidFill>
          <a:ln xmlns:a="http://schemas.openxmlformats.org/drawingml/2006/main" w="7620">
            <a:solidFill>
              <a:srgbClr val="FFFFFF"/>
            </a:solidFill>
          </a:ln>
        </p:spPr>
      </p:sp>
      <p:sp>
        <p:nvSpPr>
          <p:cNvPr id="541" name="04_COMPARISON__source_distribution_r0c9">
            <a:extLst xmlns:a="http://schemas.openxmlformats.org/drawingml/2006/main">
              <a:ext uri="{FF2B5EF4-FFF2-40B4-BE49-F238E27FC236}">
                <a16:creationId xmlns:a16="http://schemas.microsoft.com/office/drawing/2014/main" id="{8923D4D4-21A5-464D-B28A-EE33CA02E00D}"/>
              </a:ext>
            </a:extLst>
          </p:cNvPr>
          <p:cNvSpPr>
            <a:spLocks xmlns:a="http://schemas.openxmlformats.org/drawingml/2006/main" noGrp="1"/>
          </p:cNvSpPr>
          <p:nvPr/>
        </p:nvSpPr>
        <p:spPr>
          <a:xfrm xmlns:a="http://schemas.openxmlformats.org/drawingml/2006/main" rot="0" flipH="0" flipV="0">
            <a:off x="7294245" y="5484495"/>
            <a:ext cx="167640" cy="167640"/>
          </a:xfrm>
          <a:prstGeom xmlns:a="http://schemas.openxmlformats.org/drawingml/2006/main" prst="rect">
            <a:avLst/>
          </a:prstGeom>
          <a:solidFill xmlns:a="http://schemas.openxmlformats.org/drawingml/2006/main">
            <a:srgbClr val="F2F4F6"/>
          </a:solidFill>
          <a:ln xmlns:a="http://schemas.openxmlformats.org/drawingml/2006/main" w="7620">
            <a:solidFill>
              <a:srgbClr val="FFFFFF"/>
            </a:solidFill>
          </a:ln>
        </p:spPr>
      </p:sp>
      <p:sp>
        <p:nvSpPr>
          <p:cNvPr id="542" name="04_COMPARISON__source_distribution_r1c0">
            <a:extLst xmlns:a="http://schemas.openxmlformats.org/drawingml/2006/main">
              <a:ext uri="{FF2B5EF4-FFF2-40B4-BE49-F238E27FC236}">
                <a16:creationId xmlns:a16="http://schemas.microsoft.com/office/drawing/2014/main" id="{DAAE465D-08D6-4EAE-BC7C-AD454A88A9D9}"/>
              </a:ext>
            </a:extLst>
          </p:cNvPr>
          <p:cNvSpPr>
            <a:spLocks xmlns:a="http://schemas.openxmlformats.org/drawingml/2006/main" noGrp="1"/>
          </p:cNvSpPr>
          <p:nvPr/>
        </p:nvSpPr>
        <p:spPr>
          <a:xfrm xmlns:a="http://schemas.openxmlformats.org/drawingml/2006/main" rot="0" flipH="0" flipV="0">
            <a:off x="5785485" y="5652135"/>
            <a:ext cx="167640" cy="167640"/>
          </a:xfrm>
          <a:prstGeom xmlns:a="http://schemas.openxmlformats.org/drawingml/2006/main" prst="rect">
            <a:avLst/>
          </a:prstGeom>
          <a:solidFill xmlns:a="http://schemas.openxmlformats.org/drawingml/2006/main">
            <a:srgbClr val="F1F3F5"/>
          </a:solidFill>
          <a:ln xmlns:a="http://schemas.openxmlformats.org/drawingml/2006/main" w="7620">
            <a:solidFill>
              <a:srgbClr val="FFFFFF"/>
            </a:solidFill>
          </a:ln>
        </p:spPr>
      </p:sp>
      <p:sp>
        <p:nvSpPr>
          <p:cNvPr id="543" name="04_COMPARISON__source_distribution_r1c1">
            <a:extLst xmlns:a="http://schemas.openxmlformats.org/drawingml/2006/main">
              <a:ext uri="{FF2B5EF4-FFF2-40B4-BE49-F238E27FC236}">
                <a16:creationId xmlns:a16="http://schemas.microsoft.com/office/drawing/2014/main" id="{2B6F18AE-071D-435D-8923-7BE99ED8E526}"/>
              </a:ext>
            </a:extLst>
          </p:cNvPr>
          <p:cNvSpPr>
            <a:spLocks xmlns:a="http://schemas.openxmlformats.org/drawingml/2006/main" noGrp="1"/>
          </p:cNvSpPr>
          <p:nvPr/>
        </p:nvSpPr>
        <p:spPr>
          <a:xfrm xmlns:a="http://schemas.openxmlformats.org/drawingml/2006/main" rot="0" flipH="0" flipV="0">
            <a:off x="5953125" y="5652135"/>
            <a:ext cx="167640" cy="167640"/>
          </a:xfrm>
          <a:prstGeom xmlns:a="http://schemas.openxmlformats.org/drawingml/2006/main" prst="rect">
            <a:avLst/>
          </a:prstGeom>
          <a:solidFill xmlns:a="http://schemas.openxmlformats.org/drawingml/2006/main">
            <a:srgbClr val="EFF1F3"/>
          </a:solidFill>
          <a:ln xmlns:a="http://schemas.openxmlformats.org/drawingml/2006/main" w="7620">
            <a:solidFill>
              <a:srgbClr val="FFFFFF"/>
            </a:solidFill>
          </a:ln>
        </p:spPr>
      </p:sp>
      <p:sp>
        <p:nvSpPr>
          <p:cNvPr id="544" name="04_COMPARISON__source_distribution_r1c2">
            <a:extLst xmlns:a="http://schemas.openxmlformats.org/drawingml/2006/main">
              <a:ext uri="{FF2B5EF4-FFF2-40B4-BE49-F238E27FC236}">
                <a16:creationId xmlns:a16="http://schemas.microsoft.com/office/drawing/2014/main" id="{8934D55B-1C9B-4F94-8355-263FFDB05561}"/>
              </a:ext>
            </a:extLst>
          </p:cNvPr>
          <p:cNvSpPr>
            <a:spLocks xmlns:a="http://schemas.openxmlformats.org/drawingml/2006/main" noGrp="1"/>
          </p:cNvSpPr>
          <p:nvPr/>
        </p:nvSpPr>
        <p:spPr>
          <a:xfrm xmlns:a="http://schemas.openxmlformats.org/drawingml/2006/main" rot="0" flipH="0" flipV="0">
            <a:off x="6120765" y="5652135"/>
            <a:ext cx="167640" cy="167640"/>
          </a:xfrm>
          <a:prstGeom xmlns:a="http://schemas.openxmlformats.org/drawingml/2006/main" prst="rect">
            <a:avLst/>
          </a:prstGeom>
          <a:solidFill xmlns:a="http://schemas.openxmlformats.org/drawingml/2006/main">
            <a:srgbClr val="EEEFF2"/>
          </a:solidFill>
          <a:ln xmlns:a="http://schemas.openxmlformats.org/drawingml/2006/main" w="7620">
            <a:solidFill>
              <a:srgbClr val="FFFFFF"/>
            </a:solidFill>
          </a:ln>
        </p:spPr>
      </p:sp>
      <p:sp>
        <p:nvSpPr>
          <p:cNvPr id="545" name="04_COMPARISON__source_distribution_r1c3">
            <a:extLst xmlns:a="http://schemas.openxmlformats.org/drawingml/2006/main">
              <a:ext uri="{FF2B5EF4-FFF2-40B4-BE49-F238E27FC236}">
                <a16:creationId xmlns:a16="http://schemas.microsoft.com/office/drawing/2014/main" id="{0762DA4D-18BB-43D3-9CC0-208B82C026B0}"/>
              </a:ext>
            </a:extLst>
          </p:cNvPr>
          <p:cNvSpPr>
            <a:spLocks xmlns:a="http://schemas.openxmlformats.org/drawingml/2006/main" noGrp="1"/>
          </p:cNvSpPr>
          <p:nvPr/>
        </p:nvSpPr>
        <p:spPr>
          <a:xfrm xmlns:a="http://schemas.openxmlformats.org/drawingml/2006/main" rot="0" flipH="0" flipV="0">
            <a:off x="6288405" y="5652135"/>
            <a:ext cx="167640" cy="167640"/>
          </a:xfrm>
          <a:prstGeom xmlns:a="http://schemas.openxmlformats.org/drawingml/2006/main" prst="rect">
            <a:avLst/>
          </a:prstGeom>
          <a:solidFill xmlns:a="http://schemas.openxmlformats.org/drawingml/2006/main">
            <a:srgbClr val="EFF1F3"/>
          </a:solidFill>
          <a:ln xmlns:a="http://schemas.openxmlformats.org/drawingml/2006/main" w="7620">
            <a:solidFill>
              <a:srgbClr val="FFFFFF"/>
            </a:solidFill>
          </a:ln>
        </p:spPr>
      </p:sp>
      <p:sp>
        <p:nvSpPr>
          <p:cNvPr id="546" name="04_COMPARISON__source_distribution_r1c4">
            <a:extLst xmlns:a="http://schemas.openxmlformats.org/drawingml/2006/main">
              <a:ext uri="{FF2B5EF4-FFF2-40B4-BE49-F238E27FC236}">
                <a16:creationId xmlns:a16="http://schemas.microsoft.com/office/drawing/2014/main" id="{7EE44716-BD74-4FD0-84DC-CF2975FF79F6}"/>
              </a:ext>
            </a:extLst>
          </p:cNvPr>
          <p:cNvSpPr>
            <a:spLocks xmlns:a="http://schemas.openxmlformats.org/drawingml/2006/main" noGrp="1"/>
          </p:cNvSpPr>
          <p:nvPr/>
        </p:nvSpPr>
        <p:spPr>
          <a:xfrm xmlns:a="http://schemas.openxmlformats.org/drawingml/2006/main" rot="0" flipH="0" flipV="0">
            <a:off x="6456045" y="5652135"/>
            <a:ext cx="167640" cy="167640"/>
          </a:xfrm>
          <a:prstGeom xmlns:a="http://schemas.openxmlformats.org/drawingml/2006/main" prst="rect">
            <a:avLst/>
          </a:prstGeom>
          <a:solidFill xmlns:a="http://schemas.openxmlformats.org/drawingml/2006/main">
            <a:srgbClr val="606C73"/>
          </a:solidFill>
          <a:ln xmlns:a="http://schemas.openxmlformats.org/drawingml/2006/main" w="7620">
            <a:solidFill>
              <a:srgbClr val="FFFFFF"/>
            </a:solidFill>
          </a:ln>
        </p:spPr>
      </p:sp>
      <p:sp>
        <p:nvSpPr>
          <p:cNvPr id="547" name="04_COMPARISON__source_distribution_r1c5">
            <a:extLst xmlns:a="http://schemas.openxmlformats.org/drawingml/2006/main">
              <a:ext uri="{FF2B5EF4-FFF2-40B4-BE49-F238E27FC236}">
                <a16:creationId xmlns:a16="http://schemas.microsoft.com/office/drawing/2014/main" id="{B5428DB1-2FF7-467E-BC7F-09A2B8666A9A}"/>
              </a:ext>
            </a:extLst>
          </p:cNvPr>
          <p:cNvSpPr>
            <a:spLocks xmlns:a="http://schemas.openxmlformats.org/drawingml/2006/main" noGrp="1"/>
          </p:cNvSpPr>
          <p:nvPr/>
        </p:nvSpPr>
        <p:spPr>
          <a:xfrm xmlns:a="http://schemas.openxmlformats.org/drawingml/2006/main" rot="0" flipH="0" flipV="0">
            <a:off x="6623685" y="5652135"/>
            <a:ext cx="167640" cy="167640"/>
          </a:xfrm>
          <a:prstGeom xmlns:a="http://schemas.openxmlformats.org/drawingml/2006/main" prst="rect">
            <a:avLst/>
          </a:prstGeom>
          <a:solidFill xmlns:a="http://schemas.openxmlformats.org/drawingml/2006/main">
            <a:srgbClr val="F2F4F6"/>
          </a:solidFill>
          <a:ln xmlns:a="http://schemas.openxmlformats.org/drawingml/2006/main" w="7620">
            <a:solidFill>
              <a:srgbClr val="FFFFFF"/>
            </a:solidFill>
          </a:ln>
        </p:spPr>
      </p:sp>
      <p:sp>
        <p:nvSpPr>
          <p:cNvPr id="548" name="04_COMPARISON__source_distribution_r1c6">
            <a:extLst xmlns:a="http://schemas.openxmlformats.org/drawingml/2006/main">
              <a:ext uri="{FF2B5EF4-FFF2-40B4-BE49-F238E27FC236}">
                <a16:creationId xmlns:a16="http://schemas.microsoft.com/office/drawing/2014/main" id="{B13C0879-0572-42D3-8D2A-208EAAF1F0A6}"/>
              </a:ext>
            </a:extLst>
          </p:cNvPr>
          <p:cNvSpPr>
            <a:spLocks xmlns:a="http://schemas.openxmlformats.org/drawingml/2006/main" noGrp="1"/>
          </p:cNvSpPr>
          <p:nvPr/>
        </p:nvSpPr>
        <p:spPr>
          <a:xfrm xmlns:a="http://schemas.openxmlformats.org/drawingml/2006/main" rot="0" flipH="0" flipV="0">
            <a:off x="6791325" y="5652135"/>
            <a:ext cx="167640" cy="167640"/>
          </a:xfrm>
          <a:prstGeom xmlns:a="http://schemas.openxmlformats.org/drawingml/2006/main" prst="rect">
            <a:avLst/>
          </a:prstGeom>
          <a:solidFill xmlns:a="http://schemas.openxmlformats.org/drawingml/2006/main">
            <a:srgbClr val="F2F4F6"/>
          </a:solidFill>
          <a:ln xmlns:a="http://schemas.openxmlformats.org/drawingml/2006/main" w="7620">
            <a:solidFill>
              <a:srgbClr val="FFFFFF"/>
            </a:solidFill>
          </a:ln>
        </p:spPr>
      </p:sp>
      <p:sp>
        <p:nvSpPr>
          <p:cNvPr id="549" name="04_COMPARISON__source_distribution_r1c7">
            <a:extLst xmlns:a="http://schemas.openxmlformats.org/drawingml/2006/main">
              <a:ext uri="{FF2B5EF4-FFF2-40B4-BE49-F238E27FC236}">
                <a16:creationId xmlns:a16="http://schemas.microsoft.com/office/drawing/2014/main" id="{51E50427-9E87-43CC-8559-1715B6E8B867}"/>
              </a:ext>
            </a:extLst>
          </p:cNvPr>
          <p:cNvSpPr>
            <a:spLocks xmlns:a="http://schemas.openxmlformats.org/drawingml/2006/main" noGrp="1"/>
          </p:cNvSpPr>
          <p:nvPr/>
        </p:nvSpPr>
        <p:spPr>
          <a:xfrm xmlns:a="http://schemas.openxmlformats.org/drawingml/2006/main" rot="0" flipH="0" flipV="0">
            <a:off x="6958965" y="5652135"/>
            <a:ext cx="167640" cy="167640"/>
          </a:xfrm>
          <a:prstGeom xmlns:a="http://schemas.openxmlformats.org/drawingml/2006/main" prst="rect">
            <a:avLst/>
          </a:prstGeom>
          <a:solidFill xmlns:a="http://schemas.openxmlformats.org/drawingml/2006/main">
            <a:srgbClr val="F2F4F6"/>
          </a:solidFill>
          <a:ln xmlns:a="http://schemas.openxmlformats.org/drawingml/2006/main" w="7620">
            <a:solidFill>
              <a:srgbClr val="FFFFFF"/>
            </a:solidFill>
          </a:ln>
        </p:spPr>
      </p:sp>
      <p:sp>
        <p:nvSpPr>
          <p:cNvPr id="550" name="04_COMPARISON__source_distribution_r1c8">
            <a:extLst xmlns:a="http://schemas.openxmlformats.org/drawingml/2006/main">
              <a:ext uri="{FF2B5EF4-FFF2-40B4-BE49-F238E27FC236}">
                <a16:creationId xmlns:a16="http://schemas.microsoft.com/office/drawing/2014/main" id="{16211D6B-9367-4E10-902C-F61038DDA074}"/>
              </a:ext>
            </a:extLst>
          </p:cNvPr>
          <p:cNvSpPr>
            <a:spLocks xmlns:a="http://schemas.openxmlformats.org/drawingml/2006/main" noGrp="1"/>
          </p:cNvSpPr>
          <p:nvPr/>
        </p:nvSpPr>
        <p:spPr>
          <a:xfrm xmlns:a="http://schemas.openxmlformats.org/drawingml/2006/main" rot="0" flipH="0" flipV="0">
            <a:off x="7126605" y="5652135"/>
            <a:ext cx="167640" cy="167640"/>
          </a:xfrm>
          <a:prstGeom xmlns:a="http://schemas.openxmlformats.org/drawingml/2006/main" prst="rect">
            <a:avLst/>
          </a:prstGeom>
          <a:solidFill xmlns:a="http://schemas.openxmlformats.org/drawingml/2006/main">
            <a:srgbClr val="F2F4F6"/>
          </a:solidFill>
          <a:ln xmlns:a="http://schemas.openxmlformats.org/drawingml/2006/main" w="7620">
            <a:solidFill>
              <a:srgbClr val="FFFFFF"/>
            </a:solidFill>
          </a:ln>
        </p:spPr>
      </p:sp>
      <p:sp>
        <p:nvSpPr>
          <p:cNvPr id="551" name="04_COMPARISON__source_distribution_r1c9">
            <a:extLst xmlns:a="http://schemas.openxmlformats.org/drawingml/2006/main">
              <a:ext uri="{FF2B5EF4-FFF2-40B4-BE49-F238E27FC236}">
                <a16:creationId xmlns:a16="http://schemas.microsoft.com/office/drawing/2014/main" id="{F87C5254-8403-4ED0-997E-582A733FEEC2}"/>
              </a:ext>
            </a:extLst>
          </p:cNvPr>
          <p:cNvSpPr>
            <a:spLocks xmlns:a="http://schemas.openxmlformats.org/drawingml/2006/main" noGrp="1"/>
          </p:cNvSpPr>
          <p:nvPr/>
        </p:nvSpPr>
        <p:spPr>
          <a:xfrm xmlns:a="http://schemas.openxmlformats.org/drawingml/2006/main" rot="0" flipH="0" flipV="0">
            <a:off x="7294245" y="5652135"/>
            <a:ext cx="167640" cy="167640"/>
          </a:xfrm>
          <a:prstGeom xmlns:a="http://schemas.openxmlformats.org/drawingml/2006/main" prst="rect">
            <a:avLst/>
          </a:prstGeom>
          <a:solidFill xmlns:a="http://schemas.openxmlformats.org/drawingml/2006/main">
            <a:srgbClr val="F2F4F6"/>
          </a:solidFill>
          <a:ln xmlns:a="http://schemas.openxmlformats.org/drawingml/2006/main" w="7620">
            <a:solidFill>
              <a:srgbClr val="FFFFFF"/>
            </a:solidFill>
          </a:ln>
        </p:spPr>
      </p:sp>
      <p:sp>
        <p:nvSpPr>
          <p:cNvPr id="552" name="04_COMPARISON__source_distribution_r2c0">
            <a:extLst xmlns:a="http://schemas.openxmlformats.org/drawingml/2006/main">
              <a:ext uri="{FF2B5EF4-FFF2-40B4-BE49-F238E27FC236}">
                <a16:creationId xmlns:a16="http://schemas.microsoft.com/office/drawing/2014/main" id="{F2712F5D-3ABC-4474-B992-2C7BD2EC37C8}"/>
              </a:ext>
            </a:extLst>
          </p:cNvPr>
          <p:cNvSpPr>
            <a:spLocks xmlns:a="http://schemas.openxmlformats.org/drawingml/2006/main" noGrp="1"/>
          </p:cNvSpPr>
          <p:nvPr/>
        </p:nvSpPr>
        <p:spPr>
          <a:xfrm xmlns:a="http://schemas.openxmlformats.org/drawingml/2006/main" rot="0" flipH="0" flipV="0">
            <a:off x="5785485" y="5819775"/>
            <a:ext cx="167640" cy="167640"/>
          </a:xfrm>
          <a:prstGeom xmlns:a="http://schemas.openxmlformats.org/drawingml/2006/main" prst="rect">
            <a:avLst/>
          </a:prstGeom>
          <a:solidFill xmlns:a="http://schemas.openxmlformats.org/drawingml/2006/main">
            <a:srgbClr val="EAEBEF"/>
          </a:solidFill>
          <a:ln xmlns:a="http://schemas.openxmlformats.org/drawingml/2006/main" w="7620">
            <a:solidFill>
              <a:srgbClr val="FFFFFF"/>
            </a:solidFill>
          </a:ln>
        </p:spPr>
      </p:sp>
      <p:sp>
        <p:nvSpPr>
          <p:cNvPr id="553" name="04_COMPARISON__source_distribution_r2c1">
            <a:extLst xmlns:a="http://schemas.openxmlformats.org/drawingml/2006/main">
              <a:ext uri="{FF2B5EF4-FFF2-40B4-BE49-F238E27FC236}">
                <a16:creationId xmlns:a16="http://schemas.microsoft.com/office/drawing/2014/main" id="{77CE6FE7-1873-49E9-A56F-DE280ED6E735}"/>
              </a:ext>
            </a:extLst>
          </p:cNvPr>
          <p:cNvSpPr>
            <a:spLocks xmlns:a="http://schemas.openxmlformats.org/drawingml/2006/main" noGrp="1"/>
          </p:cNvSpPr>
          <p:nvPr/>
        </p:nvSpPr>
        <p:spPr>
          <a:xfrm xmlns:a="http://schemas.openxmlformats.org/drawingml/2006/main" rot="0" flipH="0" flipV="0">
            <a:off x="5953125" y="5819775"/>
            <a:ext cx="167640" cy="167640"/>
          </a:xfrm>
          <a:prstGeom xmlns:a="http://schemas.openxmlformats.org/drawingml/2006/main" prst="rect">
            <a:avLst/>
          </a:prstGeom>
          <a:solidFill xmlns:a="http://schemas.openxmlformats.org/drawingml/2006/main">
            <a:srgbClr val="D9D9E2"/>
          </a:solidFill>
          <a:ln xmlns:a="http://schemas.openxmlformats.org/drawingml/2006/main" w="7620">
            <a:solidFill>
              <a:srgbClr val="FFFFFF"/>
            </a:solidFill>
          </a:ln>
        </p:spPr>
      </p:sp>
      <p:sp>
        <p:nvSpPr>
          <p:cNvPr id="554" name="04_COMPARISON__source_distribution_r2c2">
            <a:extLst xmlns:a="http://schemas.openxmlformats.org/drawingml/2006/main">
              <a:ext uri="{FF2B5EF4-FFF2-40B4-BE49-F238E27FC236}">
                <a16:creationId xmlns:a16="http://schemas.microsoft.com/office/drawing/2014/main" id="{64875B0F-5F7A-4B19-9C76-A56471469A0D}"/>
              </a:ext>
            </a:extLst>
          </p:cNvPr>
          <p:cNvSpPr>
            <a:spLocks xmlns:a="http://schemas.openxmlformats.org/drawingml/2006/main" noGrp="1"/>
          </p:cNvSpPr>
          <p:nvPr/>
        </p:nvSpPr>
        <p:spPr>
          <a:xfrm xmlns:a="http://schemas.openxmlformats.org/drawingml/2006/main" rot="0" flipH="0" flipV="0">
            <a:off x="6120765" y="5819775"/>
            <a:ext cx="167640" cy="167640"/>
          </a:xfrm>
          <a:prstGeom xmlns:a="http://schemas.openxmlformats.org/drawingml/2006/main" prst="rect">
            <a:avLst/>
          </a:prstGeom>
          <a:solidFill xmlns:a="http://schemas.openxmlformats.org/drawingml/2006/main">
            <a:srgbClr val="CECDDA"/>
          </a:solidFill>
          <a:ln xmlns:a="http://schemas.openxmlformats.org/drawingml/2006/main" w="7620">
            <a:solidFill>
              <a:srgbClr val="FFFFFF"/>
            </a:solidFill>
          </a:ln>
        </p:spPr>
      </p:sp>
      <p:sp>
        <p:nvSpPr>
          <p:cNvPr id="555" name="04_COMPARISON__source_distribution_r2c3">
            <a:extLst xmlns:a="http://schemas.openxmlformats.org/drawingml/2006/main">
              <a:ext uri="{FF2B5EF4-FFF2-40B4-BE49-F238E27FC236}">
                <a16:creationId xmlns:a16="http://schemas.microsoft.com/office/drawing/2014/main" id="{1933B5B6-4B38-4899-A6FF-32FF0F3B21B8}"/>
              </a:ext>
            </a:extLst>
          </p:cNvPr>
          <p:cNvSpPr>
            <a:spLocks xmlns:a="http://schemas.openxmlformats.org/drawingml/2006/main" noGrp="1"/>
          </p:cNvSpPr>
          <p:nvPr/>
        </p:nvSpPr>
        <p:spPr>
          <a:xfrm xmlns:a="http://schemas.openxmlformats.org/drawingml/2006/main" rot="0" flipH="0" flipV="0">
            <a:off x="6288405" y="5819775"/>
            <a:ext cx="167640" cy="167640"/>
          </a:xfrm>
          <a:prstGeom xmlns:a="http://schemas.openxmlformats.org/drawingml/2006/main" prst="rect">
            <a:avLst/>
          </a:prstGeom>
          <a:solidFill xmlns:a="http://schemas.openxmlformats.org/drawingml/2006/main">
            <a:srgbClr val="D9D9E2"/>
          </a:solidFill>
          <a:ln xmlns:a="http://schemas.openxmlformats.org/drawingml/2006/main" w="7620">
            <a:solidFill>
              <a:srgbClr val="FFFFFF"/>
            </a:solidFill>
          </a:ln>
        </p:spPr>
      </p:sp>
      <p:sp>
        <p:nvSpPr>
          <p:cNvPr id="556" name="04_COMPARISON__source_distribution_r2c4">
            <a:extLst xmlns:a="http://schemas.openxmlformats.org/drawingml/2006/main">
              <a:ext uri="{FF2B5EF4-FFF2-40B4-BE49-F238E27FC236}">
                <a16:creationId xmlns:a16="http://schemas.microsoft.com/office/drawing/2014/main" id="{004E5169-8DAD-481D-991B-6FD8BF2A83E6}"/>
              </a:ext>
            </a:extLst>
          </p:cNvPr>
          <p:cNvSpPr>
            <a:spLocks xmlns:a="http://schemas.openxmlformats.org/drawingml/2006/main" noGrp="1"/>
          </p:cNvSpPr>
          <p:nvPr/>
        </p:nvSpPr>
        <p:spPr>
          <a:xfrm xmlns:a="http://schemas.openxmlformats.org/drawingml/2006/main" rot="0" flipH="0" flipV="0">
            <a:off x="6456045" y="5819775"/>
            <a:ext cx="167640" cy="167640"/>
          </a:xfrm>
          <a:prstGeom xmlns:a="http://schemas.openxmlformats.org/drawingml/2006/main" prst="rect">
            <a:avLst/>
          </a:prstGeom>
          <a:solidFill xmlns:a="http://schemas.openxmlformats.org/drawingml/2006/main">
            <a:srgbClr val="606C73"/>
          </a:solidFill>
          <a:ln xmlns:a="http://schemas.openxmlformats.org/drawingml/2006/main" w="7620">
            <a:solidFill>
              <a:srgbClr val="FFFFFF"/>
            </a:solidFill>
          </a:ln>
        </p:spPr>
      </p:sp>
      <p:sp>
        <p:nvSpPr>
          <p:cNvPr id="557" name="04_COMPARISON__source_distribution_r2c5">
            <a:extLst xmlns:a="http://schemas.openxmlformats.org/drawingml/2006/main">
              <a:ext uri="{FF2B5EF4-FFF2-40B4-BE49-F238E27FC236}">
                <a16:creationId xmlns:a16="http://schemas.microsoft.com/office/drawing/2014/main" id="{A87B8CDF-DCB1-4161-BDA8-C47104D7AB59}"/>
              </a:ext>
            </a:extLst>
          </p:cNvPr>
          <p:cNvSpPr>
            <a:spLocks xmlns:a="http://schemas.openxmlformats.org/drawingml/2006/main" noGrp="1"/>
          </p:cNvSpPr>
          <p:nvPr/>
        </p:nvSpPr>
        <p:spPr>
          <a:xfrm xmlns:a="http://schemas.openxmlformats.org/drawingml/2006/main" rot="0" flipH="0" flipV="0">
            <a:off x="6623685" y="5819775"/>
            <a:ext cx="167640" cy="167640"/>
          </a:xfrm>
          <a:prstGeom xmlns:a="http://schemas.openxmlformats.org/drawingml/2006/main" prst="rect">
            <a:avLst/>
          </a:prstGeom>
          <a:solidFill xmlns:a="http://schemas.openxmlformats.org/drawingml/2006/main">
            <a:srgbClr val="F1F3F5"/>
          </a:solidFill>
          <a:ln xmlns:a="http://schemas.openxmlformats.org/drawingml/2006/main" w="7620">
            <a:solidFill>
              <a:srgbClr val="FFFFFF"/>
            </a:solidFill>
          </a:ln>
        </p:spPr>
      </p:sp>
      <p:sp>
        <p:nvSpPr>
          <p:cNvPr id="558" name="04_COMPARISON__source_distribution_r2c6">
            <a:extLst xmlns:a="http://schemas.openxmlformats.org/drawingml/2006/main">
              <a:ext uri="{FF2B5EF4-FFF2-40B4-BE49-F238E27FC236}">
                <a16:creationId xmlns:a16="http://schemas.microsoft.com/office/drawing/2014/main" id="{FB6DF7EF-68C7-4A5E-ACA7-038A91FA199A}"/>
              </a:ext>
            </a:extLst>
          </p:cNvPr>
          <p:cNvSpPr>
            <a:spLocks xmlns:a="http://schemas.openxmlformats.org/drawingml/2006/main" noGrp="1"/>
          </p:cNvSpPr>
          <p:nvPr/>
        </p:nvSpPr>
        <p:spPr>
          <a:xfrm xmlns:a="http://schemas.openxmlformats.org/drawingml/2006/main" rot="0" flipH="0" flipV="0">
            <a:off x="6791325" y="5819775"/>
            <a:ext cx="167640" cy="167640"/>
          </a:xfrm>
          <a:prstGeom xmlns:a="http://schemas.openxmlformats.org/drawingml/2006/main" prst="rect">
            <a:avLst/>
          </a:prstGeom>
          <a:solidFill xmlns:a="http://schemas.openxmlformats.org/drawingml/2006/main">
            <a:srgbClr val="F2F4F6"/>
          </a:solidFill>
          <a:ln xmlns:a="http://schemas.openxmlformats.org/drawingml/2006/main" w="7620">
            <a:solidFill>
              <a:srgbClr val="FFFFFF"/>
            </a:solidFill>
          </a:ln>
        </p:spPr>
      </p:sp>
      <p:sp>
        <p:nvSpPr>
          <p:cNvPr id="559" name="04_COMPARISON__source_distribution_r2c7">
            <a:extLst xmlns:a="http://schemas.openxmlformats.org/drawingml/2006/main">
              <a:ext uri="{FF2B5EF4-FFF2-40B4-BE49-F238E27FC236}">
                <a16:creationId xmlns:a16="http://schemas.microsoft.com/office/drawing/2014/main" id="{E1293901-9AFF-4D8F-8588-B71CFED235AE}"/>
              </a:ext>
            </a:extLst>
          </p:cNvPr>
          <p:cNvSpPr>
            <a:spLocks xmlns:a="http://schemas.openxmlformats.org/drawingml/2006/main" noGrp="1"/>
          </p:cNvSpPr>
          <p:nvPr/>
        </p:nvSpPr>
        <p:spPr>
          <a:xfrm xmlns:a="http://schemas.openxmlformats.org/drawingml/2006/main" rot="0" flipH="0" flipV="0">
            <a:off x="6958965" y="5819775"/>
            <a:ext cx="167640" cy="167640"/>
          </a:xfrm>
          <a:prstGeom xmlns:a="http://schemas.openxmlformats.org/drawingml/2006/main" prst="rect">
            <a:avLst/>
          </a:prstGeom>
          <a:solidFill xmlns:a="http://schemas.openxmlformats.org/drawingml/2006/main">
            <a:srgbClr val="F2F4F6"/>
          </a:solidFill>
          <a:ln xmlns:a="http://schemas.openxmlformats.org/drawingml/2006/main" w="7620">
            <a:solidFill>
              <a:srgbClr val="FFFFFF"/>
            </a:solidFill>
          </a:ln>
        </p:spPr>
      </p:sp>
      <p:sp>
        <p:nvSpPr>
          <p:cNvPr id="560" name="04_COMPARISON__source_distribution_r2c8">
            <a:extLst xmlns:a="http://schemas.openxmlformats.org/drawingml/2006/main">
              <a:ext uri="{FF2B5EF4-FFF2-40B4-BE49-F238E27FC236}">
                <a16:creationId xmlns:a16="http://schemas.microsoft.com/office/drawing/2014/main" id="{447F7B41-A8CF-4CC6-A1BC-202B30E20B4F}"/>
              </a:ext>
            </a:extLst>
          </p:cNvPr>
          <p:cNvSpPr>
            <a:spLocks xmlns:a="http://schemas.openxmlformats.org/drawingml/2006/main" noGrp="1"/>
          </p:cNvSpPr>
          <p:nvPr/>
        </p:nvSpPr>
        <p:spPr>
          <a:xfrm xmlns:a="http://schemas.openxmlformats.org/drawingml/2006/main" rot="0" flipH="0" flipV="0">
            <a:off x="7126605" y="5819775"/>
            <a:ext cx="167640" cy="167640"/>
          </a:xfrm>
          <a:prstGeom xmlns:a="http://schemas.openxmlformats.org/drawingml/2006/main" prst="rect">
            <a:avLst/>
          </a:prstGeom>
          <a:solidFill xmlns:a="http://schemas.openxmlformats.org/drawingml/2006/main">
            <a:srgbClr val="F2F4F6"/>
          </a:solidFill>
          <a:ln xmlns:a="http://schemas.openxmlformats.org/drawingml/2006/main" w="7620">
            <a:solidFill>
              <a:srgbClr val="FFFFFF"/>
            </a:solidFill>
          </a:ln>
        </p:spPr>
      </p:sp>
      <p:sp>
        <p:nvSpPr>
          <p:cNvPr id="561" name="04_COMPARISON__source_distribution_r2c9">
            <a:extLst xmlns:a="http://schemas.openxmlformats.org/drawingml/2006/main">
              <a:ext uri="{FF2B5EF4-FFF2-40B4-BE49-F238E27FC236}">
                <a16:creationId xmlns:a16="http://schemas.microsoft.com/office/drawing/2014/main" id="{5CD883C0-642C-47A0-AC38-814E87CB514E}"/>
              </a:ext>
            </a:extLst>
          </p:cNvPr>
          <p:cNvSpPr>
            <a:spLocks xmlns:a="http://schemas.openxmlformats.org/drawingml/2006/main" noGrp="1"/>
          </p:cNvSpPr>
          <p:nvPr/>
        </p:nvSpPr>
        <p:spPr>
          <a:xfrm xmlns:a="http://schemas.openxmlformats.org/drawingml/2006/main" rot="0" flipH="0" flipV="0">
            <a:off x="7294245" y="5819775"/>
            <a:ext cx="167640" cy="167640"/>
          </a:xfrm>
          <a:prstGeom xmlns:a="http://schemas.openxmlformats.org/drawingml/2006/main" prst="rect">
            <a:avLst/>
          </a:prstGeom>
          <a:solidFill xmlns:a="http://schemas.openxmlformats.org/drawingml/2006/main">
            <a:srgbClr val="F2F4F6"/>
          </a:solidFill>
          <a:ln xmlns:a="http://schemas.openxmlformats.org/drawingml/2006/main" w="7620">
            <a:solidFill>
              <a:srgbClr val="FFFFFF"/>
            </a:solidFill>
          </a:ln>
        </p:spPr>
      </p:sp>
      <p:sp>
        <p:nvSpPr>
          <p:cNvPr id="562" name="04_COMPARISON__source_distribution_r3c0">
            <a:extLst xmlns:a="http://schemas.openxmlformats.org/drawingml/2006/main">
              <a:ext uri="{FF2B5EF4-FFF2-40B4-BE49-F238E27FC236}">
                <a16:creationId xmlns:a16="http://schemas.microsoft.com/office/drawing/2014/main" id="{6E01BD53-F960-4C0D-95DE-47C6BA10EE13}"/>
              </a:ext>
            </a:extLst>
          </p:cNvPr>
          <p:cNvSpPr>
            <a:spLocks xmlns:a="http://schemas.openxmlformats.org/drawingml/2006/main" noGrp="1"/>
          </p:cNvSpPr>
          <p:nvPr/>
        </p:nvSpPr>
        <p:spPr>
          <a:xfrm xmlns:a="http://schemas.openxmlformats.org/drawingml/2006/main" rot="0" flipH="0" flipV="0">
            <a:off x="5785485" y="5987415"/>
            <a:ext cx="167640" cy="167640"/>
          </a:xfrm>
          <a:prstGeom xmlns:a="http://schemas.openxmlformats.org/drawingml/2006/main" prst="rect">
            <a:avLst/>
          </a:prstGeom>
          <a:solidFill xmlns:a="http://schemas.openxmlformats.org/drawingml/2006/main">
            <a:srgbClr val="DADAE3"/>
          </a:solidFill>
          <a:ln xmlns:a="http://schemas.openxmlformats.org/drawingml/2006/main" w="7620">
            <a:solidFill>
              <a:srgbClr val="FFFFFF"/>
            </a:solidFill>
          </a:ln>
        </p:spPr>
      </p:sp>
      <p:sp>
        <p:nvSpPr>
          <p:cNvPr id="563" name="04_COMPARISON__source_distribution_r3c1">
            <a:extLst xmlns:a="http://schemas.openxmlformats.org/drawingml/2006/main">
              <a:ext uri="{FF2B5EF4-FFF2-40B4-BE49-F238E27FC236}">
                <a16:creationId xmlns:a16="http://schemas.microsoft.com/office/drawing/2014/main" id="{2A1320A7-6375-45FC-9725-04248FC3D1E8}"/>
              </a:ext>
            </a:extLst>
          </p:cNvPr>
          <p:cNvSpPr>
            <a:spLocks xmlns:a="http://schemas.openxmlformats.org/drawingml/2006/main" noGrp="1"/>
          </p:cNvSpPr>
          <p:nvPr/>
        </p:nvSpPr>
        <p:spPr>
          <a:xfrm xmlns:a="http://schemas.openxmlformats.org/drawingml/2006/main" rot="0" flipH="0" flipV="0">
            <a:off x="5953125" y="5987415"/>
            <a:ext cx="167640" cy="167640"/>
          </a:xfrm>
          <a:prstGeom xmlns:a="http://schemas.openxmlformats.org/drawingml/2006/main" prst="rect">
            <a:avLst/>
          </a:prstGeom>
          <a:solidFill xmlns:a="http://schemas.openxmlformats.org/drawingml/2006/main">
            <a:srgbClr val="A7A4BC"/>
          </a:solidFill>
          <a:ln xmlns:a="http://schemas.openxmlformats.org/drawingml/2006/main" w="7620">
            <a:solidFill>
              <a:srgbClr val="FFFFFF"/>
            </a:solidFill>
          </a:ln>
        </p:spPr>
      </p:sp>
      <p:sp>
        <p:nvSpPr>
          <p:cNvPr id="564" name="04_COMPARISON__source_distribution_r3c2">
            <a:extLst xmlns:a="http://schemas.openxmlformats.org/drawingml/2006/main">
              <a:ext uri="{FF2B5EF4-FFF2-40B4-BE49-F238E27FC236}">
                <a16:creationId xmlns:a16="http://schemas.microsoft.com/office/drawing/2014/main" id="{ED445070-6228-41E8-9A62-394969184120}"/>
              </a:ext>
            </a:extLst>
          </p:cNvPr>
          <p:cNvSpPr>
            <a:spLocks xmlns:a="http://schemas.openxmlformats.org/drawingml/2006/main" noGrp="1"/>
          </p:cNvSpPr>
          <p:nvPr/>
        </p:nvSpPr>
        <p:spPr>
          <a:xfrm xmlns:a="http://schemas.openxmlformats.org/drawingml/2006/main" rot="0" flipH="0" flipV="0">
            <a:off x="6120765" y="5987415"/>
            <a:ext cx="167640" cy="167640"/>
          </a:xfrm>
          <a:prstGeom xmlns:a="http://schemas.openxmlformats.org/drawingml/2006/main" prst="rect">
            <a:avLst/>
          </a:prstGeom>
          <a:solidFill xmlns:a="http://schemas.openxmlformats.org/drawingml/2006/main">
            <a:srgbClr val="867FA2"/>
          </a:solidFill>
          <a:ln xmlns:a="http://schemas.openxmlformats.org/drawingml/2006/main" w="7620">
            <a:solidFill>
              <a:srgbClr val="FFFFFF"/>
            </a:solidFill>
          </a:ln>
        </p:spPr>
      </p:sp>
      <p:sp>
        <p:nvSpPr>
          <p:cNvPr id="565" name="04_COMPARISON__source_distribution_r3c3">
            <a:extLst xmlns:a="http://schemas.openxmlformats.org/drawingml/2006/main">
              <a:ext uri="{FF2B5EF4-FFF2-40B4-BE49-F238E27FC236}">
                <a16:creationId xmlns:a16="http://schemas.microsoft.com/office/drawing/2014/main" id="{3866E57A-7640-4DF0-B676-400DE916D1D3}"/>
              </a:ext>
            </a:extLst>
          </p:cNvPr>
          <p:cNvSpPr>
            <a:spLocks xmlns:a="http://schemas.openxmlformats.org/drawingml/2006/main" noGrp="1"/>
          </p:cNvSpPr>
          <p:nvPr/>
        </p:nvSpPr>
        <p:spPr>
          <a:xfrm xmlns:a="http://schemas.openxmlformats.org/drawingml/2006/main" rot="0" flipH="0" flipV="0">
            <a:off x="6288405" y="5987415"/>
            <a:ext cx="167640" cy="167640"/>
          </a:xfrm>
          <a:prstGeom xmlns:a="http://schemas.openxmlformats.org/drawingml/2006/main" prst="rect">
            <a:avLst/>
          </a:prstGeom>
          <a:solidFill xmlns:a="http://schemas.openxmlformats.org/drawingml/2006/main">
            <a:srgbClr val="A7A4BC"/>
          </a:solidFill>
          <a:ln xmlns:a="http://schemas.openxmlformats.org/drawingml/2006/main" w="7620">
            <a:solidFill>
              <a:srgbClr val="FFFFFF"/>
            </a:solidFill>
          </a:ln>
        </p:spPr>
      </p:sp>
      <p:sp>
        <p:nvSpPr>
          <p:cNvPr id="566" name="04_COMPARISON__source_distribution_r3c4">
            <a:extLst xmlns:a="http://schemas.openxmlformats.org/drawingml/2006/main">
              <a:ext uri="{FF2B5EF4-FFF2-40B4-BE49-F238E27FC236}">
                <a16:creationId xmlns:a16="http://schemas.microsoft.com/office/drawing/2014/main" id="{4758862A-79CF-4FAD-9364-B76C5E75395D}"/>
              </a:ext>
            </a:extLst>
          </p:cNvPr>
          <p:cNvSpPr>
            <a:spLocks xmlns:a="http://schemas.openxmlformats.org/drawingml/2006/main" noGrp="1"/>
          </p:cNvSpPr>
          <p:nvPr/>
        </p:nvSpPr>
        <p:spPr>
          <a:xfrm xmlns:a="http://schemas.openxmlformats.org/drawingml/2006/main" rot="0" flipH="0" flipV="0">
            <a:off x="6456045" y="5987415"/>
            <a:ext cx="167640" cy="167640"/>
          </a:xfrm>
          <a:prstGeom xmlns:a="http://schemas.openxmlformats.org/drawingml/2006/main" prst="rect">
            <a:avLst/>
          </a:prstGeom>
          <a:solidFill xmlns:a="http://schemas.openxmlformats.org/drawingml/2006/main">
            <a:srgbClr val="DADAE3"/>
          </a:solidFill>
          <a:ln xmlns:a="http://schemas.openxmlformats.org/drawingml/2006/main" w="7620">
            <a:solidFill>
              <a:srgbClr val="FFFFFF"/>
            </a:solidFill>
          </a:ln>
        </p:spPr>
      </p:sp>
      <p:sp>
        <p:nvSpPr>
          <p:cNvPr id="567" name="04_COMPARISON__source_distribution_r3c5">
            <a:extLst xmlns:a="http://schemas.openxmlformats.org/drawingml/2006/main">
              <a:ext uri="{FF2B5EF4-FFF2-40B4-BE49-F238E27FC236}">
                <a16:creationId xmlns:a16="http://schemas.microsoft.com/office/drawing/2014/main" id="{C253BB62-6308-485C-BC07-30B117DA3285}"/>
              </a:ext>
            </a:extLst>
          </p:cNvPr>
          <p:cNvSpPr>
            <a:spLocks xmlns:a="http://schemas.openxmlformats.org/drawingml/2006/main" noGrp="1"/>
          </p:cNvSpPr>
          <p:nvPr/>
        </p:nvSpPr>
        <p:spPr>
          <a:xfrm xmlns:a="http://schemas.openxmlformats.org/drawingml/2006/main" rot="0" flipH="0" flipV="0">
            <a:off x="6623685" y="5987415"/>
            <a:ext cx="167640" cy="167640"/>
          </a:xfrm>
          <a:prstGeom xmlns:a="http://schemas.openxmlformats.org/drawingml/2006/main" prst="rect">
            <a:avLst/>
          </a:prstGeom>
          <a:solidFill xmlns:a="http://schemas.openxmlformats.org/drawingml/2006/main">
            <a:srgbClr val="EFF0F3"/>
          </a:solidFill>
          <a:ln xmlns:a="http://schemas.openxmlformats.org/drawingml/2006/main" w="7620">
            <a:solidFill>
              <a:srgbClr val="FFFFFF"/>
            </a:solidFill>
          </a:ln>
        </p:spPr>
      </p:sp>
      <p:sp>
        <p:nvSpPr>
          <p:cNvPr id="568" name="04_COMPARISON__source_distribution_r3c6">
            <a:extLst xmlns:a="http://schemas.openxmlformats.org/drawingml/2006/main">
              <a:ext uri="{FF2B5EF4-FFF2-40B4-BE49-F238E27FC236}">
                <a16:creationId xmlns:a16="http://schemas.microsoft.com/office/drawing/2014/main" id="{3F769C16-6A0D-44B4-B5C1-93F62DA406A7}"/>
              </a:ext>
            </a:extLst>
          </p:cNvPr>
          <p:cNvSpPr>
            <a:spLocks xmlns:a="http://schemas.openxmlformats.org/drawingml/2006/main" noGrp="1"/>
          </p:cNvSpPr>
          <p:nvPr/>
        </p:nvSpPr>
        <p:spPr>
          <a:xfrm xmlns:a="http://schemas.openxmlformats.org/drawingml/2006/main" rot="0" flipH="0" flipV="0">
            <a:off x="6791325" y="5987415"/>
            <a:ext cx="167640" cy="167640"/>
          </a:xfrm>
          <a:prstGeom xmlns:a="http://schemas.openxmlformats.org/drawingml/2006/main" prst="rect">
            <a:avLst/>
          </a:prstGeom>
          <a:solidFill xmlns:a="http://schemas.openxmlformats.org/drawingml/2006/main">
            <a:srgbClr val="F2F4F5"/>
          </a:solidFill>
          <a:ln xmlns:a="http://schemas.openxmlformats.org/drawingml/2006/main" w="7620">
            <a:solidFill>
              <a:srgbClr val="FFFFFF"/>
            </a:solidFill>
          </a:ln>
        </p:spPr>
      </p:sp>
      <p:sp>
        <p:nvSpPr>
          <p:cNvPr id="569" name="04_COMPARISON__source_distribution_r3c7">
            <a:extLst xmlns:a="http://schemas.openxmlformats.org/drawingml/2006/main">
              <a:ext uri="{FF2B5EF4-FFF2-40B4-BE49-F238E27FC236}">
                <a16:creationId xmlns:a16="http://schemas.microsoft.com/office/drawing/2014/main" id="{1742A16B-7B58-4F6C-9567-8B5B74190C76}"/>
              </a:ext>
            </a:extLst>
          </p:cNvPr>
          <p:cNvSpPr>
            <a:spLocks xmlns:a="http://schemas.openxmlformats.org/drawingml/2006/main" noGrp="1"/>
          </p:cNvSpPr>
          <p:nvPr/>
        </p:nvSpPr>
        <p:spPr>
          <a:xfrm xmlns:a="http://schemas.openxmlformats.org/drawingml/2006/main" rot="0" flipH="0" flipV="0">
            <a:off x="6958965" y="5987415"/>
            <a:ext cx="167640" cy="167640"/>
          </a:xfrm>
          <a:prstGeom xmlns:a="http://schemas.openxmlformats.org/drawingml/2006/main" prst="rect">
            <a:avLst/>
          </a:prstGeom>
          <a:solidFill xmlns:a="http://schemas.openxmlformats.org/drawingml/2006/main">
            <a:srgbClr val="F2F4F6"/>
          </a:solidFill>
          <a:ln xmlns:a="http://schemas.openxmlformats.org/drawingml/2006/main" w="7620">
            <a:solidFill>
              <a:srgbClr val="FFFFFF"/>
            </a:solidFill>
          </a:ln>
        </p:spPr>
      </p:sp>
      <p:sp>
        <p:nvSpPr>
          <p:cNvPr id="570" name="04_COMPARISON__source_distribution_r3c8">
            <a:extLst xmlns:a="http://schemas.openxmlformats.org/drawingml/2006/main">
              <a:ext uri="{FF2B5EF4-FFF2-40B4-BE49-F238E27FC236}">
                <a16:creationId xmlns:a16="http://schemas.microsoft.com/office/drawing/2014/main" id="{095182A2-24CA-4F81-B237-EBAB1A0C621F}"/>
              </a:ext>
            </a:extLst>
          </p:cNvPr>
          <p:cNvSpPr>
            <a:spLocks xmlns:a="http://schemas.openxmlformats.org/drawingml/2006/main" noGrp="1"/>
          </p:cNvSpPr>
          <p:nvPr/>
        </p:nvSpPr>
        <p:spPr>
          <a:xfrm xmlns:a="http://schemas.openxmlformats.org/drawingml/2006/main" rot="0" flipH="0" flipV="0">
            <a:off x="7126605" y="5987415"/>
            <a:ext cx="167640" cy="167640"/>
          </a:xfrm>
          <a:prstGeom xmlns:a="http://schemas.openxmlformats.org/drawingml/2006/main" prst="rect">
            <a:avLst/>
          </a:prstGeom>
          <a:solidFill xmlns:a="http://schemas.openxmlformats.org/drawingml/2006/main">
            <a:srgbClr val="F2F4F6"/>
          </a:solidFill>
          <a:ln xmlns:a="http://schemas.openxmlformats.org/drawingml/2006/main" w="7620">
            <a:solidFill>
              <a:srgbClr val="FFFFFF"/>
            </a:solidFill>
          </a:ln>
        </p:spPr>
      </p:sp>
      <p:sp>
        <p:nvSpPr>
          <p:cNvPr id="571" name="04_COMPARISON__source_distribution_r3c9">
            <a:extLst xmlns:a="http://schemas.openxmlformats.org/drawingml/2006/main">
              <a:ext uri="{FF2B5EF4-FFF2-40B4-BE49-F238E27FC236}">
                <a16:creationId xmlns:a16="http://schemas.microsoft.com/office/drawing/2014/main" id="{7A1DEEF1-226D-4838-BBEB-5D043B0B61CC}"/>
              </a:ext>
            </a:extLst>
          </p:cNvPr>
          <p:cNvSpPr>
            <a:spLocks xmlns:a="http://schemas.openxmlformats.org/drawingml/2006/main" noGrp="1"/>
          </p:cNvSpPr>
          <p:nvPr/>
        </p:nvSpPr>
        <p:spPr>
          <a:xfrm xmlns:a="http://schemas.openxmlformats.org/drawingml/2006/main" rot="0" flipH="0" flipV="0">
            <a:off x="7294245" y="5987415"/>
            <a:ext cx="167640" cy="167640"/>
          </a:xfrm>
          <a:prstGeom xmlns:a="http://schemas.openxmlformats.org/drawingml/2006/main" prst="rect">
            <a:avLst/>
          </a:prstGeom>
          <a:solidFill xmlns:a="http://schemas.openxmlformats.org/drawingml/2006/main">
            <a:srgbClr val="F2F4F6"/>
          </a:solidFill>
          <a:ln xmlns:a="http://schemas.openxmlformats.org/drawingml/2006/main" w="7620">
            <a:solidFill>
              <a:srgbClr val="FFFFFF"/>
            </a:solidFill>
          </a:ln>
        </p:spPr>
      </p:sp>
      <p:sp>
        <p:nvSpPr>
          <p:cNvPr id="572" name="04_COMPARISON__source_distribution_r4c0">
            <a:extLst xmlns:a="http://schemas.openxmlformats.org/drawingml/2006/main">
              <a:ext uri="{FF2B5EF4-FFF2-40B4-BE49-F238E27FC236}">
                <a16:creationId xmlns:a16="http://schemas.microsoft.com/office/drawing/2014/main" id="{5B1EA675-7D32-4E1D-AB5B-AC9CE2822269}"/>
              </a:ext>
            </a:extLst>
          </p:cNvPr>
          <p:cNvSpPr>
            <a:spLocks xmlns:a="http://schemas.openxmlformats.org/drawingml/2006/main" noGrp="1"/>
          </p:cNvSpPr>
          <p:nvPr/>
        </p:nvSpPr>
        <p:spPr>
          <a:xfrm xmlns:a="http://schemas.openxmlformats.org/drawingml/2006/main" rot="0" flipH="0" flipV="0">
            <a:off x="5785485" y="6155055"/>
            <a:ext cx="167640" cy="167640"/>
          </a:xfrm>
          <a:prstGeom xmlns:a="http://schemas.openxmlformats.org/drawingml/2006/main" prst="rect">
            <a:avLst/>
          </a:prstGeom>
          <a:solidFill xmlns:a="http://schemas.openxmlformats.org/drawingml/2006/main">
            <a:srgbClr val="D7D7E1"/>
          </a:solidFill>
          <a:ln xmlns:a="http://schemas.openxmlformats.org/drawingml/2006/main" w="7620">
            <a:solidFill>
              <a:srgbClr val="FFFFFF"/>
            </a:solidFill>
          </a:ln>
        </p:spPr>
      </p:sp>
      <p:sp>
        <p:nvSpPr>
          <p:cNvPr id="573" name="04_COMPARISON__source_distribution_r4c1">
            <a:extLst xmlns:a="http://schemas.openxmlformats.org/drawingml/2006/main">
              <a:ext uri="{FF2B5EF4-FFF2-40B4-BE49-F238E27FC236}">
                <a16:creationId xmlns:a16="http://schemas.microsoft.com/office/drawing/2014/main" id="{1D7F552A-782B-445C-831D-59BFFE69F2F6}"/>
              </a:ext>
            </a:extLst>
          </p:cNvPr>
          <p:cNvSpPr>
            <a:spLocks xmlns:a="http://schemas.openxmlformats.org/drawingml/2006/main" noGrp="1"/>
          </p:cNvSpPr>
          <p:nvPr/>
        </p:nvSpPr>
        <p:spPr>
          <a:xfrm xmlns:a="http://schemas.openxmlformats.org/drawingml/2006/main" rot="0" flipH="0" flipV="0">
            <a:off x="5953125" y="6155055"/>
            <a:ext cx="167640" cy="167640"/>
          </a:xfrm>
          <a:prstGeom xmlns:a="http://schemas.openxmlformats.org/drawingml/2006/main" prst="rect">
            <a:avLst/>
          </a:prstGeom>
          <a:solidFill xmlns:a="http://schemas.openxmlformats.org/drawingml/2006/main">
            <a:srgbClr val="9F9BB6"/>
          </a:solidFill>
          <a:ln xmlns:a="http://schemas.openxmlformats.org/drawingml/2006/main" w="7620">
            <a:solidFill>
              <a:srgbClr val="FFFFFF"/>
            </a:solidFill>
          </a:ln>
        </p:spPr>
      </p:sp>
      <p:sp>
        <p:nvSpPr>
          <p:cNvPr id="574" name="04_COMPARISON__source_distribution_r4c2">
            <a:extLst xmlns:a="http://schemas.openxmlformats.org/drawingml/2006/main">
              <a:ext uri="{FF2B5EF4-FFF2-40B4-BE49-F238E27FC236}">
                <a16:creationId xmlns:a16="http://schemas.microsoft.com/office/drawing/2014/main" id="{85EEC5BE-F86C-4478-90EE-D2D3C459417C}"/>
              </a:ext>
            </a:extLst>
          </p:cNvPr>
          <p:cNvSpPr>
            <a:spLocks xmlns:a="http://schemas.openxmlformats.org/drawingml/2006/main" noGrp="1"/>
          </p:cNvSpPr>
          <p:nvPr/>
        </p:nvSpPr>
        <p:spPr>
          <a:xfrm xmlns:a="http://schemas.openxmlformats.org/drawingml/2006/main" rot="0" flipH="0" flipV="0">
            <a:off x="6120765" y="6155055"/>
            <a:ext cx="167640" cy="167640"/>
          </a:xfrm>
          <a:prstGeom xmlns:a="http://schemas.openxmlformats.org/drawingml/2006/main" prst="rect">
            <a:avLst/>
          </a:prstGeom>
          <a:solidFill xmlns:a="http://schemas.openxmlformats.org/drawingml/2006/main">
            <a:srgbClr val="7A7399"/>
          </a:solidFill>
          <a:ln xmlns:a="http://schemas.openxmlformats.org/drawingml/2006/main" w="7620">
            <a:solidFill>
              <a:srgbClr val="FFFFFF"/>
            </a:solidFill>
          </a:ln>
        </p:spPr>
      </p:sp>
      <p:sp>
        <p:nvSpPr>
          <p:cNvPr id="575" name="04_COMPARISON__source_distribution_r4c3">
            <a:extLst xmlns:a="http://schemas.openxmlformats.org/drawingml/2006/main">
              <a:ext uri="{FF2B5EF4-FFF2-40B4-BE49-F238E27FC236}">
                <a16:creationId xmlns:a16="http://schemas.microsoft.com/office/drawing/2014/main" id="{292BFE29-2E26-460B-B5DF-B420476E531D}"/>
              </a:ext>
            </a:extLst>
          </p:cNvPr>
          <p:cNvSpPr>
            <a:spLocks xmlns:a="http://schemas.openxmlformats.org/drawingml/2006/main" noGrp="1"/>
          </p:cNvSpPr>
          <p:nvPr/>
        </p:nvSpPr>
        <p:spPr>
          <a:xfrm xmlns:a="http://schemas.openxmlformats.org/drawingml/2006/main" rot="0" flipH="0" flipV="0">
            <a:off x="6288405" y="6155055"/>
            <a:ext cx="167640" cy="167640"/>
          </a:xfrm>
          <a:prstGeom xmlns:a="http://schemas.openxmlformats.org/drawingml/2006/main" prst="rect">
            <a:avLst/>
          </a:prstGeom>
          <a:solidFill xmlns:a="http://schemas.openxmlformats.org/drawingml/2006/main">
            <a:srgbClr val="9F9BB6"/>
          </a:solidFill>
          <a:ln xmlns:a="http://schemas.openxmlformats.org/drawingml/2006/main" w="7620">
            <a:solidFill>
              <a:srgbClr val="FFFFFF"/>
            </a:solidFill>
          </a:ln>
        </p:spPr>
      </p:sp>
      <p:sp>
        <p:nvSpPr>
          <p:cNvPr id="576" name="04_COMPARISON__source_distribution_r4c4">
            <a:extLst xmlns:a="http://schemas.openxmlformats.org/drawingml/2006/main">
              <a:ext uri="{FF2B5EF4-FFF2-40B4-BE49-F238E27FC236}">
                <a16:creationId xmlns:a16="http://schemas.microsoft.com/office/drawing/2014/main" id="{5B10089F-0997-4397-AF15-A89A23520541}"/>
              </a:ext>
            </a:extLst>
          </p:cNvPr>
          <p:cNvSpPr>
            <a:spLocks xmlns:a="http://schemas.openxmlformats.org/drawingml/2006/main" noGrp="1"/>
          </p:cNvSpPr>
          <p:nvPr/>
        </p:nvSpPr>
        <p:spPr>
          <a:xfrm xmlns:a="http://schemas.openxmlformats.org/drawingml/2006/main" rot="0" flipH="0" flipV="0">
            <a:off x="6456045" y="6155055"/>
            <a:ext cx="167640" cy="167640"/>
          </a:xfrm>
          <a:prstGeom xmlns:a="http://schemas.openxmlformats.org/drawingml/2006/main" prst="rect">
            <a:avLst/>
          </a:prstGeom>
          <a:solidFill xmlns:a="http://schemas.openxmlformats.org/drawingml/2006/main">
            <a:srgbClr val="D7D7E1"/>
          </a:solidFill>
          <a:ln xmlns:a="http://schemas.openxmlformats.org/drawingml/2006/main" w="7620">
            <a:solidFill>
              <a:srgbClr val="FFFFFF"/>
            </a:solidFill>
          </a:ln>
        </p:spPr>
      </p:sp>
      <p:sp>
        <p:nvSpPr>
          <p:cNvPr id="577" name="04_COMPARISON__source_distribution_r4c5">
            <a:extLst xmlns:a="http://schemas.openxmlformats.org/drawingml/2006/main">
              <a:ext uri="{FF2B5EF4-FFF2-40B4-BE49-F238E27FC236}">
                <a16:creationId xmlns:a16="http://schemas.microsoft.com/office/drawing/2014/main" id="{698423D8-CF4C-4FEC-885A-13335CFE4AFA}"/>
              </a:ext>
            </a:extLst>
          </p:cNvPr>
          <p:cNvSpPr>
            <a:spLocks xmlns:a="http://schemas.openxmlformats.org/drawingml/2006/main" noGrp="1"/>
          </p:cNvSpPr>
          <p:nvPr/>
        </p:nvSpPr>
        <p:spPr>
          <a:xfrm xmlns:a="http://schemas.openxmlformats.org/drawingml/2006/main" rot="0" flipH="0" flipV="0">
            <a:off x="6623685" y="6155055"/>
            <a:ext cx="167640" cy="167640"/>
          </a:xfrm>
          <a:prstGeom xmlns:a="http://schemas.openxmlformats.org/drawingml/2006/main" prst="rect">
            <a:avLst/>
          </a:prstGeom>
          <a:solidFill xmlns:a="http://schemas.openxmlformats.org/drawingml/2006/main">
            <a:srgbClr val="EEEFF2"/>
          </a:solidFill>
          <a:ln xmlns:a="http://schemas.openxmlformats.org/drawingml/2006/main" w="7620">
            <a:solidFill>
              <a:srgbClr val="FFFFFF"/>
            </a:solidFill>
          </a:ln>
        </p:spPr>
      </p:sp>
      <p:sp>
        <p:nvSpPr>
          <p:cNvPr id="578" name="04_COMPARISON__source_distribution_r4c6">
            <a:extLst xmlns:a="http://schemas.openxmlformats.org/drawingml/2006/main">
              <a:ext uri="{FF2B5EF4-FFF2-40B4-BE49-F238E27FC236}">
                <a16:creationId xmlns:a16="http://schemas.microsoft.com/office/drawing/2014/main" id="{CF0C0089-577B-42D5-AF9B-DDE2B33DD79F}"/>
              </a:ext>
            </a:extLst>
          </p:cNvPr>
          <p:cNvSpPr>
            <a:spLocks xmlns:a="http://schemas.openxmlformats.org/drawingml/2006/main" noGrp="1"/>
          </p:cNvSpPr>
          <p:nvPr/>
        </p:nvSpPr>
        <p:spPr>
          <a:xfrm xmlns:a="http://schemas.openxmlformats.org/drawingml/2006/main" rot="0" flipH="0" flipV="0">
            <a:off x="6791325" y="6155055"/>
            <a:ext cx="167640" cy="167640"/>
          </a:xfrm>
          <a:prstGeom xmlns:a="http://schemas.openxmlformats.org/drawingml/2006/main" prst="rect">
            <a:avLst/>
          </a:prstGeom>
          <a:solidFill xmlns:a="http://schemas.openxmlformats.org/drawingml/2006/main">
            <a:srgbClr val="F2F4F5"/>
          </a:solidFill>
          <a:ln xmlns:a="http://schemas.openxmlformats.org/drawingml/2006/main" w="7620">
            <a:solidFill>
              <a:srgbClr val="FFFFFF"/>
            </a:solidFill>
          </a:ln>
        </p:spPr>
      </p:sp>
      <p:sp>
        <p:nvSpPr>
          <p:cNvPr id="579" name="04_COMPARISON__source_distribution_r4c7">
            <a:extLst xmlns:a="http://schemas.openxmlformats.org/drawingml/2006/main">
              <a:ext uri="{FF2B5EF4-FFF2-40B4-BE49-F238E27FC236}">
                <a16:creationId xmlns:a16="http://schemas.microsoft.com/office/drawing/2014/main" id="{5BE4A3D3-FFD0-48E5-ABE8-94557156B064}"/>
              </a:ext>
            </a:extLst>
          </p:cNvPr>
          <p:cNvSpPr>
            <a:spLocks xmlns:a="http://schemas.openxmlformats.org/drawingml/2006/main" noGrp="1"/>
          </p:cNvSpPr>
          <p:nvPr/>
        </p:nvSpPr>
        <p:spPr>
          <a:xfrm xmlns:a="http://schemas.openxmlformats.org/drawingml/2006/main" rot="0" flipH="0" flipV="0">
            <a:off x="6958965" y="6155055"/>
            <a:ext cx="167640" cy="167640"/>
          </a:xfrm>
          <a:prstGeom xmlns:a="http://schemas.openxmlformats.org/drawingml/2006/main" prst="rect">
            <a:avLst/>
          </a:prstGeom>
          <a:solidFill xmlns:a="http://schemas.openxmlformats.org/drawingml/2006/main">
            <a:srgbClr val="F2F4F6"/>
          </a:solidFill>
          <a:ln xmlns:a="http://schemas.openxmlformats.org/drawingml/2006/main" w="7620">
            <a:solidFill>
              <a:srgbClr val="FFFFFF"/>
            </a:solidFill>
          </a:ln>
        </p:spPr>
      </p:sp>
      <p:sp>
        <p:nvSpPr>
          <p:cNvPr id="580" name="04_COMPARISON__source_distribution_r4c8">
            <a:extLst xmlns:a="http://schemas.openxmlformats.org/drawingml/2006/main">
              <a:ext uri="{FF2B5EF4-FFF2-40B4-BE49-F238E27FC236}">
                <a16:creationId xmlns:a16="http://schemas.microsoft.com/office/drawing/2014/main" id="{9781FADD-D546-4C55-8121-57A9BB3B6485}"/>
              </a:ext>
            </a:extLst>
          </p:cNvPr>
          <p:cNvSpPr>
            <a:spLocks xmlns:a="http://schemas.openxmlformats.org/drawingml/2006/main" noGrp="1"/>
          </p:cNvSpPr>
          <p:nvPr/>
        </p:nvSpPr>
        <p:spPr>
          <a:xfrm xmlns:a="http://schemas.openxmlformats.org/drawingml/2006/main" rot="0" flipH="0" flipV="0">
            <a:off x="7126605" y="6155055"/>
            <a:ext cx="167640" cy="167640"/>
          </a:xfrm>
          <a:prstGeom xmlns:a="http://schemas.openxmlformats.org/drawingml/2006/main" prst="rect">
            <a:avLst/>
          </a:prstGeom>
          <a:solidFill xmlns:a="http://schemas.openxmlformats.org/drawingml/2006/main">
            <a:srgbClr val="F2F4F6"/>
          </a:solidFill>
          <a:ln xmlns:a="http://schemas.openxmlformats.org/drawingml/2006/main" w="7620">
            <a:solidFill>
              <a:srgbClr val="FFFFFF"/>
            </a:solidFill>
          </a:ln>
        </p:spPr>
      </p:sp>
      <p:sp>
        <p:nvSpPr>
          <p:cNvPr id="581" name="04_COMPARISON__source_distribution_r4c9">
            <a:extLst xmlns:a="http://schemas.openxmlformats.org/drawingml/2006/main">
              <a:ext uri="{FF2B5EF4-FFF2-40B4-BE49-F238E27FC236}">
                <a16:creationId xmlns:a16="http://schemas.microsoft.com/office/drawing/2014/main" id="{760C126E-06FE-4D8B-A4F6-C235D584574F}"/>
              </a:ext>
            </a:extLst>
          </p:cNvPr>
          <p:cNvSpPr>
            <a:spLocks xmlns:a="http://schemas.openxmlformats.org/drawingml/2006/main" noGrp="1"/>
          </p:cNvSpPr>
          <p:nvPr/>
        </p:nvSpPr>
        <p:spPr>
          <a:xfrm xmlns:a="http://schemas.openxmlformats.org/drawingml/2006/main" rot="0" flipH="0" flipV="0">
            <a:off x="7294245" y="6155055"/>
            <a:ext cx="167640" cy="167640"/>
          </a:xfrm>
          <a:prstGeom xmlns:a="http://schemas.openxmlformats.org/drawingml/2006/main" prst="rect">
            <a:avLst/>
          </a:prstGeom>
          <a:solidFill xmlns:a="http://schemas.openxmlformats.org/drawingml/2006/main">
            <a:srgbClr val="F2F4F6"/>
          </a:solidFill>
          <a:ln xmlns:a="http://schemas.openxmlformats.org/drawingml/2006/main" w="7620">
            <a:solidFill>
              <a:srgbClr val="FFFFFF"/>
            </a:solidFill>
          </a:ln>
        </p:spPr>
      </p:sp>
      <p:sp>
        <p:nvSpPr>
          <p:cNvPr id="582" name="04_COMPARISON__source_distribution_r5c0">
            <a:extLst xmlns:a="http://schemas.openxmlformats.org/drawingml/2006/main">
              <a:ext uri="{FF2B5EF4-FFF2-40B4-BE49-F238E27FC236}">
                <a16:creationId xmlns:a16="http://schemas.microsoft.com/office/drawing/2014/main" id="{9F3176F7-85CD-42A6-8D2A-31A639C01E4B}"/>
              </a:ext>
            </a:extLst>
          </p:cNvPr>
          <p:cNvSpPr>
            <a:spLocks xmlns:a="http://schemas.openxmlformats.org/drawingml/2006/main" noGrp="1"/>
          </p:cNvSpPr>
          <p:nvPr/>
        </p:nvSpPr>
        <p:spPr>
          <a:xfrm xmlns:a="http://schemas.openxmlformats.org/drawingml/2006/main" rot="0" flipH="0" flipV="0">
            <a:off x="5785485" y="6322695"/>
            <a:ext cx="167640" cy="167640"/>
          </a:xfrm>
          <a:prstGeom xmlns:a="http://schemas.openxmlformats.org/drawingml/2006/main" prst="rect">
            <a:avLst/>
          </a:prstGeom>
          <a:solidFill xmlns:a="http://schemas.openxmlformats.org/drawingml/2006/main">
            <a:srgbClr val="E7E8ED"/>
          </a:solidFill>
          <a:ln xmlns:a="http://schemas.openxmlformats.org/drawingml/2006/main" w="7620">
            <a:solidFill>
              <a:srgbClr val="FFFFFF"/>
            </a:solidFill>
          </a:ln>
        </p:spPr>
      </p:sp>
      <p:sp>
        <p:nvSpPr>
          <p:cNvPr id="583" name="04_COMPARISON__source_distribution_r5c1">
            <a:extLst xmlns:a="http://schemas.openxmlformats.org/drawingml/2006/main">
              <a:ext uri="{FF2B5EF4-FFF2-40B4-BE49-F238E27FC236}">
                <a16:creationId xmlns:a16="http://schemas.microsoft.com/office/drawing/2014/main" id="{22959160-F8C2-46A6-A49D-169633A2E1FA}"/>
              </a:ext>
            </a:extLst>
          </p:cNvPr>
          <p:cNvSpPr>
            <a:spLocks xmlns:a="http://schemas.openxmlformats.org/drawingml/2006/main" noGrp="1"/>
          </p:cNvSpPr>
          <p:nvPr/>
        </p:nvSpPr>
        <p:spPr>
          <a:xfrm xmlns:a="http://schemas.openxmlformats.org/drawingml/2006/main" rot="0" flipH="0" flipV="0">
            <a:off x="5953125" y="6322695"/>
            <a:ext cx="167640" cy="167640"/>
          </a:xfrm>
          <a:prstGeom xmlns:a="http://schemas.openxmlformats.org/drawingml/2006/main" prst="rect">
            <a:avLst/>
          </a:prstGeom>
          <a:solidFill xmlns:a="http://schemas.openxmlformats.org/drawingml/2006/main">
            <a:srgbClr val="D1D0DC"/>
          </a:solidFill>
          <a:ln xmlns:a="http://schemas.openxmlformats.org/drawingml/2006/main" w="7620">
            <a:solidFill>
              <a:srgbClr val="FFFFFF"/>
            </a:solidFill>
          </a:ln>
        </p:spPr>
      </p:sp>
      <p:sp>
        <p:nvSpPr>
          <p:cNvPr id="584" name="04_COMPARISON__source_distribution_r5c2">
            <a:extLst xmlns:a="http://schemas.openxmlformats.org/drawingml/2006/main">
              <a:ext uri="{FF2B5EF4-FFF2-40B4-BE49-F238E27FC236}">
                <a16:creationId xmlns:a16="http://schemas.microsoft.com/office/drawing/2014/main" id="{47F18AAE-FA14-47F8-8EA1-1721E9B4A3D3}"/>
              </a:ext>
            </a:extLst>
          </p:cNvPr>
          <p:cNvSpPr>
            <a:spLocks xmlns:a="http://schemas.openxmlformats.org/drawingml/2006/main" noGrp="1"/>
          </p:cNvSpPr>
          <p:nvPr/>
        </p:nvSpPr>
        <p:spPr>
          <a:xfrm xmlns:a="http://schemas.openxmlformats.org/drawingml/2006/main" rot="0" flipH="0" flipV="0">
            <a:off x="6120765" y="6322695"/>
            <a:ext cx="167640" cy="167640"/>
          </a:xfrm>
          <a:prstGeom xmlns:a="http://schemas.openxmlformats.org/drawingml/2006/main" prst="rect">
            <a:avLst/>
          </a:prstGeom>
          <a:solidFill xmlns:a="http://schemas.openxmlformats.org/drawingml/2006/main">
            <a:srgbClr val="C2C0D0"/>
          </a:solidFill>
          <a:ln xmlns:a="http://schemas.openxmlformats.org/drawingml/2006/main" w="7620">
            <a:solidFill>
              <a:srgbClr val="FFFFFF"/>
            </a:solidFill>
          </a:ln>
        </p:spPr>
      </p:sp>
      <p:sp>
        <p:nvSpPr>
          <p:cNvPr id="585" name="04_COMPARISON__source_distribution_r5c3">
            <a:extLst xmlns:a="http://schemas.openxmlformats.org/drawingml/2006/main">
              <a:ext uri="{FF2B5EF4-FFF2-40B4-BE49-F238E27FC236}">
                <a16:creationId xmlns:a16="http://schemas.microsoft.com/office/drawing/2014/main" id="{1AF86F92-9D50-4605-959D-6DDE8126D67E}"/>
              </a:ext>
            </a:extLst>
          </p:cNvPr>
          <p:cNvSpPr>
            <a:spLocks xmlns:a="http://schemas.openxmlformats.org/drawingml/2006/main" noGrp="1"/>
          </p:cNvSpPr>
          <p:nvPr/>
        </p:nvSpPr>
        <p:spPr>
          <a:xfrm xmlns:a="http://schemas.openxmlformats.org/drawingml/2006/main" rot="0" flipH="0" flipV="0">
            <a:off x="6288405" y="6322695"/>
            <a:ext cx="167640" cy="167640"/>
          </a:xfrm>
          <a:prstGeom xmlns:a="http://schemas.openxmlformats.org/drawingml/2006/main" prst="rect">
            <a:avLst/>
          </a:prstGeom>
          <a:solidFill xmlns:a="http://schemas.openxmlformats.org/drawingml/2006/main">
            <a:srgbClr val="D1D0DC"/>
          </a:solidFill>
          <a:ln xmlns:a="http://schemas.openxmlformats.org/drawingml/2006/main" w="7620">
            <a:solidFill>
              <a:srgbClr val="FFFFFF"/>
            </a:solidFill>
          </a:ln>
        </p:spPr>
      </p:sp>
      <p:sp>
        <p:nvSpPr>
          <p:cNvPr id="586" name="04_COMPARISON__source_distribution_r5c4">
            <a:extLst xmlns:a="http://schemas.openxmlformats.org/drawingml/2006/main">
              <a:ext uri="{FF2B5EF4-FFF2-40B4-BE49-F238E27FC236}">
                <a16:creationId xmlns:a16="http://schemas.microsoft.com/office/drawing/2014/main" id="{1D243E4B-6C3F-41C0-B065-0035C6AB289C}"/>
              </a:ext>
            </a:extLst>
          </p:cNvPr>
          <p:cNvSpPr>
            <a:spLocks xmlns:a="http://schemas.openxmlformats.org/drawingml/2006/main" noGrp="1"/>
          </p:cNvSpPr>
          <p:nvPr/>
        </p:nvSpPr>
        <p:spPr>
          <a:xfrm xmlns:a="http://schemas.openxmlformats.org/drawingml/2006/main" rot="0" flipH="0" flipV="0">
            <a:off x="6456045" y="6322695"/>
            <a:ext cx="167640" cy="167640"/>
          </a:xfrm>
          <a:prstGeom xmlns:a="http://schemas.openxmlformats.org/drawingml/2006/main" prst="rect">
            <a:avLst/>
          </a:prstGeom>
          <a:solidFill xmlns:a="http://schemas.openxmlformats.org/drawingml/2006/main">
            <a:srgbClr val="606C73"/>
          </a:solidFill>
          <a:ln xmlns:a="http://schemas.openxmlformats.org/drawingml/2006/main" w="7620">
            <a:solidFill>
              <a:srgbClr val="FFFFFF"/>
            </a:solidFill>
          </a:ln>
        </p:spPr>
      </p:sp>
      <p:sp>
        <p:nvSpPr>
          <p:cNvPr id="587" name="04_COMPARISON__source_distribution_r5c5">
            <a:extLst xmlns:a="http://schemas.openxmlformats.org/drawingml/2006/main">
              <a:ext uri="{FF2B5EF4-FFF2-40B4-BE49-F238E27FC236}">
                <a16:creationId xmlns:a16="http://schemas.microsoft.com/office/drawing/2014/main" id="{5644DFE6-1C4B-4BFB-B91F-276BD79869A9}"/>
              </a:ext>
            </a:extLst>
          </p:cNvPr>
          <p:cNvSpPr>
            <a:spLocks xmlns:a="http://schemas.openxmlformats.org/drawingml/2006/main" noGrp="1"/>
          </p:cNvSpPr>
          <p:nvPr/>
        </p:nvSpPr>
        <p:spPr>
          <a:xfrm xmlns:a="http://schemas.openxmlformats.org/drawingml/2006/main" rot="0" flipH="0" flipV="0">
            <a:off x="6623685" y="6322695"/>
            <a:ext cx="167640" cy="167640"/>
          </a:xfrm>
          <a:prstGeom xmlns:a="http://schemas.openxmlformats.org/drawingml/2006/main" prst="rect">
            <a:avLst/>
          </a:prstGeom>
          <a:solidFill xmlns:a="http://schemas.openxmlformats.org/drawingml/2006/main">
            <a:srgbClr val="F1F2F4"/>
          </a:solidFill>
          <a:ln xmlns:a="http://schemas.openxmlformats.org/drawingml/2006/main" w="7620">
            <a:solidFill>
              <a:srgbClr val="FFFFFF"/>
            </a:solidFill>
          </a:ln>
        </p:spPr>
      </p:sp>
      <p:sp>
        <p:nvSpPr>
          <p:cNvPr id="588" name="04_COMPARISON__source_distribution_r5c6">
            <a:extLst xmlns:a="http://schemas.openxmlformats.org/drawingml/2006/main">
              <a:ext uri="{FF2B5EF4-FFF2-40B4-BE49-F238E27FC236}">
                <a16:creationId xmlns:a16="http://schemas.microsoft.com/office/drawing/2014/main" id="{6209BB37-D516-4521-AE4A-5AAC59800F86}"/>
              </a:ext>
            </a:extLst>
          </p:cNvPr>
          <p:cNvSpPr>
            <a:spLocks xmlns:a="http://schemas.openxmlformats.org/drawingml/2006/main" noGrp="1"/>
          </p:cNvSpPr>
          <p:nvPr/>
        </p:nvSpPr>
        <p:spPr>
          <a:xfrm xmlns:a="http://schemas.openxmlformats.org/drawingml/2006/main" rot="0" flipH="0" flipV="0">
            <a:off x="6791325" y="6322695"/>
            <a:ext cx="167640" cy="167640"/>
          </a:xfrm>
          <a:prstGeom xmlns:a="http://schemas.openxmlformats.org/drawingml/2006/main" prst="rect">
            <a:avLst/>
          </a:prstGeom>
          <a:solidFill xmlns:a="http://schemas.openxmlformats.org/drawingml/2006/main">
            <a:srgbClr val="F2F4F6"/>
          </a:solidFill>
          <a:ln xmlns:a="http://schemas.openxmlformats.org/drawingml/2006/main" w="7620">
            <a:solidFill>
              <a:srgbClr val="FFFFFF"/>
            </a:solidFill>
          </a:ln>
        </p:spPr>
      </p:sp>
      <p:sp>
        <p:nvSpPr>
          <p:cNvPr id="589" name="04_COMPARISON__source_distribution_r5c7">
            <a:extLst xmlns:a="http://schemas.openxmlformats.org/drawingml/2006/main">
              <a:ext uri="{FF2B5EF4-FFF2-40B4-BE49-F238E27FC236}">
                <a16:creationId xmlns:a16="http://schemas.microsoft.com/office/drawing/2014/main" id="{E8AFFB2A-16F5-407B-AE16-83DB42627C6C}"/>
              </a:ext>
            </a:extLst>
          </p:cNvPr>
          <p:cNvSpPr>
            <a:spLocks xmlns:a="http://schemas.openxmlformats.org/drawingml/2006/main" noGrp="1"/>
          </p:cNvSpPr>
          <p:nvPr/>
        </p:nvSpPr>
        <p:spPr>
          <a:xfrm xmlns:a="http://schemas.openxmlformats.org/drawingml/2006/main" rot="0" flipH="0" flipV="0">
            <a:off x="6958965" y="6322695"/>
            <a:ext cx="167640" cy="167640"/>
          </a:xfrm>
          <a:prstGeom xmlns:a="http://schemas.openxmlformats.org/drawingml/2006/main" prst="rect">
            <a:avLst/>
          </a:prstGeom>
          <a:solidFill xmlns:a="http://schemas.openxmlformats.org/drawingml/2006/main">
            <a:srgbClr val="606C73"/>
          </a:solidFill>
          <a:ln xmlns:a="http://schemas.openxmlformats.org/drawingml/2006/main" w="7620">
            <a:solidFill>
              <a:srgbClr val="FFFFFF"/>
            </a:solidFill>
          </a:ln>
        </p:spPr>
      </p:sp>
      <p:sp>
        <p:nvSpPr>
          <p:cNvPr id="590" name="04_COMPARISON__source_distribution_r5c8">
            <a:extLst xmlns:a="http://schemas.openxmlformats.org/drawingml/2006/main">
              <a:ext uri="{FF2B5EF4-FFF2-40B4-BE49-F238E27FC236}">
                <a16:creationId xmlns:a16="http://schemas.microsoft.com/office/drawing/2014/main" id="{E43A9E7D-4E1F-4C08-A4B6-BB212D8CD6CA}"/>
              </a:ext>
            </a:extLst>
          </p:cNvPr>
          <p:cNvSpPr>
            <a:spLocks xmlns:a="http://schemas.openxmlformats.org/drawingml/2006/main" noGrp="1"/>
          </p:cNvSpPr>
          <p:nvPr/>
        </p:nvSpPr>
        <p:spPr>
          <a:xfrm xmlns:a="http://schemas.openxmlformats.org/drawingml/2006/main" rot="0" flipH="0" flipV="0">
            <a:off x="7126605" y="6322695"/>
            <a:ext cx="167640" cy="167640"/>
          </a:xfrm>
          <a:prstGeom xmlns:a="http://schemas.openxmlformats.org/drawingml/2006/main" prst="rect">
            <a:avLst/>
          </a:prstGeom>
          <a:solidFill xmlns:a="http://schemas.openxmlformats.org/drawingml/2006/main">
            <a:srgbClr val="606C73"/>
          </a:solidFill>
          <a:ln xmlns:a="http://schemas.openxmlformats.org/drawingml/2006/main" w="7620">
            <a:solidFill>
              <a:srgbClr val="FFFFFF"/>
            </a:solidFill>
          </a:ln>
        </p:spPr>
      </p:sp>
      <p:sp>
        <p:nvSpPr>
          <p:cNvPr id="591" name="04_COMPARISON__source_distribution_r5c9">
            <a:extLst xmlns:a="http://schemas.openxmlformats.org/drawingml/2006/main">
              <a:ext uri="{FF2B5EF4-FFF2-40B4-BE49-F238E27FC236}">
                <a16:creationId xmlns:a16="http://schemas.microsoft.com/office/drawing/2014/main" id="{571F9B5F-1B4A-48F5-83A0-3BD4BB48B060}"/>
              </a:ext>
            </a:extLst>
          </p:cNvPr>
          <p:cNvSpPr>
            <a:spLocks xmlns:a="http://schemas.openxmlformats.org/drawingml/2006/main" noGrp="1"/>
          </p:cNvSpPr>
          <p:nvPr/>
        </p:nvSpPr>
        <p:spPr>
          <a:xfrm xmlns:a="http://schemas.openxmlformats.org/drawingml/2006/main" rot="0" flipH="0" flipV="0">
            <a:off x="7294245" y="6322695"/>
            <a:ext cx="167640" cy="167640"/>
          </a:xfrm>
          <a:prstGeom xmlns:a="http://schemas.openxmlformats.org/drawingml/2006/main" prst="rect">
            <a:avLst/>
          </a:prstGeom>
          <a:solidFill xmlns:a="http://schemas.openxmlformats.org/drawingml/2006/main">
            <a:srgbClr val="606C73"/>
          </a:solidFill>
          <a:ln xmlns:a="http://schemas.openxmlformats.org/drawingml/2006/main" w="7620">
            <a:solidFill>
              <a:srgbClr val="FFFFFF"/>
            </a:solidFill>
          </a:ln>
        </p:spPr>
      </p:sp>
      <p:sp>
        <p:nvSpPr>
          <p:cNvPr id="592" name="04_COMPARISON__source_distribution_r6c0">
            <a:extLst xmlns:a="http://schemas.openxmlformats.org/drawingml/2006/main">
              <a:ext uri="{FF2B5EF4-FFF2-40B4-BE49-F238E27FC236}">
                <a16:creationId xmlns:a16="http://schemas.microsoft.com/office/drawing/2014/main" id="{6742E2FB-B9FD-4A41-858A-F4699FC08A50}"/>
              </a:ext>
            </a:extLst>
          </p:cNvPr>
          <p:cNvSpPr>
            <a:spLocks xmlns:a="http://schemas.openxmlformats.org/drawingml/2006/main" noGrp="1"/>
          </p:cNvSpPr>
          <p:nvPr/>
        </p:nvSpPr>
        <p:spPr>
          <a:xfrm xmlns:a="http://schemas.openxmlformats.org/drawingml/2006/main" rot="0" flipH="0" flipV="0">
            <a:off x="5785485" y="6490335"/>
            <a:ext cx="167640" cy="167640"/>
          </a:xfrm>
          <a:prstGeom xmlns:a="http://schemas.openxmlformats.org/drawingml/2006/main" prst="rect">
            <a:avLst/>
          </a:prstGeom>
          <a:solidFill xmlns:a="http://schemas.openxmlformats.org/drawingml/2006/main">
            <a:srgbClr val="F1F2F4"/>
          </a:solidFill>
          <a:ln xmlns:a="http://schemas.openxmlformats.org/drawingml/2006/main" w="7620">
            <a:solidFill>
              <a:srgbClr val="FFFFFF"/>
            </a:solidFill>
          </a:ln>
        </p:spPr>
      </p:sp>
      <p:sp>
        <p:nvSpPr>
          <p:cNvPr id="593" name="04_COMPARISON__source_distribution_r6c1">
            <a:extLst xmlns:a="http://schemas.openxmlformats.org/drawingml/2006/main">
              <a:ext uri="{FF2B5EF4-FFF2-40B4-BE49-F238E27FC236}">
                <a16:creationId xmlns:a16="http://schemas.microsoft.com/office/drawing/2014/main" id="{648C1D6D-F407-4E72-8DC8-FC09BA7A7470}"/>
              </a:ext>
            </a:extLst>
          </p:cNvPr>
          <p:cNvSpPr>
            <a:spLocks xmlns:a="http://schemas.openxmlformats.org/drawingml/2006/main" noGrp="1"/>
          </p:cNvSpPr>
          <p:nvPr/>
        </p:nvSpPr>
        <p:spPr>
          <a:xfrm xmlns:a="http://schemas.openxmlformats.org/drawingml/2006/main" rot="0" flipH="0" flipV="0">
            <a:off x="5953125" y="6490335"/>
            <a:ext cx="167640" cy="167640"/>
          </a:xfrm>
          <a:prstGeom xmlns:a="http://schemas.openxmlformats.org/drawingml/2006/main" prst="rect">
            <a:avLst/>
          </a:prstGeom>
          <a:solidFill xmlns:a="http://schemas.openxmlformats.org/drawingml/2006/main">
            <a:srgbClr val="EDEFF2"/>
          </a:solidFill>
          <a:ln xmlns:a="http://schemas.openxmlformats.org/drawingml/2006/main" w="7620">
            <a:solidFill>
              <a:srgbClr val="FFFFFF"/>
            </a:solidFill>
          </a:ln>
        </p:spPr>
      </p:sp>
      <p:sp>
        <p:nvSpPr>
          <p:cNvPr id="594" name="04_COMPARISON__source_distribution_r6c2">
            <a:extLst xmlns:a="http://schemas.openxmlformats.org/drawingml/2006/main">
              <a:ext uri="{FF2B5EF4-FFF2-40B4-BE49-F238E27FC236}">
                <a16:creationId xmlns:a16="http://schemas.microsoft.com/office/drawing/2014/main" id="{CFDD8ECC-78C9-4EE6-94EA-CA9CA232CD15}"/>
              </a:ext>
            </a:extLst>
          </p:cNvPr>
          <p:cNvSpPr>
            <a:spLocks xmlns:a="http://schemas.openxmlformats.org/drawingml/2006/main" noGrp="1"/>
          </p:cNvSpPr>
          <p:nvPr/>
        </p:nvSpPr>
        <p:spPr>
          <a:xfrm xmlns:a="http://schemas.openxmlformats.org/drawingml/2006/main" rot="0" flipH="0" flipV="0">
            <a:off x="6120765" y="6490335"/>
            <a:ext cx="167640" cy="167640"/>
          </a:xfrm>
          <a:prstGeom xmlns:a="http://schemas.openxmlformats.org/drawingml/2006/main" prst="rect">
            <a:avLst/>
          </a:prstGeom>
          <a:solidFill xmlns:a="http://schemas.openxmlformats.org/drawingml/2006/main">
            <a:srgbClr val="EBECF0"/>
          </a:solidFill>
          <a:ln xmlns:a="http://schemas.openxmlformats.org/drawingml/2006/main" w="7620">
            <a:solidFill>
              <a:srgbClr val="FFFFFF"/>
            </a:solidFill>
          </a:ln>
        </p:spPr>
      </p:sp>
      <p:sp>
        <p:nvSpPr>
          <p:cNvPr id="595" name="04_COMPARISON__source_distribution_r6c3">
            <a:extLst xmlns:a="http://schemas.openxmlformats.org/drawingml/2006/main">
              <a:ext uri="{FF2B5EF4-FFF2-40B4-BE49-F238E27FC236}">
                <a16:creationId xmlns:a16="http://schemas.microsoft.com/office/drawing/2014/main" id="{A161C81E-6106-4A03-9D96-845068A70A24}"/>
              </a:ext>
            </a:extLst>
          </p:cNvPr>
          <p:cNvSpPr>
            <a:spLocks xmlns:a="http://schemas.openxmlformats.org/drawingml/2006/main" noGrp="1"/>
          </p:cNvSpPr>
          <p:nvPr/>
        </p:nvSpPr>
        <p:spPr>
          <a:xfrm xmlns:a="http://schemas.openxmlformats.org/drawingml/2006/main" rot="0" flipH="0" flipV="0">
            <a:off x="6288405" y="6490335"/>
            <a:ext cx="167640" cy="167640"/>
          </a:xfrm>
          <a:prstGeom xmlns:a="http://schemas.openxmlformats.org/drawingml/2006/main" prst="rect">
            <a:avLst/>
          </a:prstGeom>
          <a:solidFill xmlns:a="http://schemas.openxmlformats.org/drawingml/2006/main">
            <a:srgbClr val="EDEFF2"/>
          </a:solidFill>
          <a:ln xmlns:a="http://schemas.openxmlformats.org/drawingml/2006/main" w="7620">
            <a:solidFill>
              <a:srgbClr val="FFFFFF"/>
            </a:solidFill>
          </a:ln>
        </p:spPr>
      </p:sp>
      <p:sp>
        <p:nvSpPr>
          <p:cNvPr id="596" name="04_COMPARISON__source_distribution_r6c4">
            <a:extLst xmlns:a="http://schemas.openxmlformats.org/drawingml/2006/main">
              <a:ext uri="{FF2B5EF4-FFF2-40B4-BE49-F238E27FC236}">
                <a16:creationId xmlns:a16="http://schemas.microsoft.com/office/drawing/2014/main" id="{7806CB1A-1E61-4D96-AFC3-8588FC161F73}"/>
              </a:ext>
            </a:extLst>
          </p:cNvPr>
          <p:cNvSpPr>
            <a:spLocks xmlns:a="http://schemas.openxmlformats.org/drawingml/2006/main" noGrp="1"/>
          </p:cNvSpPr>
          <p:nvPr/>
        </p:nvSpPr>
        <p:spPr>
          <a:xfrm xmlns:a="http://schemas.openxmlformats.org/drawingml/2006/main" rot="0" flipH="0" flipV="0">
            <a:off x="6456045" y="6490335"/>
            <a:ext cx="167640" cy="167640"/>
          </a:xfrm>
          <a:prstGeom xmlns:a="http://schemas.openxmlformats.org/drawingml/2006/main" prst="rect">
            <a:avLst/>
          </a:prstGeom>
          <a:solidFill xmlns:a="http://schemas.openxmlformats.org/drawingml/2006/main">
            <a:srgbClr val="606C73"/>
          </a:solidFill>
          <a:ln xmlns:a="http://schemas.openxmlformats.org/drawingml/2006/main" w="7620">
            <a:solidFill>
              <a:srgbClr val="FFFFFF"/>
            </a:solidFill>
          </a:ln>
        </p:spPr>
      </p:sp>
      <p:sp>
        <p:nvSpPr>
          <p:cNvPr id="597" name="04_COMPARISON__source_distribution_r6c5">
            <a:extLst xmlns:a="http://schemas.openxmlformats.org/drawingml/2006/main">
              <a:ext uri="{FF2B5EF4-FFF2-40B4-BE49-F238E27FC236}">
                <a16:creationId xmlns:a16="http://schemas.microsoft.com/office/drawing/2014/main" id="{A944476B-72DF-472D-8512-88C187B06DFF}"/>
              </a:ext>
            </a:extLst>
          </p:cNvPr>
          <p:cNvSpPr>
            <a:spLocks xmlns:a="http://schemas.openxmlformats.org/drawingml/2006/main" noGrp="1"/>
          </p:cNvSpPr>
          <p:nvPr/>
        </p:nvSpPr>
        <p:spPr>
          <a:xfrm xmlns:a="http://schemas.openxmlformats.org/drawingml/2006/main" rot="0" flipH="0" flipV="0">
            <a:off x="6623685" y="6490335"/>
            <a:ext cx="167640" cy="167640"/>
          </a:xfrm>
          <a:prstGeom xmlns:a="http://schemas.openxmlformats.org/drawingml/2006/main" prst="rect">
            <a:avLst/>
          </a:prstGeom>
          <a:solidFill xmlns:a="http://schemas.openxmlformats.org/drawingml/2006/main">
            <a:srgbClr val="F2F4F5"/>
          </a:solidFill>
          <a:ln xmlns:a="http://schemas.openxmlformats.org/drawingml/2006/main" w="7620">
            <a:solidFill>
              <a:srgbClr val="FFFFFF"/>
            </a:solidFill>
          </a:ln>
        </p:spPr>
      </p:sp>
      <p:sp>
        <p:nvSpPr>
          <p:cNvPr id="598" name="04_COMPARISON__source_distribution_r6c6">
            <a:extLst xmlns:a="http://schemas.openxmlformats.org/drawingml/2006/main">
              <a:ext uri="{FF2B5EF4-FFF2-40B4-BE49-F238E27FC236}">
                <a16:creationId xmlns:a16="http://schemas.microsoft.com/office/drawing/2014/main" id="{52BDAF70-9BB2-4995-909F-F62CFCCC9EB2}"/>
              </a:ext>
            </a:extLst>
          </p:cNvPr>
          <p:cNvSpPr>
            <a:spLocks xmlns:a="http://schemas.openxmlformats.org/drawingml/2006/main" noGrp="1"/>
          </p:cNvSpPr>
          <p:nvPr/>
        </p:nvSpPr>
        <p:spPr>
          <a:xfrm xmlns:a="http://schemas.openxmlformats.org/drawingml/2006/main" rot="0" flipH="0" flipV="0">
            <a:off x="6791325" y="6490335"/>
            <a:ext cx="167640" cy="167640"/>
          </a:xfrm>
          <a:prstGeom xmlns:a="http://schemas.openxmlformats.org/drawingml/2006/main" prst="rect">
            <a:avLst/>
          </a:prstGeom>
          <a:solidFill xmlns:a="http://schemas.openxmlformats.org/drawingml/2006/main">
            <a:srgbClr val="F2F4F6"/>
          </a:solidFill>
          <a:ln xmlns:a="http://schemas.openxmlformats.org/drawingml/2006/main" w="7620">
            <a:solidFill>
              <a:srgbClr val="FFFFFF"/>
            </a:solidFill>
          </a:ln>
        </p:spPr>
      </p:sp>
      <p:sp>
        <p:nvSpPr>
          <p:cNvPr id="599" name="04_COMPARISON__source_distribution_r6c7">
            <a:extLst xmlns:a="http://schemas.openxmlformats.org/drawingml/2006/main">
              <a:ext uri="{FF2B5EF4-FFF2-40B4-BE49-F238E27FC236}">
                <a16:creationId xmlns:a16="http://schemas.microsoft.com/office/drawing/2014/main" id="{966EE4EF-3D4B-44F2-A9C2-A6EE326C329A}"/>
              </a:ext>
            </a:extLst>
          </p:cNvPr>
          <p:cNvSpPr>
            <a:spLocks xmlns:a="http://schemas.openxmlformats.org/drawingml/2006/main" noGrp="1"/>
          </p:cNvSpPr>
          <p:nvPr/>
        </p:nvSpPr>
        <p:spPr>
          <a:xfrm xmlns:a="http://schemas.openxmlformats.org/drawingml/2006/main" rot="0" flipH="0" flipV="0">
            <a:off x="6958965" y="6490335"/>
            <a:ext cx="167640" cy="167640"/>
          </a:xfrm>
          <a:prstGeom xmlns:a="http://schemas.openxmlformats.org/drawingml/2006/main" prst="rect">
            <a:avLst/>
          </a:prstGeom>
          <a:solidFill xmlns:a="http://schemas.openxmlformats.org/drawingml/2006/main">
            <a:srgbClr val="F2F4F6"/>
          </a:solidFill>
          <a:ln xmlns:a="http://schemas.openxmlformats.org/drawingml/2006/main" w="7620">
            <a:solidFill>
              <a:srgbClr val="FFFFFF"/>
            </a:solidFill>
          </a:ln>
        </p:spPr>
      </p:sp>
      <p:sp>
        <p:nvSpPr>
          <p:cNvPr id="600" name="04_COMPARISON__source_distribution_r6c8">
            <a:extLst xmlns:a="http://schemas.openxmlformats.org/drawingml/2006/main">
              <a:ext uri="{FF2B5EF4-FFF2-40B4-BE49-F238E27FC236}">
                <a16:creationId xmlns:a16="http://schemas.microsoft.com/office/drawing/2014/main" id="{840C676A-80BF-454A-B5B9-F5ADA599FA37}"/>
              </a:ext>
            </a:extLst>
          </p:cNvPr>
          <p:cNvSpPr>
            <a:spLocks xmlns:a="http://schemas.openxmlformats.org/drawingml/2006/main" noGrp="1"/>
          </p:cNvSpPr>
          <p:nvPr/>
        </p:nvSpPr>
        <p:spPr>
          <a:xfrm xmlns:a="http://schemas.openxmlformats.org/drawingml/2006/main" rot="0" flipH="0" flipV="0">
            <a:off x="7126605" y="6490335"/>
            <a:ext cx="167640" cy="167640"/>
          </a:xfrm>
          <a:prstGeom xmlns:a="http://schemas.openxmlformats.org/drawingml/2006/main" prst="rect">
            <a:avLst/>
          </a:prstGeom>
          <a:solidFill xmlns:a="http://schemas.openxmlformats.org/drawingml/2006/main">
            <a:srgbClr val="F2F4F6"/>
          </a:solidFill>
          <a:ln xmlns:a="http://schemas.openxmlformats.org/drawingml/2006/main" w="7620">
            <a:solidFill>
              <a:srgbClr val="FFFFFF"/>
            </a:solidFill>
          </a:ln>
        </p:spPr>
      </p:sp>
      <p:sp>
        <p:nvSpPr>
          <p:cNvPr id="601" name="04_COMPARISON__source_distribution_r6c9">
            <a:extLst xmlns:a="http://schemas.openxmlformats.org/drawingml/2006/main">
              <a:ext uri="{FF2B5EF4-FFF2-40B4-BE49-F238E27FC236}">
                <a16:creationId xmlns:a16="http://schemas.microsoft.com/office/drawing/2014/main" id="{24675DB1-F16A-4E1B-855F-34E386A8FBCB}"/>
              </a:ext>
            </a:extLst>
          </p:cNvPr>
          <p:cNvSpPr>
            <a:spLocks xmlns:a="http://schemas.openxmlformats.org/drawingml/2006/main" noGrp="1"/>
          </p:cNvSpPr>
          <p:nvPr/>
        </p:nvSpPr>
        <p:spPr>
          <a:xfrm xmlns:a="http://schemas.openxmlformats.org/drawingml/2006/main" rot="0" flipH="0" flipV="0">
            <a:off x="7294245" y="6490335"/>
            <a:ext cx="167640" cy="167640"/>
          </a:xfrm>
          <a:prstGeom xmlns:a="http://schemas.openxmlformats.org/drawingml/2006/main" prst="rect">
            <a:avLst/>
          </a:prstGeom>
          <a:solidFill xmlns:a="http://schemas.openxmlformats.org/drawingml/2006/main">
            <a:srgbClr val="F2F4F6"/>
          </a:solidFill>
          <a:ln xmlns:a="http://schemas.openxmlformats.org/drawingml/2006/main" w="7620">
            <a:solidFill>
              <a:srgbClr val="FFFFFF"/>
            </a:solidFill>
          </a:ln>
        </p:spPr>
      </p:sp>
      <p:sp>
        <p:nvSpPr>
          <p:cNvPr id="602" name="04_COMPARISON__source_distribution_frame">
            <a:extLst xmlns:a="http://schemas.openxmlformats.org/drawingml/2006/main">
              <a:ext uri="{FF2B5EF4-FFF2-40B4-BE49-F238E27FC236}">
                <a16:creationId xmlns:a16="http://schemas.microsoft.com/office/drawing/2014/main" id="{9932E937-A7BF-4937-9DB8-F5489C088442}"/>
              </a:ext>
            </a:extLst>
          </p:cNvPr>
          <p:cNvSpPr>
            <a:spLocks xmlns:a="http://schemas.openxmlformats.org/drawingml/2006/main" noGrp="1"/>
          </p:cNvSpPr>
          <p:nvPr/>
        </p:nvSpPr>
        <p:spPr>
          <a:xfrm xmlns:a="http://schemas.openxmlformats.org/drawingml/2006/main" rot="0" flipH="0" flipV="0">
            <a:off x="5785485" y="5484495"/>
            <a:ext cx="1676400" cy="1173480"/>
          </a:xfrm>
          <a:prstGeom xmlns:a="http://schemas.openxmlformats.org/drawingml/2006/main" prst="rect">
            <a:avLst/>
          </a:prstGeom>
          <a:noFill xmlns:a="http://schemas.openxmlformats.org/drawingml/2006/main"/>
          <a:ln xmlns:a="http://schemas.openxmlformats.org/drawingml/2006/main" w="10478">
            <a:solidFill>
              <a:srgbClr val="B6C4CC"/>
            </a:solidFill>
          </a:ln>
        </p:spPr>
      </p:sp>
      <p:sp>
        <p:nvSpPr>
          <p:cNvPr id="603" name="04_COMPARISON__source_probability">
            <a:extLst xmlns:a="http://schemas.openxmlformats.org/drawingml/2006/main">
              <a:ext uri="{FF2B5EF4-FFF2-40B4-BE49-F238E27FC236}">
                <a16:creationId xmlns:a16="http://schemas.microsoft.com/office/drawing/2014/main" id="{543863A2-A634-4C5A-860B-D06C2BBF1E1D}"/>
              </a:ext>
            </a:extLst>
          </p:cNvPr>
          <p:cNvSpPr>
            <a:spLocks xmlns:a="http://schemas.openxmlformats.org/drawingml/2006/main" noGrp="1"/>
          </p:cNvSpPr>
          <p:nvPr/>
        </p:nvSpPr>
        <p:spPr>
          <a:xfrm xmlns:a="http://schemas.openxmlformats.org/drawingml/2006/main" rot="0" flipH="0" flipV="0">
            <a:off x="5671185" y="6696075"/>
            <a:ext cx="1889760" cy="2362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575" b="0">
                <a:solidFill>
                  <a:srgbClr val="74648C"/>
                </a:solidFill>
                <a:latin typeface="Noto Sans CJK SC"/>
                <a:ea typeface="Noto Sans CJK SC"/>
                <a:cs typeface="Noto Sans CJK SC"/>
              </a:defRPr>
            </a:defPPr>
            <a:lvl1pPr algn="l">
              <a:defRPr sz="1575" b="0">
                <a:solidFill>
                  <a:srgbClr val="74648C"/>
                </a:solidFill>
                <a:latin typeface="Noto Sans CJK SC"/>
                <a:ea typeface="Noto Sans CJK SC"/>
                <a:cs typeface="Noto Sans CJK SC"/>
              </a:defRPr>
            </a:lvl1pPr>
            <a:lvl2pPr algn="l">
              <a:defRPr sz="1575" b="0">
                <a:solidFill>
                  <a:srgbClr val="74648C"/>
                </a:solidFill>
                <a:latin typeface="Noto Sans CJK SC"/>
                <a:ea typeface="Noto Sans CJK SC"/>
                <a:cs typeface="Noto Sans CJK SC"/>
              </a:defRPr>
            </a:lvl2pPr>
            <a:lvl3pPr algn="l">
              <a:defRPr sz="1575" b="0">
                <a:solidFill>
                  <a:srgbClr val="74648C"/>
                </a:solidFill>
                <a:latin typeface="Noto Sans CJK SC"/>
                <a:ea typeface="Noto Sans CJK SC"/>
                <a:cs typeface="Noto Sans CJK SC"/>
              </a:defRPr>
            </a:lvl3pPr>
            <a:lvl4pPr algn="l">
              <a:defRPr sz="1575" b="0">
                <a:solidFill>
                  <a:srgbClr val="74648C"/>
                </a:solidFill>
                <a:latin typeface="Noto Sans CJK SC"/>
                <a:ea typeface="Noto Sans CJK SC"/>
                <a:cs typeface="Noto Sans CJK SC"/>
              </a:defRPr>
            </a:lvl4pPr>
            <a:lvl5pPr algn="l">
              <a:defRPr sz="1575" b="0">
                <a:solidFill>
                  <a:srgbClr val="74648C"/>
                </a:solidFill>
                <a:latin typeface="Noto Sans CJK SC"/>
                <a:ea typeface="Noto Sans CJK SC"/>
                <a:cs typeface="Noto Sans CJK SC"/>
              </a:defRPr>
            </a:lvl5pPr>
            <a:lvl6pPr algn="l">
              <a:defRPr sz="1575" b="0">
                <a:solidFill>
                  <a:srgbClr val="74648C"/>
                </a:solidFill>
                <a:latin typeface="Noto Sans CJK SC"/>
                <a:ea typeface="Noto Sans CJK SC"/>
                <a:cs typeface="Noto Sans CJK SC"/>
              </a:defRPr>
            </a:lvl6pPr>
            <a:lvl7pPr algn="l">
              <a:defRPr sz="1575" b="0">
                <a:solidFill>
                  <a:srgbClr val="74648C"/>
                </a:solidFill>
                <a:latin typeface="Noto Sans CJK SC"/>
                <a:ea typeface="Noto Sans CJK SC"/>
                <a:cs typeface="Noto Sans CJK SC"/>
              </a:defRPr>
            </a:lvl7pPr>
            <a:lvl8pPr algn="l">
              <a:defRPr sz="1575" b="0">
                <a:solidFill>
                  <a:srgbClr val="74648C"/>
                </a:solidFill>
                <a:latin typeface="Noto Sans CJK SC"/>
                <a:ea typeface="Noto Sans CJK SC"/>
                <a:cs typeface="Noto Sans CJK SC"/>
              </a:defRPr>
            </a:lvl8pPr>
            <a:lvl9pPr algn="l">
              <a:defRPr sz="1575" b="0">
                <a:solidFill>
                  <a:srgbClr val="74648C"/>
                </a:solidFill>
                <a:latin typeface="Noto Sans CJK SC"/>
                <a:ea typeface="Noto Sans CJK SC"/>
                <a:cs typeface="Noto Sans CJK SC"/>
              </a:defRPr>
            </a:lvl9pPr>
          </a:lstStyle>
          <a:p xmlns:a="http://schemas.openxmlformats.org/drawingml/2006/main">
            <a:pPr algn="l">
              <a:buNone/>
              <a:defRPr sz="1575" b="0">
                <a:solidFill>
                  <a:srgbClr val="74648C"/>
                </a:solidFill>
                <a:latin typeface="Noto Sans CJK SC"/>
                <a:ea typeface="Noto Sans CJK SC"/>
                <a:cs typeface="Noto Sans CJK SC"/>
              </a:defRPr>
            </a:pPr>
            <a:r>
              <a:rPr sz="1575" b="0">
                <a:solidFill>
                  <a:srgbClr val="74648C"/>
                </a:solidFill>
                <a:latin typeface="Noto Sans CJK SC"/>
                <a:ea typeface="Noto Sans CJK SC"/>
                <a:cs typeface="Noto Sans CJK SC"/>
              </a:rPr>
              <a:t>二维源概率</a:t>
            </a:r>
            <a:endParaRPr sz="1875" b="1">
              <a:solidFill>
                <a:srgbClr val="6C648E"/>
              </a:solidFill>
              <a:latin typeface="Arial"/>
              <a:ea typeface="Arial"/>
              <a:cs typeface="Arial"/>
            </a:endParaRPr>
          </a:p>
        </p:txBody>
      </p:sp>
      <p:sp>
        <p:nvSpPr>
          <p:cNvPr id="604" name="04_COMPARISON__distribution_symbol">
            <a:extLst xmlns:a="http://schemas.openxmlformats.org/drawingml/2006/main">
              <a:ext uri="{FF2B5EF4-FFF2-40B4-BE49-F238E27FC236}">
                <a16:creationId xmlns:a16="http://schemas.microsoft.com/office/drawing/2014/main" id="{54A2EC04-DFFF-4FCB-8C71-B31BABE2A389}"/>
              </a:ext>
            </a:extLst>
          </p:cNvPr>
          <p:cNvSpPr>
            <a:spLocks xmlns:a="http://schemas.openxmlformats.org/drawingml/2006/main" noGrp="1"/>
          </p:cNvSpPr>
          <p:nvPr/>
        </p:nvSpPr>
        <p:spPr>
          <a:xfrm xmlns:a="http://schemas.openxmlformats.org/drawingml/2006/main" rot="0" flipH="0" flipV="0">
            <a:off x="5671185" y="6917055"/>
            <a:ext cx="1889760" cy="2362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575" b="0">
                <a:solidFill>
                  <a:srgbClr val="74648C"/>
                </a:solidFill>
                <a:latin typeface="Noto Sans CJK SC"/>
                <a:ea typeface="Noto Sans CJK SC"/>
                <a:cs typeface="Noto Sans CJK SC"/>
              </a:defRPr>
            </a:defPPr>
            <a:lvl1pPr algn="l">
              <a:defRPr sz="1575" b="0">
                <a:solidFill>
                  <a:srgbClr val="74648C"/>
                </a:solidFill>
                <a:latin typeface="Noto Sans CJK SC"/>
                <a:ea typeface="Noto Sans CJK SC"/>
                <a:cs typeface="Noto Sans CJK SC"/>
              </a:defRPr>
            </a:lvl1pPr>
            <a:lvl2pPr algn="l">
              <a:defRPr sz="1575" b="0">
                <a:solidFill>
                  <a:srgbClr val="74648C"/>
                </a:solidFill>
                <a:latin typeface="Noto Sans CJK SC"/>
                <a:ea typeface="Noto Sans CJK SC"/>
                <a:cs typeface="Noto Sans CJK SC"/>
              </a:defRPr>
            </a:lvl2pPr>
            <a:lvl3pPr algn="l">
              <a:defRPr sz="1575" b="0">
                <a:solidFill>
                  <a:srgbClr val="74648C"/>
                </a:solidFill>
                <a:latin typeface="Noto Sans CJK SC"/>
                <a:ea typeface="Noto Sans CJK SC"/>
                <a:cs typeface="Noto Sans CJK SC"/>
              </a:defRPr>
            </a:lvl3pPr>
            <a:lvl4pPr algn="l">
              <a:defRPr sz="1575" b="0">
                <a:solidFill>
                  <a:srgbClr val="74648C"/>
                </a:solidFill>
                <a:latin typeface="Noto Sans CJK SC"/>
                <a:ea typeface="Noto Sans CJK SC"/>
                <a:cs typeface="Noto Sans CJK SC"/>
              </a:defRPr>
            </a:lvl4pPr>
            <a:lvl5pPr algn="l">
              <a:defRPr sz="1575" b="0">
                <a:solidFill>
                  <a:srgbClr val="74648C"/>
                </a:solidFill>
                <a:latin typeface="Noto Sans CJK SC"/>
                <a:ea typeface="Noto Sans CJK SC"/>
                <a:cs typeface="Noto Sans CJK SC"/>
              </a:defRPr>
            </a:lvl5pPr>
            <a:lvl6pPr algn="l">
              <a:defRPr sz="1575" b="0">
                <a:solidFill>
                  <a:srgbClr val="74648C"/>
                </a:solidFill>
                <a:latin typeface="Noto Sans CJK SC"/>
                <a:ea typeface="Noto Sans CJK SC"/>
                <a:cs typeface="Noto Sans CJK SC"/>
              </a:defRPr>
            </a:lvl6pPr>
            <a:lvl7pPr algn="l">
              <a:defRPr sz="1575" b="0">
                <a:solidFill>
                  <a:srgbClr val="74648C"/>
                </a:solidFill>
                <a:latin typeface="Noto Sans CJK SC"/>
                <a:ea typeface="Noto Sans CJK SC"/>
                <a:cs typeface="Noto Sans CJK SC"/>
              </a:defRPr>
            </a:lvl7pPr>
            <a:lvl8pPr algn="l">
              <a:defRPr sz="1575" b="0">
                <a:solidFill>
                  <a:srgbClr val="74648C"/>
                </a:solidFill>
                <a:latin typeface="Noto Sans CJK SC"/>
                <a:ea typeface="Noto Sans CJK SC"/>
                <a:cs typeface="Noto Sans CJK SC"/>
              </a:defRPr>
            </a:lvl8pPr>
            <a:lvl9pPr algn="l">
              <a:defRPr sz="1575" b="0">
                <a:solidFill>
                  <a:srgbClr val="74648C"/>
                </a:solidFill>
                <a:latin typeface="Noto Sans CJK SC"/>
                <a:ea typeface="Noto Sans CJK SC"/>
                <a:cs typeface="Noto Sans CJK SC"/>
              </a:defRPr>
            </a:lvl9pPr>
          </a:lstStyle>
          <a:p xmlns:a="http://schemas.openxmlformats.org/drawingml/2006/main">
            <a:pPr algn="l">
              <a:buNone/>
              <a:defRPr sz="1575" b="0">
                <a:solidFill>
                  <a:srgbClr val="74648C"/>
                </a:solidFill>
                <a:latin typeface="Noto Sans CJK SC"/>
                <a:ea typeface="Noto Sans CJK SC"/>
                <a:cs typeface="Noto Sans CJK SC"/>
              </a:defRPr>
            </a:pPr>
            <a:r>
              <a:rPr sz="1575" b="0">
                <a:solidFill>
                  <a:srgbClr val="74648C"/>
                </a:solidFill>
                <a:latin typeface="Noto Sans CJK SC"/>
                <a:ea typeface="Noto Sans CJK SC"/>
                <a:cs typeface="Noto Sans CJK SC"/>
              </a:rPr>
              <a:t>p(S | H)</a:t>
            </a:r>
            <a:endParaRPr sz="1950" b="0">
              <a:solidFill>
                <a:srgbClr val="6C648E"/>
              </a:solidFill>
              <a:latin typeface="Arial"/>
              <a:ea typeface="Arial"/>
              <a:cs typeface="Arial"/>
            </a:endParaRPr>
          </a:p>
        </p:txBody>
      </p:sp>
      <p:sp>
        <p:nvSpPr>
          <p:cNvPr id="691" name="08_ROUTES__measured_to_comparison_port1">
            <a:extLst xmlns:a="http://schemas.openxmlformats.org/drawingml/2006/main">
              <a:ext uri="{FF2B5EF4-FFF2-40B4-BE49-F238E27FC236}">
                <a16:creationId xmlns:a16="http://schemas.microsoft.com/office/drawing/2014/main" id="{039B8CA2-3D50-4233-9578-DE0CB2D2C5A1}"/>
              </a:ext>
            </a:extLst>
          </p:cNvPr>
          <p:cNvSpPr>
            <a:spLocks xmlns:a="http://schemas.openxmlformats.org/drawingml/2006/main" noGrp="1"/>
          </p:cNvSpPr>
          <p:nvPr/>
        </p:nvSpPr>
        <p:spPr>
          <a:xfrm xmlns:a="http://schemas.openxmlformats.org/drawingml/2006/main" rot="0" flipH="0" flipV="0">
            <a:off x="2492883" y="4973193"/>
            <a:ext cx="1524" cy="1524"/>
          </a:xfrm>
          <a:prstGeom xmlns:a="http://schemas.openxmlformats.org/drawingml/2006/main" prst="rect">
            <a:avLst/>
          </a:prstGeom>
          <a:noFill xmlns:a="http://schemas.openxmlformats.org/drawingml/2006/main"/>
          <a:ln xmlns:a="http://schemas.openxmlformats.org/drawingml/2006/main" w="0">
            <a:noFill/>
          </a:ln>
        </p:spPr>
      </p:sp>
      <p:sp>
        <p:nvSpPr>
          <p:cNvPr id="696" name="08_ROUTES__predictions_to_comparison_port3">
            <a:extLst xmlns:a="http://schemas.openxmlformats.org/drawingml/2006/main">
              <a:ext uri="{FF2B5EF4-FFF2-40B4-BE49-F238E27FC236}">
                <a16:creationId xmlns:a16="http://schemas.microsoft.com/office/drawing/2014/main" id="{D3F46A04-AC74-4C45-8841-1E89B5FA80AB}"/>
              </a:ext>
            </a:extLst>
          </p:cNvPr>
          <p:cNvSpPr>
            <a:spLocks xmlns:a="http://schemas.openxmlformats.org/drawingml/2006/main" noGrp="1"/>
          </p:cNvSpPr>
          <p:nvPr/>
        </p:nvSpPr>
        <p:spPr>
          <a:xfrm xmlns:a="http://schemas.openxmlformats.org/drawingml/2006/main" rot="0" flipH="0" flipV="0">
            <a:off x="5007483" y="4973193"/>
            <a:ext cx="1524" cy="1524"/>
          </a:xfrm>
          <a:prstGeom xmlns:a="http://schemas.openxmlformats.org/drawingml/2006/main" prst="rect">
            <a:avLst/>
          </a:prstGeom>
          <a:noFill xmlns:a="http://schemas.openxmlformats.org/drawingml/2006/main"/>
          <a:ln xmlns:a="http://schemas.openxmlformats.org/drawingml/2006/main" w="0">
            <a:noFill/>
          </a:ln>
        </p:spPr>
      </p:sp>
      <p:sp>
        <p:nvSpPr>
          <p:cNvPr id="703" name="08_ROUTES__posterior_to_planning_port0">
            <a:extLst xmlns:a="http://schemas.openxmlformats.org/drawingml/2006/main">
              <a:ext uri="{FF2B5EF4-FFF2-40B4-BE49-F238E27FC236}">
                <a16:creationId xmlns:a16="http://schemas.microsoft.com/office/drawing/2014/main" id="{FB1864FB-4279-46CC-8EF3-22D2C0982682}"/>
              </a:ext>
            </a:extLst>
          </p:cNvPr>
          <p:cNvSpPr>
            <a:spLocks xmlns:a="http://schemas.openxmlformats.org/drawingml/2006/main" noGrp="1"/>
          </p:cNvSpPr>
          <p:nvPr/>
        </p:nvSpPr>
        <p:spPr>
          <a:xfrm xmlns:a="http://schemas.openxmlformats.org/drawingml/2006/main" rot="0" flipH="0" flipV="0">
            <a:off x="7743063" y="6093333"/>
            <a:ext cx="1524" cy="1524"/>
          </a:xfrm>
          <a:prstGeom xmlns:a="http://schemas.openxmlformats.org/drawingml/2006/main" prst="rect">
            <a:avLst/>
          </a:prstGeom>
          <a:noFill xmlns:a="http://schemas.openxmlformats.org/drawingml/2006/main"/>
          <a:ln xmlns:a="http://schemas.openxmlformats.org/drawingml/2006/main" w="0">
            <a:noFill/>
          </a:ln>
        </p:spPr>
      </p:sp>
      <p:sp>
        <p:nvSpPr>
          <p:cNvPr id="605" name="01_REGIONS__sampling_panel">
            <a:extLst xmlns:a="http://schemas.openxmlformats.org/drawingml/2006/main">
              <a:ext uri="{FF2B5EF4-FFF2-40B4-BE49-F238E27FC236}">
                <a16:creationId xmlns:a16="http://schemas.microsoft.com/office/drawing/2014/main" id="{A10F5008-60C4-4301-9D46-2B5CD364DE35}"/>
              </a:ext>
            </a:extLst>
          </p:cNvPr>
          <p:cNvSpPr>
            <a:spLocks xmlns:a="http://schemas.openxmlformats.org/drawingml/2006/main" noGrp="1"/>
          </p:cNvSpPr>
          <p:nvPr/>
        </p:nvSpPr>
        <p:spPr>
          <a:xfrm xmlns:a="http://schemas.openxmlformats.org/drawingml/2006/main" rot="0" flipH="0" flipV="0">
            <a:off x="8048625" y="4981575"/>
            <a:ext cx="3886200" cy="2194560"/>
          </a:xfrm>
          <a:prstGeom xmlns:a="http://schemas.openxmlformats.org/drawingml/2006/main" prst="roundRect">
            <a:avLst>
              <a:gd name="adj" fmla="val 6250"/>
            </a:avLst>
          </a:prstGeom>
          <a:solidFill xmlns:a="http://schemas.openxmlformats.org/drawingml/2006/main">
            <a:srgbClr val="FBF5EC"/>
          </a:solidFill>
          <a:ln xmlns:a="http://schemas.openxmlformats.org/drawingml/2006/main" w="0">
            <a:noFill/>
          </a:ln>
        </p:spPr>
      </p:sp>
      <p:sp>
        <p:nvSpPr>
          <p:cNvPr id="606" name="05_SAMPLING__sampling_letter">
            <a:extLst xmlns:a="http://schemas.openxmlformats.org/drawingml/2006/main">
              <a:ext uri="{FF2B5EF4-FFF2-40B4-BE49-F238E27FC236}">
                <a16:creationId xmlns:a16="http://schemas.microsoft.com/office/drawing/2014/main" id="{126C614C-E566-4188-A596-263A755A76D9}"/>
              </a:ext>
            </a:extLst>
          </p:cNvPr>
          <p:cNvSpPr>
            <a:spLocks xmlns:a="http://schemas.openxmlformats.org/drawingml/2006/main" noGrp="1"/>
          </p:cNvSpPr>
          <p:nvPr/>
        </p:nvSpPr>
        <p:spPr>
          <a:xfrm xmlns:a="http://schemas.openxmlformats.org/drawingml/2006/main" rot="0" flipH="0" flipV="0">
            <a:off x="8216265" y="5126355"/>
            <a:ext cx="236220" cy="2819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575" b="0">
                <a:solidFill>
                  <a:srgbClr val="B16B26"/>
                </a:solidFill>
                <a:latin typeface="Noto Sans CJK SC"/>
                <a:ea typeface="Noto Sans CJK SC"/>
                <a:cs typeface="Noto Sans CJK SC"/>
              </a:defRPr>
            </a:defPPr>
            <a:lvl1pPr algn="l">
              <a:defRPr sz="1575" b="0">
                <a:solidFill>
                  <a:srgbClr val="B16B26"/>
                </a:solidFill>
                <a:latin typeface="Noto Sans CJK SC"/>
                <a:ea typeface="Noto Sans CJK SC"/>
                <a:cs typeface="Noto Sans CJK SC"/>
              </a:defRPr>
            </a:lvl1pPr>
            <a:lvl2pPr algn="l">
              <a:defRPr sz="1575" b="0">
                <a:solidFill>
                  <a:srgbClr val="B16B26"/>
                </a:solidFill>
                <a:latin typeface="Noto Sans CJK SC"/>
                <a:ea typeface="Noto Sans CJK SC"/>
                <a:cs typeface="Noto Sans CJK SC"/>
              </a:defRPr>
            </a:lvl2pPr>
            <a:lvl3pPr algn="l">
              <a:defRPr sz="1575" b="0">
                <a:solidFill>
                  <a:srgbClr val="B16B26"/>
                </a:solidFill>
                <a:latin typeface="Noto Sans CJK SC"/>
                <a:ea typeface="Noto Sans CJK SC"/>
                <a:cs typeface="Noto Sans CJK SC"/>
              </a:defRPr>
            </a:lvl3pPr>
            <a:lvl4pPr algn="l">
              <a:defRPr sz="1575" b="0">
                <a:solidFill>
                  <a:srgbClr val="B16B26"/>
                </a:solidFill>
                <a:latin typeface="Noto Sans CJK SC"/>
                <a:ea typeface="Noto Sans CJK SC"/>
                <a:cs typeface="Noto Sans CJK SC"/>
              </a:defRPr>
            </a:lvl4pPr>
            <a:lvl5pPr algn="l">
              <a:defRPr sz="1575" b="0">
                <a:solidFill>
                  <a:srgbClr val="B16B26"/>
                </a:solidFill>
                <a:latin typeface="Noto Sans CJK SC"/>
                <a:ea typeface="Noto Sans CJK SC"/>
                <a:cs typeface="Noto Sans CJK SC"/>
              </a:defRPr>
            </a:lvl5pPr>
            <a:lvl6pPr algn="l">
              <a:defRPr sz="1575" b="0">
                <a:solidFill>
                  <a:srgbClr val="B16B26"/>
                </a:solidFill>
                <a:latin typeface="Noto Sans CJK SC"/>
                <a:ea typeface="Noto Sans CJK SC"/>
                <a:cs typeface="Noto Sans CJK SC"/>
              </a:defRPr>
            </a:lvl6pPr>
            <a:lvl7pPr algn="l">
              <a:defRPr sz="1575" b="0">
                <a:solidFill>
                  <a:srgbClr val="B16B26"/>
                </a:solidFill>
                <a:latin typeface="Noto Sans CJK SC"/>
                <a:ea typeface="Noto Sans CJK SC"/>
                <a:cs typeface="Noto Sans CJK SC"/>
              </a:defRPr>
            </a:lvl7pPr>
            <a:lvl8pPr algn="l">
              <a:defRPr sz="1575" b="0">
                <a:solidFill>
                  <a:srgbClr val="B16B26"/>
                </a:solidFill>
                <a:latin typeface="Noto Sans CJK SC"/>
                <a:ea typeface="Noto Sans CJK SC"/>
                <a:cs typeface="Noto Sans CJK SC"/>
              </a:defRPr>
            </a:lvl8pPr>
            <a:lvl9pPr algn="l">
              <a:defRPr sz="1575" b="0">
                <a:solidFill>
                  <a:srgbClr val="B16B26"/>
                </a:solidFill>
                <a:latin typeface="Noto Sans CJK SC"/>
                <a:ea typeface="Noto Sans CJK SC"/>
                <a:cs typeface="Noto Sans CJK SC"/>
              </a:defRPr>
            </a:lvl9pPr>
          </a:lstStyle>
          <a:p xmlns:a="http://schemas.openxmlformats.org/drawingml/2006/main">
            <a:pPr algn="l">
              <a:buNone/>
              <a:defRPr sz="1575" b="0">
                <a:solidFill>
                  <a:srgbClr val="B16B26"/>
                </a:solidFill>
                <a:latin typeface="Noto Sans CJK SC"/>
                <a:ea typeface="Noto Sans CJK SC"/>
                <a:cs typeface="Noto Sans CJK SC"/>
              </a:defRPr>
            </a:pPr>
            <a:r>
              <a:rPr sz="1575" b="0">
                <a:solidFill>
                  <a:srgbClr val="B16B26"/>
                </a:solidFill>
                <a:latin typeface="Noto Sans CJK SC"/>
                <a:ea typeface="Noto Sans CJK SC"/>
                <a:cs typeface="Noto Sans CJK SC"/>
              </a:rPr>
              <a:t>d</a:t>
            </a:r>
            <a:endParaRPr sz="2175" b="1">
              <a:solidFill>
                <a:srgbClr val="A86D27"/>
              </a:solidFill>
              <a:latin typeface="Arial"/>
              <a:ea typeface="Arial"/>
              <a:cs typeface="Arial"/>
            </a:endParaRPr>
          </a:p>
        </p:txBody>
      </p:sp>
      <p:sp>
        <p:nvSpPr>
          <p:cNvPr id="607" name="05_SAMPLING__sampling_heading">
            <a:extLst xmlns:a="http://schemas.openxmlformats.org/drawingml/2006/main">
              <a:ext uri="{FF2B5EF4-FFF2-40B4-BE49-F238E27FC236}">
                <a16:creationId xmlns:a16="http://schemas.microsoft.com/office/drawing/2014/main" id="{8899E851-F16F-4DAA-9E91-12C178131529}"/>
              </a:ext>
            </a:extLst>
          </p:cNvPr>
          <p:cNvSpPr>
            <a:spLocks xmlns:a="http://schemas.openxmlformats.org/drawingml/2006/main" noGrp="1"/>
          </p:cNvSpPr>
          <p:nvPr/>
        </p:nvSpPr>
        <p:spPr>
          <a:xfrm xmlns:a="http://schemas.openxmlformats.org/drawingml/2006/main" rot="0" flipH="0" flipV="0">
            <a:off x="8521065" y="5126355"/>
            <a:ext cx="3238500" cy="2819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875" b="1">
                <a:solidFill>
                  <a:srgbClr val="B16B26"/>
                </a:solidFill>
                <a:latin typeface="Noto Sans CJK SC"/>
                <a:ea typeface="Noto Sans CJK SC"/>
                <a:cs typeface="Noto Sans CJK SC"/>
              </a:defRPr>
            </a:defPPr>
            <a:lvl1pPr algn="l">
              <a:defRPr sz="1875" b="1">
                <a:solidFill>
                  <a:srgbClr val="B16B26"/>
                </a:solidFill>
                <a:latin typeface="Noto Sans CJK SC"/>
                <a:ea typeface="Noto Sans CJK SC"/>
                <a:cs typeface="Noto Sans CJK SC"/>
              </a:defRPr>
            </a:lvl1pPr>
            <a:lvl2pPr algn="l">
              <a:defRPr sz="1875" b="1">
                <a:solidFill>
                  <a:srgbClr val="B16B26"/>
                </a:solidFill>
                <a:latin typeface="Noto Sans CJK SC"/>
                <a:ea typeface="Noto Sans CJK SC"/>
                <a:cs typeface="Noto Sans CJK SC"/>
              </a:defRPr>
            </a:lvl2pPr>
            <a:lvl3pPr algn="l">
              <a:defRPr sz="1875" b="1">
                <a:solidFill>
                  <a:srgbClr val="B16B26"/>
                </a:solidFill>
                <a:latin typeface="Noto Sans CJK SC"/>
                <a:ea typeface="Noto Sans CJK SC"/>
                <a:cs typeface="Noto Sans CJK SC"/>
              </a:defRPr>
            </a:lvl3pPr>
            <a:lvl4pPr algn="l">
              <a:defRPr sz="1875" b="1">
                <a:solidFill>
                  <a:srgbClr val="B16B26"/>
                </a:solidFill>
                <a:latin typeface="Noto Sans CJK SC"/>
                <a:ea typeface="Noto Sans CJK SC"/>
                <a:cs typeface="Noto Sans CJK SC"/>
              </a:defRPr>
            </a:lvl4pPr>
            <a:lvl5pPr algn="l">
              <a:defRPr sz="1875" b="1">
                <a:solidFill>
                  <a:srgbClr val="B16B26"/>
                </a:solidFill>
                <a:latin typeface="Noto Sans CJK SC"/>
                <a:ea typeface="Noto Sans CJK SC"/>
                <a:cs typeface="Noto Sans CJK SC"/>
              </a:defRPr>
            </a:lvl5pPr>
            <a:lvl6pPr algn="l">
              <a:defRPr sz="1875" b="1">
                <a:solidFill>
                  <a:srgbClr val="B16B26"/>
                </a:solidFill>
                <a:latin typeface="Noto Sans CJK SC"/>
                <a:ea typeface="Noto Sans CJK SC"/>
                <a:cs typeface="Noto Sans CJK SC"/>
              </a:defRPr>
            </a:lvl6pPr>
            <a:lvl7pPr algn="l">
              <a:defRPr sz="1875" b="1">
                <a:solidFill>
                  <a:srgbClr val="B16B26"/>
                </a:solidFill>
                <a:latin typeface="Noto Sans CJK SC"/>
                <a:ea typeface="Noto Sans CJK SC"/>
                <a:cs typeface="Noto Sans CJK SC"/>
              </a:defRPr>
            </a:lvl7pPr>
            <a:lvl8pPr algn="l">
              <a:defRPr sz="1875" b="1">
                <a:solidFill>
                  <a:srgbClr val="B16B26"/>
                </a:solidFill>
                <a:latin typeface="Noto Sans CJK SC"/>
                <a:ea typeface="Noto Sans CJK SC"/>
                <a:cs typeface="Noto Sans CJK SC"/>
              </a:defRPr>
            </a:lvl8pPr>
            <a:lvl9pPr algn="l">
              <a:defRPr sz="1875" b="1">
                <a:solidFill>
                  <a:srgbClr val="B16B26"/>
                </a:solidFill>
                <a:latin typeface="Noto Sans CJK SC"/>
                <a:ea typeface="Noto Sans CJK SC"/>
                <a:cs typeface="Noto Sans CJK SC"/>
              </a:defRPr>
            </a:lvl9pPr>
          </a:lstStyle>
          <a:p xmlns:a="http://schemas.openxmlformats.org/drawingml/2006/main">
            <a:pPr algn="l">
              <a:buNone/>
              <a:defRPr sz="1875" b="1">
                <a:solidFill>
                  <a:srgbClr val="B16B26"/>
                </a:solidFill>
                <a:latin typeface="Noto Sans CJK SC"/>
                <a:ea typeface="Noto Sans CJK SC"/>
                <a:cs typeface="Noto Sans CJK SC"/>
              </a:defRPr>
            </a:pPr>
            <a:r>
              <a:rPr sz="1875" b="1">
                <a:solidFill>
                  <a:srgbClr val="B16B26"/>
                </a:solidFill>
                <a:latin typeface="Noto Sans CJK SC"/>
                <a:ea typeface="Noto Sans CJK SC"/>
                <a:cs typeface="Noto Sans CJK SC"/>
              </a:rPr>
              <a:t>主动选择下一测点</a:t>
            </a:r>
            <a:endParaRPr sz="2175" b="1">
              <a:solidFill>
                <a:srgbClr val="233440"/>
              </a:solidFill>
              <a:latin typeface="Arial"/>
              <a:ea typeface="Arial"/>
              <a:cs typeface="Arial"/>
            </a:endParaRPr>
          </a:p>
        </p:txBody>
      </p:sp>
      <p:sp>
        <p:nvSpPr>
          <p:cNvPr id="608" name="05_SAMPLING__interest_r0c0">
            <a:extLst xmlns:a="http://schemas.openxmlformats.org/drawingml/2006/main">
              <a:ext uri="{FF2B5EF4-FFF2-40B4-BE49-F238E27FC236}">
                <a16:creationId xmlns:a16="http://schemas.microsoft.com/office/drawing/2014/main" id="{3CCADAD0-ADFF-4DF4-B3CA-CB2F9BE9E9EC}"/>
              </a:ext>
            </a:extLst>
          </p:cNvPr>
          <p:cNvSpPr>
            <a:spLocks xmlns:a="http://schemas.openxmlformats.org/drawingml/2006/main" noGrp="1"/>
          </p:cNvSpPr>
          <p:nvPr/>
        </p:nvSpPr>
        <p:spPr>
          <a:xfrm xmlns:a="http://schemas.openxmlformats.org/drawingml/2006/main" rot="0" flipH="0" flipV="0">
            <a:off x="8239125" y="5484495"/>
            <a:ext cx="167640" cy="167640"/>
          </a:xfrm>
          <a:prstGeom xmlns:a="http://schemas.openxmlformats.org/drawingml/2006/main" prst="rect">
            <a:avLst/>
          </a:prstGeom>
          <a:solidFill xmlns:a="http://schemas.openxmlformats.org/drawingml/2006/main">
            <a:srgbClr val="F5F4F2"/>
          </a:solidFill>
          <a:ln xmlns:a="http://schemas.openxmlformats.org/drawingml/2006/main" w="7620">
            <a:solidFill>
              <a:srgbClr val="FFFFFF"/>
            </a:solidFill>
          </a:ln>
        </p:spPr>
      </p:sp>
      <p:sp>
        <p:nvSpPr>
          <p:cNvPr id="609" name="05_SAMPLING__interest_r0c1">
            <a:extLst xmlns:a="http://schemas.openxmlformats.org/drawingml/2006/main">
              <a:ext uri="{FF2B5EF4-FFF2-40B4-BE49-F238E27FC236}">
                <a16:creationId xmlns:a16="http://schemas.microsoft.com/office/drawing/2014/main" id="{8277C714-F71C-4876-919C-B6676AA25EE7}"/>
              </a:ext>
            </a:extLst>
          </p:cNvPr>
          <p:cNvSpPr>
            <a:spLocks xmlns:a="http://schemas.openxmlformats.org/drawingml/2006/main" noGrp="1"/>
          </p:cNvSpPr>
          <p:nvPr/>
        </p:nvSpPr>
        <p:spPr>
          <a:xfrm xmlns:a="http://schemas.openxmlformats.org/drawingml/2006/main" rot="0" flipH="0" flipV="0">
            <a:off x="8406765" y="5484495"/>
            <a:ext cx="167640" cy="167640"/>
          </a:xfrm>
          <a:prstGeom xmlns:a="http://schemas.openxmlformats.org/drawingml/2006/main" prst="rect">
            <a:avLst/>
          </a:prstGeom>
          <a:solidFill xmlns:a="http://schemas.openxmlformats.org/drawingml/2006/main">
            <a:srgbClr val="F5F4F2"/>
          </a:solidFill>
          <a:ln xmlns:a="http://schemas.openxmlformats.org/drawingml/2006/main" w="7620">
            <a:solidFill>
              <a:srgbClr val="FFFFFF"/>
            </a:solidFill>
          </a:ln>
        </p:spPr>
      </p:sp>
      <p:sp>
        <p:nvSpPr>
          <p:cNvPr id="610" name="05_SAMPLING__interest_r0c2">
            <a:extLst xmlns:a="http://schemas.openxmlformats.org/drawingml/2006/main">
              <a:ext uri="{FF2B5EF4-FFF2-40B4-BE49-F238E27FC236}">
                <a16:creationId xmlns:a16="http://schemas.microsoft.com/office/drawing/2014/main" id="{4AA390C4-5232-4ABE-95C5-934865046021}"/>
              </a:ext>
            </a:extLst>
          </p:cNvPr>
          <p:cNvSpPr>
            <a:spLocks xmlns:a="http://schemas.openxmlformats.org/drawingml/2006/main" noGrp="1"/>
          </p:cNvSpPr>
          <p:nvPr/>
        </p:nvSpPr>
        <p:spPr>
          <a:xfrm xmlns:a="http://schemas.openxmlformats.org/drawingml/2006/main" rot="0" flipH="0" flipV="0">
            <a:off x="8574405" y="5484495"/>
            <a:ext cx="167640" cy="167640"/>
          </a:xfrm>
          <a:prstGeom xmlns:a="http://schemas.openxmlformats.org/drawingml/2006/main" prst="rect">
            <a:avLst/>
          </a:prstGeom>
          <a:solidFill xmlns:a="http://schemas.openxmlformats.org/drawingml/2006/main">
            <a:srgbClr val="F5F4F2"/>
          </a:solidFill>
          <a:ln xmlns:a="http://schemas.openxmlformats.org/drawingml/2006/main" w="7620">
            <a:solidFill>
              <a:srgbClr val="FFFFFF"/>
            </a:solidFill>
          </a:ln>
        </p:spPr>
      </p:sp>
      <p:sp>
        <p:nvSpPr>
          <p:cNvPr id="611" name="05_SAMPLING__interest_r0c3">
            <a:extLst xmlns:a="http://schemas.openxmlformats.org/drawingml/2006/main">
              <a:ext uri="{FF2B5EF4-FFF2-40B4-BE49-F238E27FC236}">
                <a16:creationId xmlns:a16="http://schemas.microsoft.com/office/drawing/2014/main" id="{10206913-2637-4918-8109-8AD3E507E087}"/>
              </a:ext>
            </a:extLst>
          </p:cNvPr>
          <p:cNvSpPr>
            <a:spLocks xmlns:a="http://schemas.openxmlformats.org/drawingml/2006/main" noGrp="1"/>
          </p:cNvSpPr>
          <p:nvPr/>
        </p:nvSpPr>
        <p:spPr>
          <a:xfrm xmlns:a="http://schemas.openxmlformats.org/drawingml/2006/main" rot="0" flipH="0" flipV="0">
            <a:off x="8742045" y="5484495"/>
            <a:ext cx="167640" cy="167640"/>
          </a:xfrm>
          <a:prstGeom xmlns:a="http://schemas.openxmlformats.org/drawingml/2006/main" prst="rect">
            <a:avLst/>
          </a:prstGeom>
          <a:solidFill xmlns:a="http://schemas.openxmlformats.org/drawingml/2006/main">
            <a:srgbClr val="F5F4F1"/>
          </a:solidFill>
          <a:ln xmlns:a="http://schemas.openxmlformats.org/drawingml/2006/main" w="7620">
            <a:solidFill>
              <a:srgbClr val="FFFFFF"/>
            </a:solidFill>
          </a:ln>
        </p:spPr>
      </p:sp>
      <p:sp>
        <p:nvSpPr>
          <p:cNvPr id="612" name="05_SAMPLING__interest_r0c4">
            <a:extLst xmlns:a="http://schemas.openxmlformats.org/drawingml/2006/main">
              <a:ext uri="{FF2B5EF4-FFF2-40B4-BE49-F238E27FC236}">
                <a16:creationId xmlns:a16="http://schemas.microsoft.com/office/drawing/2014/main" id="{D9A5658C-50E5-4F09-8878-8B09B53CF4F0}"/>
              </a:ext>
            </a:extLst>
          </p:cNvPr>
          <p:cNvSpPr>
            <a:spLocks xmlns:a="http://schemas.openxmlformats.org/drawingml/2006/main" noGrp="1"/>
          </p:cNvSpPr>
          <p:nvPr/>
        </p:nvSpPr>
        <p:spPr>
          <a:xfrm xmlns:a="http://schemas.openxmlformats.org/drawingml/2006/main" rot="0" flipH="0" flipV="0">
            <a:off x="8909685" y="5484495"/>
            <a:ext cx="167640" cy="167640"/>
          </a:xfrm>
          <a:prstGeom xmlns:a="http://schemas.openxmlformats.org/drawingml/2006/main" prst="rect">
            <a:avLst/>
          </a:prstGeom>
          <a:solidFill xmlns:a="http://schemas.openxmlformats.org/drawingml/2006/main">
            <a:srgbClr val="606C73"/>
          </a:solidFill>
          <a:ln xmlns:a="http://schemas.openxmlformats.org/drawingml/2006/main" w="7620">
            <a:solidFill>
              <a:srgbClr val="FFFFFF"/>
            </a:solidFill>
          </a:ln>
        </p:spPr>
      </p:sp>
      <p:sp>
        <p:nvSpPr>
          <p:cNvPr id="613" name="05_SAMPLING__interest_r0c5">
            <a:extLst xmlns:a="http://schemas.openxmlformats.org/drawingml/2006/main">
              <a:ext uri="{FF2B5EF4-FFF2-40B4-BE49-F238E27FC236}">
                <a16:creationId xmlns:a16="http://schemas.microsoft.com/office/drawing/2014/main" id="{F029B7F1-814E-4C3C-BE42-9B625A23ED89}"/>
              </a:ext>
            </a:extLst>
          </p:cNvPr>
          <p:cNvSpPr>
            <a:spLocks xmlns:a="http://schemas.openxmlformats.org/drawingml/2006/main" noGrp="1"/>
          </p:cNvSpPr>
          <p:nvPr/>
        </p:nvSpPr>
        <p:spPr>
          <a:xfrm xmlns:a="http://schemas.openxmlformats.org/drawingml/2006/main" rot="0" flipH="0" flipV="0">
            <a:off x="9077325" y="5484495"/>
            <a:ext cx="167640" cy="167640"/>
          </a:xfrm>
          <a:prstGeom xmlns:a="http://schemas.openxmlformats.org/drawingml/2006/main" prst="rect">
            <a:avLst/>
          </a:prstGeom>
          <a:solidFill xmlns:a="http://schemas.openxmlformats.org/drawingml/2006/main">
            <a:srgbClr val="F4F3EF"/>
          </a:solidFill>
          <a:ln xmlns:a="http://schemas.openxmlformats.org/drawingml/2006/main" w="7620">
            <a:solidFill>
              <a:srgbClr val="FFFFFF"/>
            </a:solidFill>
          </a:ln>
        </p:spPr>
      </p:sp>
      <p:sp>
        <p:nvSpPr>
          <p:cNvPr id="614" name="05_SAMPLING__interest_r0c6">
            <a:extLst xmlns:a="http://schemas.openxmlformats.org/drawingml/2006/main">
              <a:ext uri="{FF2B5EF4-FFF2-40B4-BE49-F238E27FC236}">
                <a16:creationId xmlns:a16="http://schemas.microsoft.com/office/drawing/2014/main" id="{CFB69BF2-C193-4917-AC22-17A8B795220B}"/>
              </a:ext>
            </a:extLst>
          </p:cNvPr>
          <p:cNvSpPr>
            <a:spLocks xmlns:a="http://schemas.openxmlformats.org/drawingml/2006/main" noGrp="1"/>
          </p:cNvSpPr>
          <p:nvPr/>
        </p:nvSpPr>
        <p:spPr>
          <a:xfrm xmlns:a="http://schemas.openxmlformats.org/drawingml/2006/main" rot="0" flipH="0" flipV="0">
            <a:off x="9244965" y="5484495"/>
            <a:ext cx="167640" cy="167640"/>
          </a:xfrm>
          <a:prstGeom xmlns:a="http://schemas.openxmlformats.org/drawingml/2006/main" prst="rect">
            <a:avLst/>
          </a:prstGeom>
          <a:solidFill xmlns:a="http://schemas.openxmlformats.org/drawingml/2006/main">
            <a:srgbClr val="F2F0EB"/>
          </a:solidFill>
          <a:ln xmlns:a="http://schemas.openxmlformats.org/drawingml/2006/main" w="7620">
            <a:solidFill>
              <a:srgbClr val="FFFFFF"/>
            </a:solidFill>
          </a:ln>
        </p:spPr>
      </p:sp>
      <p:sp>
        <p:nvSpPr>
          <p:cNvPr id="615" name="05_SAMPLING__interest_r0c7">
            <a:extLst xmlns:a="http://schemas.openxmlformats.org/drawingml/2006/main">
              <a:ext uri="{FF2B5EF4-FFF2-40B4-BE49-F238E27FC236}">
                <a16:creationId xmlns:a16="http://schemas.microsoft.com/office/drawing/2014/main" id="{F025E00F-C975-4641-A36C-17C728A33DB1}"/>
              </a:ext>
            </a:extLst>
          </p:cNvPr>
          <p:cNvSpPr>
            <a:spLocks xmlns:a="http://schemas.openxmlformats.org/drawingml/2006/main" noGrp="1"/>
          </p:cNvSpPr>
          <p:nvPr/>
        </p:nvSpPr>
        <p:spPr>
          <a:xfrm xmlns:a="http://schemas.openxmlformats.org/drawingml/2006/main" rot="0" flipH="0" flipV="0">
            <a:off x="9412605" y="5484495"/>
            <a:ext cx="167640" cy="167640"/>
          </a:xfrm>
          <a:prstGeom xmlns:a="http://schemas.openxmlformats.org/drawingml/2006/main" prst="rect">
            <a:avLst/>
          </a:prstGeom>
          <a:solidFill xmlns:a="http://schemas.openxmlformats.org/drawingml/2006/main">
            <a:srgbClr val="F2EFE9"/>
          </a:solidFill>
          <a:ln xmlns:a="http://schemas.openxmlformats.org/drawingml/2006/main" w="7620">
            <a:solidFill>
              <a:srgbClr val="FFFFFF"/>
            </a:solidFill>
          </a:ln>
        </p:spPr>
      </p:sp>
      <p:sp>
        <p:nvSpPr>
          <p:cNvPr id="616" name="05_SAMPLING__interest_r0c8">
            <a:extLst xmlns:a="http://schemas.openxmlformats.org/drawingml/2006/main">
              <a:ext uri="{FF2B5EF4-FFF2-40B4-BE49-F238E27FC236}">
                <a16:creationId xmlns:a16="http://schemas.microsoft.com/office/drawing/2014/main" id="{27EE88CD-CC58-432A-888F-DDF1852F5976}"/>
              </a:ext>
            </a:extLst>
          </p:cNvPr>
          <p:cNvSpPr>
            <a:spLocks xmlns:a="http://schemas.openxmlformats.org/drawingml/2006/main" noGrp="1"/>
          </p:cNvSpPr>
          <p:nvPr/>
        </p:nvSpPr>
        <p:spPr>
          <a:xfrm xmlns:a="http://schemas.openxmlformats.org/drawingml/2006/main" rot="0" flipH="0" flipV="0">
            <a:off x="9580245" y="5484495"/>
            <a:ext cx="167640" cy="167640"/>
          </a:xfrm>
          <a:prstGeom xmlns:a="http://schemas.openxmlformats.org/drawingml/2006/main" prst="rect">
            <a:avLst/>
          </a:prstGeom>
          <a:solidFill xmlns:a="http://schemas.openxmlformats.org/drawingml/2006/main">
            <a:srgbClr val="F2F0EB"/>
          </a:solidFill>
          <a:ln xmlns:a="http://schemas.openxmlformats.org/drawingml/2006/main" w="7620">
            <a:solidFill>
              <a:srgbClr val="FFFFFF"/>
            </a:solidFill>
          </a:ln>
        </p:spPr>
      </p:sp>
      <p:sp>
        <p:nvSpPr>
          <p:cNvPr id="617" name="05_SAMPLING__interest_r0c9">
            <a:extLst xmlns:a="http://schemas.openxmlformats.org/drawingml/2006/main">
              <a:ext uri="{FF2B5EF4-FFF2-40B4-BE49-F238E27FC236}">
                <a16:creationId xmlns:a16="http://schemas.microsoft.com/office/drawing/2014/main" id="{9D1F8FDF-9109-4E32-94FE-D9242FD7B660}"/>
              </a:ext>
            </a:extLst>
          </p:cNvPr>
          <p:cNvSpPr>
            <a:spLocks xmlns:a="http://schemas.openxmlformats.org/drawingml/2006/main" noGrp="1"/>
          </p:cNvSpPr>
          <p:nvPr/>
        </p:nvSpPr>
        <p:spPr>
          <a:xfrm xmlns:a="http://schemas.openxmlformats.org/drawingml/2006/main" rot="0" flipH="0" flipV="0">
            <a:off x="9747885" y="5484495"/>
            <a:ext cx="167640" cy="167640"/>
          </a:xfrm>
          <a:prstGeom xmlns:a="http://schemas.openxmlformats.org/drawingml/2006/main" prst="rect">
            <a:avLst/>
          </a:prstGeom>
          <a:solidFill xmlns:a="http://schemas.openxmlformats.org/drawingml/2006/main">
            <a:srgbClr val="F4F2EE"/>
          </a:solidFill>
          <a:ln xmlns:a="http://schemas.openxmlformats.org/drawingml/2006/main" w="7620">
            <a:solidFill>
              <a:srgbClr val="FFFFFF"/>
            </a:solidFill>
          </a:ln>
        </p:spPr>
      </p:sp>
      <p:sp>
        <p:nvSpPr>
          <p:cNvPr id="618" name="05_SAMPLING__interest_r1c0">
            <a:extLst xmlns:a="http://schemas.openxmlformats.org/drawingml/2006/main">
              <a:ext uri="{FF2B5EF4-FFF2-40B4-BE49-F238E27FC236}">
                <a16:creationId xmlns:a16="http://schemas.microsoft.com/office/drawing/2014/main" id="{47C2306B-DD91-4428-96A0-9BD889E9BA86}"/>
              </a:ext>
            </a:extLst>
          </p:cNvPr>
          <p:cNvSpPr>
            <a:spLocks xmlns:a="http://schemas.openxmlformats.org/drawingml/2006/main" noGrp="1"/>
          </p:cNvSpPr>
          <p:nvPr/>
        </p:nvSpPr>
        <p:spPr>
          <a:xfrm xmlns:a="http://schemas.openxmlformats.org/drawingml/2006/main" rot="0" flipH="0" flipV="0">
            <a:off x="8239125" y="5652135"/>
            <a:ext cx="167640" cy="167640"/>
          </a:xfrm>
          <a:prstGeom xmlns:a="http://schemas.openxmlformats.org/drawingml/2006/main" prst="rect">
            <a:avLst/>
          </a:prstGeom>
          <a:solidFill xmlns:a="http://schemas.openxmlformats.org/drawingml/2006/main">
            <a:srgbClr val="F5F4F2"/>
          </a:solidFill>
          <a:ln xmlns:a="http://schemas.openxmlformats.org/drawingml/2006/main" w="7620">
            <a:solidFill>
              <a:srgbClr val="FFFFFF"/>
            </a:solidFill>
          </a:ln>
        </p:spPr>
      </p:sp>
      <p:sp>
        <p:nvSpPr>
          <p:cNvPr id="619" name="05_SAMPLING__interest_r1c1">
            <a:extLst xmlns:a="http://schemas.openxmlformats.org/drawingml/2006/main">
              <a:ext uri="{FF2B5EF4-FFF2-40B4-BE49-F238E27FC236}">
                <a16:creationId xmlns:a16="http://schemas.microsoft.com/office/drawing/2014/main" id="{ACAFADF9-0F46-4E21-9E59-D8C91F446E0A}"/>
              </a:ext>
            </a:extLst>
          </p:cNvPr>
          <p:cNvSpPr>
            <a:spLocks xmlns:a="http://schemas.openxmlformats.org/drawingml/2006/main" noGrp="1"/>
          </p:cNvSpPr>
          <p:nvPr/>
        </p:nvSpPr>
        <p:spPr>
          <a:xfrm xmlns:a="http://schemas.openxmlformats.org/drawingml/2006/main" rot="0" flipH="0" flipV="0">
            <a:off x="8406765" y="5652135"/>
            <a:ext cx="167640" cy="167640"/>
          </a:xfrm>
          <a:prstGeom xmlns:a="http://schemas.openxmlformats.org/drawingml/2006/main" prst="rect">
            <a:avLst/>
          </a:prstGeom>
          <a:solidFill xmlns:a="http://schemas.openxmlformats.org/drawingml/2006/main">
            <a:srgbClr val="F5F4F2"/>
          </a:solidFill>
          <a:ln xmlns:a="http://schemas.openxmlformats.org/drawingml/2006/main" w="7620">
            <a:solidFill>
              <a:srgbClr val="FFFFFF"/>
            </a:solidFill>
          </a:ln>
        </p:spPr>
      </p:sp>
      <p:sp>
        <p:nvSpPr>
          <p:cNvPr id="620" name="05_SAMPLING__interest_r1c2">
            <a:extLst xmlns:a="http://schemas.openxmlformats.org/drawingml/2006/main">
              <a:ext uri="{FF2B5EF4-FFF2-40B4-BE49-F238E27FC236}">
                <a16:creationId xmlns:a16="http://schemas.microsoft.com/office/drawing/2014/main" id="{D35D72BA-7CDF-490E-AF78-29F04C155E68}"/>
              </a:ext>
            </a:extLst>
          </p:cNvPr>
          <p:cNvSpPr>
            <a:spLocks xmlns:a="http://schemas.openxmlformats.org/drawingml/2006/main" noGrp="1"/>
          </p:cNvSpPr>
          <p:nvPr/>
        </p:nvSpPr>
        <p:spPr>
          <a:xfrm xmlns:a="http://schemas.openxmlformats.org/drawingml/2006/main" rot="0" flipH="0" flipV="0">
            <a:off x="8574405" y="5652135"/>
            <a:ext cx="167640" cy="167640"/>
          </a:xfrm>
          <a:prstGeom xmlns:a="http://schemas.openxmlformats.org/drawingml/2006/main" prst="rect">
            <a:avLst/>
          </a:prstGeom>
          <a:solidFill xmlns:a="http://schemas.openxmlformats.org/drawingml/2006/main">
            <a:srgbClr val="F5F4F2"/>
          </a:solidFill>
          <a:ln xmlns:a="http://schemas.openxmlformats.org/drawingml/2006/main" w="7620">
            <a:solidFill>
              <a:srgbClr val="FFFFFF"/>
            </a:solidFill>
          </a:ln>
        </p:spPr>
      </p:sp>
      <p:sp>
        <p:nvSpPr>
          <p:cNvPr id="621" name="05_SAMPLING__interest_r1c3">
            <a:extLst xmlns:a="http://schemas.openxmlformats.org/drawingml/2006/main">
              <a:ext uri="{FF2B5EF4-FFF2-40B4-BE49-F238E27FC236}">
                <a16:creationId xmlns:a16="http://schemas.microsoft.com/office/drawing/2014/main" id="{24149F0A-E09C-4A80-BAA0-70799D676247}"/>
              </a:ext>
            </a:extLst>
          </p:cNvPr>
          <p:cNvSpPr>
            <a:spLocks xmlns:a="http://schemas.openxmlformats.org/drawingml/2006/main" noGrp="1"/>
          </p:cNvSpPr>
          <p:nvPr/>
        </p:nvSpPr>
        <p:spPr>
          <a:xfrm xmlns:a="http://schemas.openxmlformats.org/drawingml/2006/main" rot="0" flipH="0" flipV="0">
            <a:off x="8742045" y="5652135"/>
            <a:ext cx="167640" cy="167640"/>
          </a:xfrm>
          <a:prstGeom xmlns:a="http://schemas.openxmlformats.org/drawingml/2006/main" prst="rect">
            <a:avLst/>
          </a:prstGeom>
          <a:solidFill xmlns:a="http://schemas.openxmlformats.org/drawingml/2006/main">
            <a:srgbClr val="F5F4F1"/>
          </a:solidFill>
          <a:ln xmlns:a="http://schemas.openxmlformats.org/drawingml/2006/main" w="7620">
            <a:solidFill>
              <a:srgbClr val="FFFFFF"/>
            </a:solidFill>
          </a:ln>
        </p:spPr>
      </p:sp>
      <p:sp>
        <p:nvSpPr>
          <p:cNvPr id="622" name="05_SAMPLING__interest_r1c4">
            <a:extLst xmlns:a="http://schemas.openxmlformats.org/drawingml/2006/main">
              <a:ext uri="{FF2B5EF4-FFF2-40B4-BE49-F238E27FC236}">
                <a16:creationId xmlns:a16="http://schemas.microsoft.com/office/drawing/2014/main" id="{1074E9BE-F27B-4AC7-AD76-B64C9B86D90F}"/>
              </a:ext>
            </a:extLst>
          </p:cNvPr>
          <p:cNvSpPr>
            <a:spLocks xmlns:a="http://schemas.openxmlformats.org/drawingml/2006/main" noGrp="1"/>
          </p:cNvSpPr>
          <p:nvPr/>
        </p:nvSpPr>
        <p:spPr>
          <a:xfrm xmlns:a="http://schemas.openxmlformats.org/drawingml/2006/main" rot="0" flipH="0" flipV="0">
            <a:off x="8909685" y="5652135"/>
            <a:ext cx="167640" cy="167640"/>
          </a:xfrm>
          <a:prstGeom xmlns:a="http://schemas.openxmlformats.org/drawingml/2006/main" prst="rect">
            <a:avLst/>
          </a:prstGeom>
          <a:solidFill xmlns:a="http://schemas.openxmlformats.org/drawingml/2006/main">
            <a:srgbClr val="606C73"/>
          </a:solidFill>
          <a:ln xmlns:a="http://schemas.openxmlformats.org/drawingml/2006/main" w="7620">
            <a:solidFill>
              <a:srgbClr val="FFFFFF"/>
            </a:solidFill>
          </a:ln>
        </p:spPr>
      </p:sp>
      <p:sp>
        <p:nvSpPr>
          <p:cNvPr id="623" name="05_SAMPLING__interest_r1c5">
            <a:extLst xmlns:a="http://schemas.openxmlformats.org/drawingml/2006/main">
              <a:ext uri="{FF2B5EF4-FFF2-40B4-BE49-F238E27FC236}">
                <a16:creationId xmlns:a16="http://schemas.microsoft.com/office/drawing/2014/main" id="{9017FC51-9F41-4C70-B09C-9AF42419722A}"/>
              </a:ext>
            </a:extLst>
          </p:cNvPr>
          <p:cNvSpPr>
            <a:spLocks xmlns:a="http://schemas.openxmlformats.org/drawingml/2006/main" noGrp="1"/>
          </p:cNvSpPr>
          <p:nvPr/>
        </p:nvSpPr>
        <p:spPr>
          <a:xfrm xmlns:a="http://schemas.openxmlformats.org/drawingml/2006/main" rot="0" flipH="0" flipV="0">
            <a:off x="9077325" y="5652135"/>
            <a:ext cx="167640" cy="167640"/>
          </a:xfrm>
          <a:prstGeom xmlns:a="http://schemas.openxmlformats.org/drawingml/2006/main" prst="rect">
            <a:avLst/>
          </a:prstGeom>
          <a:solidFill xmlns:a="http://schemas.openxmlformats.org/drawingml/2006/main">
            <a:srgbClr val="EEE9E0"/>
          </a:solidFill>
          <a:ln xmlns:a="http://schemas.openxmlformats.org/drawingml/2006/main" w="7620">
            <a:solidFill>
              <a:srgbClr val="FFFFFF"/>
            </a:solidFill>
          </a:ln>
        </p:spPr>
      </p:sp>
      <p:sp>
        <p:nvSpPr>
          <p:cNvPr id="624" name="05_SAMPLING__interest_r1c6">
            <a:extLst xmlns:a="http://schemas.openxmlformats.org/drawingml/2006/main">
              <a:ext uri="{FF2B5EF4-FFF2-40B4-BE49-F238E27FC236}">
                <a16:creationId xmlns:a16="http://schemas.microsoft.com/office/drawing/2014/main" id="{BD7249D3-3707-4F7B-8F12-E48CBD803460}"/>
              </a:ext>
            </a:extLst>
          </p:cNvPr>
          <p:cNvSpPr>
            <a:spLocks xmlns:a="http://schemas.openxmlformats.org/drawingml/2006/main" noGrp="1"/>
          </p:cNvSpPr>
          <p:nvPr/>
        </p:nvSpPr>
        <p:spPr>
          <a:xfrm xmlns:a="http://schemas.openxmlformats.org/drawingml/2006/main" rot="0" flipH="0" flipV="0">
            <a:off x="9244965" y="5652135"/>
            <a:ext cx="167640" cy="167640"/>
          </a:xfrm>
          <a:prstGeom xmlns:a="http://schemas.openxmlformats.org/drawingml/2006/main" prst="rect">
            <a:avLst/>
          </a:prstGeom>
          <a:solidFill xmlns:a="http://schemas.openxmlformats.org/drawingml/2006/main">
            <a:srgbClr val="E5D9C8"/>
          </a:solidFill>
          <a:ln xmlns:a="http://schemas.openxmlformats.org/drawingml/2006/main" w="7620">
            <a:solidFill>
              <a:srgbClr val="FFFFFF"/>
            </a:solidFill>
          </a:ln>
        </p:spPr>
      </p:sp>
      <p:sp>
        <p:nvSpPr>
          <p:cNvPr id="625" name="05_SAMPLING__interest_r1c7">
            <a:extLst xmlns:a="http://schemas.openxmlformats.org/drawingml/2006/main">
              <a:ext uri="{FF2B5EF4-FFF2-40B4-BE49-F238E27FC236}">
                <a16:creationId xmlns:a16="http://schemas.microsoft.com/office/drawing/2014/main" id="{D5E9A076-0722-4F93-B741-DFCDC872C6C9}"/>
              </a:ext>
            </a:extLst>
          </p:cNvPr>
          <p:cNvSpPr>
            <a:spLocks xmlns:a="http://schemas.openxmlformats.org/drawingml/2006/main" noGrp="1"/>
          </p:cNvSpPr>
          <p:nvPr/>
        </p:nvSpPr>
        <p:spPr>
          <a:xfrm xmlns:a="http://schemas.openxmlformats.org/drawingml/2006/main" rot="0" flipH="0" flipV="0">
            <a:off x="9412605" y="5652135"/>
            <a:ext cx="167640" cy="167640"/>
          </a:xfrm>
          <a:prstGeom xmlns:a="http://schemas.openxmlformats.org/drawingml/2006/main" prst="rect">
            <a:avLst/>
          </a:prstGeom>
          <a:solidFill xmlns:a="http://schemas.openxmlformats.org/drawingml/2006/main">
            <a:srgbClr val="DFCEB8"/>
          </a:solidFill>
          <a:ln xmlns:a="http://schemas.openxmlformats.org/drawingml/2006/main" w="7620">
            <a:solidFill>
              <a:srgbClr val="FFFFFF"/>
            </a:solidFill>
          </a:ln>
        </p:spPr>
      </p:sp>
      <p:sp>
        <p:nvSpPr>
          <p:cNvPr id="626" name="05_SAMPLING__interest_r1c8">
            <a:extLst xmlns:a="http://schemas.openxmlformats.org/drawingml/2006/main">
              <a:ext uri="{FF2B5EF4-FFF2-40B4-BE49-F238E27FC236}">
                <a16:creationId xmlns:a16="http://schemas.microsoft.com/office/drawing/2014/main" id="{F657D301-D3F4-40DB-BC41-F3C63995B348}"/>
              </a:ext>
            </a:extLst>
          </p:cNvPr>
          <p:cNvSpPr>
            <a:spLocks xmlns:a="http://schemas.openxmlformats.org/drawingml/2006/main" noGrp="1"/>
          </p:cNvSpPr>
          <p:nvPr/>
        </p:nvSpPr>
        <p:spPr>
          <a:xfrm xmlns:a="http://schemas.openxmlformats.org/drawingml/2006/main" rot="0" flipH="0" flipV="0">
            <a:off x="9580245" y="5652135"/>
            <a:ext cx="167640" cy="167640"/>
          </a:xfrm>
          <a:prstGeom xmlns:a="http://schemas.openxmlformats.org/drawingml/2006/main" prst="rect">
            <a:avLst/>
          </a:prstGeom>
          <a:solidFill xmlns:a="http://schemas.openxmlformats.org/drawingml/2006/main">
            <a:srgbClr val="E3D5C3"/>
          </a:solidFill>
          <a:ln xmlns:a="http://schemas.openxmlformats.org/drawingml/2006/main" w="7620">
            <a:solidFill>
              <a:srgbClr val="FFFFFF"/>
            </a:solidFill>
          </a:ln>
        </p:spPr>
      </p:sp>
      <p:sp>
        <p:nvSpPr>
          <p:cNvPr id="627" name="05_SAMPLING__interest_r1c9">
            <a:extLst xmlns:a="http://schemas.openxmlformats.org/drawingml/2006/main">
              <a:ext uri="{FF2B5EF4-FFF2-40B4-BE49-F238E27FC236}">
                <a16:creationId xmlns:a16="http://schemas.microsoft.com/office/drawing/2014/main" id="{149ADE28-7C73-4F32-80C0-505AAAAD8F30}"/>
              </a:ext>
            </a:extLst>
          </p:cNvPr>
          <p:cNvSpPr>
            <a:spLocks xmlns:a="http://schemas.openxmlformats.org/drawingml/2006/main" noGrp="1"/>
          </p:cNvSpPr>
          <p:nvPr/>
        </p:nvSpPr>
        <p:spPr>
          <a:xfrm xmlns:a="http://schemas.openxmlformats.org/drawingml/2006/main" rot="0" flipH="0" flipV="0">
            <a:off x="9747885" y="5652135"/>
            <a:ext cx="167640" cy="167640"/>
          </a:xfrm>
          <a:prstGeom xmlns:a="http://schemas.openxmlformats.org/drawingml/2006/main" prst="rect">
            <a:avLst/>
          </a:prstGeom>
          <a:solidFill xmlns:a="http://schemas.openxmlformats.org/drawingml/2006/main">
            <a:srgbClr val="EDE6DC"/>
          </a:solidFill>
          <a:ln xmlns:a="http://schemas.openxmlformats.org/drawingml/2006/main" w="7620">
            <a:solidFill>
              <a:srgbClr val="FFFFFF"/>
            </a:solidFill>
          </a:ln>
        </p:spPr>
      </p:sp>
      <p:sp>
        <p:nvSpPr>
          <p:cNvPr id="628" name="05_SAMPLING__interest_r2c0">
            <a:extLst xmlns:a="http://schemas.openxmlformats.org/drawingml/2006/main">
              <a:ext uri="{FF2B5EF4-FFF2-40B4-BE49-F238E27FC236}">
                <a16:creationId xmlns:a16="http://schemas.microsoft.com/office/drawing/2014/main" id="{DDE5BABB-8F05-4FE0-B57C-F00B40847666}"/>
              </a:ext>
            </a:extLst>
          </p:cNvPr>
          <p:cNvSpPr>
            <a:spLocks xmlns:a="http://schemas.openxmlformats.org/drawingml/2006/main" noGrp="1"/>
          </p:cNvSpPr>
          <p:nvPr/>
        </p:nvSpPr>
        <p:spPr>
          <a:xfrm xmlns:a="http://schemas.openxmlformats.org/drawingml/2006/main" rot="0" flipH="0" flipV="0">
            <a:off x="8239125" y="5819775"/>
            <a:ext cx="167640" cy="167640"/>
          </a:xfrm>
          <a:prstGeom xmlns:a="http://schemas.openxmlformats.org/drawingml/2006/main" prst="rect">
            <a:avLst/>
          </a:prstGeom>
          <a:solidFill xmlns:a="http://schemas.openxmlformats.org/drawingml/2006/main">
            <a:srgbClr val="F5F4F2"/>
          </a:solidFill>
          <a:ln xmlns:a="http://schemas.openxmlformats.org/drawingml/2006/main" w="7620">
            <a:solidFill>
              <a:srgbClr val="FFFFFF"/>
            </a:solidFill>
          </a:ln>
        </p:spPr>
      </p:sp>
      <p:sp>
        <p:nvSpPr>
          <p:cNvPr id="629" name="05_SAMPLING__interest_r2c1">
            <a:extLst xmlns:a="http://schemas.openxmlformats.org/drawingml/2006/main">
              <a:ext uri="{FF2B5EF4-FFF2-40B4-BE49-F238E27FC236}">
                <a16:creationId xmlns:a16="http://schemas.microsoft.com/office/drawing/2014/main" id="{84CD357A-638F-4AD8-BEF0-389BB3BB38CA}"/>
              </a:ext>
            </a:extLst>
          </p:cNvPr>
          <p:cNvSpPr>
            <a:spLocks xmlns:a="http://schemas.openxmlformats.org/drawingml/2006/main" noGrp="1"/>
          </p:cNvSpPr>
          <p:nvPr/>
        </p:nvSpPr>
        <p:spPr>
          <a:xfrm xmlns:a="http://schemas.openxmlformats.org/drawingml/2006/main" rot="0" flipH="0" flipV="0">
            <a:off x="8406765" y="5819775"/>
            <a:ext cx="167640" cy="167640"/>
          </a:xfrm>
          <a:prstGeom xmlns:a="http://schemas.openxmlformats.org/drawingml/2006/main" prst="rect">
            <a:avLst/>
          </a:prstGeom>
          <a:solidFill xmlns:a="http://schemas.openxmlformats.org/drawingml/2006/main">
            <a:srgbClr val="F5F4F2"/>
          </a:solidFill>
          <a:ln xmlns:a="http://schemas.openxmlformats.org/drawingml/2006/main" w="7620">
            <a:solidFill>
              <a:srgbClr val="FFFFFF"/>
            </a:solidFill>
          </a:ln>
        </p:spPr>
      </p:sp>
      <p:sp>
        <p:nvSpPr>
          <p:cNvPr id="630" name="05_SAMPLING__interest_r2c2">
            <a:extLst xmlns:a="http://schemas.openxmlformats.org/drawingml/2006/main">
              <a:ext uri="{FF2B5EF4-FFF2-40B4-BE49-F238E27FC236}">
                <a16:creationId xmlns:a16="http://schemas.microsoft.com/office/drawing/2014/main" id="{0149CDAA-F1C0-459B-B65E-606B59D02ED7}"/>
              </a:ext>
            </a:extLst>
          </p:cNvPr>
          <p:cNvSpPr>
            <a:spLocks xmlns:a="http://schemas.openxmlformats.org/drawingml/2006/main" noGrp="1"/>
          </p:cNvSpPr>
          <p:nvPr/>
        </p:nvSpPr>
        <p:spPr>
          <a:xfrm xmlns:a="http://schemas.openxmlformats.org/drawingml/2006/main" rot="0" flipH="0" flipV="0">
            <a:off x="8574405" y="5819775"/>
            <a:ext cx="167640" cy="167640"/>
          </a:xfrm>
          <a:prstGeom xmlns:a="http://schemas.openxmlformats.org/drawingml/2006/main" prst="rect">
            <a:avLst/>
          </a:prstGeom>
          <a:solidFill xmlns:a="http://schemas.openxmlformats.org/drawingml/2006/main">
            <a:srgbClr val="F5F4F1"/>
          </a:solidFill>
          <a:ln xmlns:a="http://schemas.openxmlformats.org/drawingml/2006/main" w="7620">
            <a:solidFill>
              <a:srgbClr val="FFFFFF"/>
            </a:solidFill>
          </a:ln>
        </p:spPr>
      </p:sp>
      <p:sp>
        <p:nvSpPr>
          <p:cNvPr id="631" name="05_SAMPLING__interest_r2c3">
            <a:extLst xmlns:a="http://schemas.openxmlformats.org/drawingml/2006/main">
              <a:ext uri="{FF2B5EF4-FFF2-40B4-BE49-F238E27FC236}">
                <a16:creationId xmlns:a16="http://schemas.microsoft.com/office/drawing/2014/main" id="{AAEAC250-CA71-4AD4-BD83-512D89EDF7AD}"/>
              </a:ext>
            </a:extLst>
          </p:cNvPr>
          <p:cNvSpPr>
            <a:spLocks xmlns:a="http://schemas.openxmlformats.org/drawingml/2006/main" noGrp="1"/>
          </p:cNvSpPr>
          <p:nvPr/>
        </p:nvSpPr>
        <p:spPr>
          <a:xfrm xmlns:a="http://schemas.openxmlformats.org/drawingml/2006/main" rot="0" flipH="0" flipV="0">
            <a:off x="8742045" y="5819775"/>
            <a:ext cx="167640" cy="167640"/>
          </a:xfrm>
          <a:prstGeom xmlns:a="http://schemas.openxmlformats.org/drawingml/2006/main" prst="rect">
            <a:avLst/>
          </a:prstGeom>
          <a:solidFill xmlns:a="http://schemas.openxmlformats.org/drawingml/2006/main">
            <a:srgbClr val="F4F3F0"/>
          </a:solidFill>
          <a:ln xmlns:a="http://schemas.openxmlformats.org/drawingml/2006/main" w="7620">
            <a:solidFill>
              <a:srgbClr val="FFFFFF"/>
            </a:solidFill>
          </a:ln>
        </p:spPr>
      </p:sp>
      <p:sp>
        <p:nvSpPr>
          <p:cNvPr id="632" name="05_SAMPLING__interest_r2c4">
            <a:extLst xmlns:a="http://schemas.openxmlformats.org/drawingml/2006/main">
              <a:ext uri="{FF2B5EF4-FFF2-40B4-BE49-F238E27FC236}">
                <a16:creationId xmlns:a16="http://schemas.microsoft.com/office/drawing/2014/main" id="{A907BC5D-5977-45B2-AED6-AC977DB21A29}"/>
              </a:ext>
            </a:extLst>
          </p:cNvPr>
          <p:cNvSpPr>
            <a:spLocks xmlns:a="http://schemas.openxmlformats.org/drawingml/2006/main" noGrp="1"/>
          </p:cNvSpPr>
          <p:nvPr/>
        </p:nvSpPr>
        <p:spPr>
          <a:xfrm xmlns:a="http://schemas.openxmlformats.org/drawingml/2006/main" rot="0" flipH="0" flipV="0">
            <a:off x="8909685" y="5819775"/>
            <a:ext cx="167640" cy="167640"/>
          </a:xfrm>
          <a:prstGeom xmlns:a="http://schemas.openxmlformats.org/drawingml/2006/main" prst="rect">
            <a:avLst/>
          </a:prstGeom>
          <a:solidFill xmlns:a="http://schemas.openxmlformats.org/drawingml/2006/main">
            <a:srgbClr val="606C73"/>
          </a:solidFill>
          <a:ln xmlns:a="http://schemas.openxmlformats.org/drawingml/2006/main" w="7620">
            <a:solidFill>
              <a:srgbClr val="FFFFFF"/>
            </a:solidFill>
          </a:ln>
        </p:spPr>
      </p:sp>
      <p:sp>
        <p:nvSpPr>
          <p:cNvPr id="633" name="05_SAMPLING__interest_r2c5">
            <a:extLst xmlns:a="http://schemas.openxmlformats.org/drawingml/2006/main">
              <a:ext uri="{FF2B5EF4-FFF2-40B4-BE49-F238E27FC236}">
                <a16:creationId xmlns:a16="http://schemas.microsoft.com/office/drawing/2014/main" id="{E5917A24-AD57-4881-B40D-8CAFACF95090}"/>
              </a:ext>
            </a:extLst>
          </p:cNvPr>
          <p:cNvSpPr>
            <a:spLocks xmlns:a="http://schemas.openxmlformats.org/drawingml/2006/main" noGrp="1"/>
          </p:cNvSpPr>
          <p:nvPr/>
        </p:nvSpPr>
        <p:spPr>
          <a:xfrm xmlns:a="http://schemas.openxmlformats.org/drawingml/2006/main" rot="0" flipH="0" flipV="0">
            <a:off x="9077325" y="5819775"/>
            <a:ext cx="167640" cy="167640"/>
          </a:xfrm>
          <a:prstGeom xmlns:a="http://schemas.openxmlformats.org/drawingml/2006/main" prst="rect">
            <a:avLst/>
          </a:prstGeom>
          <a:solidFill xmlns:a="http://schemas.openxmlformats.org/drawingml/2006/main">
            <a:srgbClr val="E4D6C4"/>
          </a:solidFill>
          <a:ln xmlns:a="http://schemas.openxmlformats.org/drawingml/2006/main" w="7620">
            <a:solidFill>
              <a:srgbClr val="FFFFFF"/>
            </a:solidFill>
          </a:ln>
        </p:spPr>
      </p:sp>
      <p:sp>
        <p:nvSpPr>
          <p:cNvPr id="634" name="05_SAMPLING__interest_r2c6">
            <a:extLst xmlns:a="http://schemas.openxmlformats.org/drawingml/2006/main">
              <a:ext uri="{FF2B5EF4-FFF2-40B4-BE49-F238E27FC236}">
                <a16:creationId xmlns:a16="http://schemas.microsoft.com/office/drawing/2014/main" id="{A6F12CE4-4681-4E5F-BC8D-9C039BE167EF}"/>
              </a:ext>
            </a:extLst>
          </p:cNvPr>
          <p:cNvSpPr>
            <a:spLocks xmlns:a="http://schemas.openxmlformats.org/drawingml/2006/main" noGrp="1"/>
          </p:cNvSpPr>
          <p:nvPr/>
        </p:nvSpPr>
        <p:spPr>
          <a:xfrm xmlns:a="http://schemas.openxmlformats.org/drawingml/2006/main" rot="0" flipH="0" flipV="0">
            <a:off x="9244965" y="5819775"/>
            <a:ext cx="167640" cy="167640"/>
          </a:xfrm>
          <a:prstGeom xmlns:a="http://schemas.openxmlformats.org/drawingml/2006/main" prst="rect">
            <a:avLst/>
          </a:prstGeom>
          <a:solidFill xmlns:a="http://schemas.openxmlformats.org/drawingml/2006/main">
            <a:srgbClr val="CCAC86"/>
          </a:solidFill>
          <a:ln xmlns:a="http://schemas.openxmlformats.org/drawingml/2006/main" w="7620">
            <a:solidFill>
              <a:srgbClr val="FFFFFF"/>
            </a:solidFill>
          </a:ln>
        </p:spPr>
      </p:sp>
      <p:sp>
        <p:nvSpPr>
          <p:cNvPr id="635" name="05_SAMPLING__interest_r2c7">
            <a:extLst xmlns:a="http://schemas.openxmlformats.org/drawingml/2006/main">
              <a:ext uri="{FF2B5EF4-FFF2-40B4-BE49-F238E27FC236}">
                <a16:creationId xmlns:a16="http://schemas.microsoft.com/office/drawing/2014/main" id="{7D0CF808-7F7C-4C64-9ED9-77D6970B19D0}"/>
              </a:ext>
            </a:extLst>
          </p:cNvPr>
          <p:cNvSpPr>
            <a:spLocks xmlns:a="http://schemas.openxmlformats.org/drawingml/2006/main" noGrp="1"/>
          </p:cNvSpPr>
          <p:nvPr/>
        </p:nvSpPr>
        <p:spPr>
          <a:xfrm xmlns:a="http://schemas.openxmlformats.org/drawingml/2006/main" rot="0" flipH="0" flipV="0">
            <a:off x="9412605" y="5819775"/>
            <a:ext cx="167640" cy="167640"/>
          </a:xfrm>
          <a:prstGeom xmlns:a="http://schemas.openxmlformats.org/drawingml/2006/main" prst="rect">
            <a:avLst/>
          </a:prstGeom>
          <a:solidFill xmlns:a="http://schemas.openxmlformats.org/drawingml/2006/main">
            <a:srgbClr val="BC905C"/>
          </a:solidFill>
          <a:ln xmlns:a="http://schemas.openxmlformats.org/drawingml/2006/main" w="7620">
            <a:solidFill>
              <a:srgbClr val="FFFFFF"/>
            </a:solidFill>
          </a:ln>
        </p:spPr>
      </p:sp>
      <p:sp>
        <p:nvSpPr>
          <p:cNvPr id="636" name="05_SAMPLING__interest_r2c8">
            <a:extLst xmlns:a="http://schemas.openxmlformats.org/drawingml/2006/main">
              <a:ext uri="{FF2B5EF4-FFF2-40B4-BE49-F238E27FC236}">
                <a16:creationId xmlns:a16="http://schemas.microsoft.com/office/drawing/2014/main" id="{612861DB-3707-435F-99F1-5C2F5A897D4C}"/>
              </a:ext>
            </a:extLst>
          </p:cNvPr>
          <p:cNvSpPr>
            <a:spLocks xmlns:a="http://schemas.openxmlformats.org/drawingml/2006/main" noGrp="1"/>
          </p:cNvSpPr>
          <p:nvPr/>
        </p:nvSpPr>
        <p:spPr>
          <a:xfrm xmlns:a="http://schemas.openxmlformats.org/drawingml/2006/main" rot="0" flipH="0" flipV="0">
            <a:off x="9580245" y="5819775"/>
            <a:ext cx="167640" cy="167640"/>
          </a:xfrm>
          <a:prstGeom xmlns:a="http://schemas.openxmlformats.org/drawingml/2006/main" prst="rect">
            <a:avLst/>
          </a:prstGeom>
          <a:solidFill xmlns:a="http://schemas.openxmlformats.org/drawingml/2006/main">
            <a:srgbClr val="C7A479"/>
          </a:solidFill>
          <a:ln xmlns:a="http://schemas.openxmlformats.org/drawingml/2006/main" w="7620">
            <a:solidFill>
              <a:srgbClr val="FFFFFF"/>
            </a:solidFill>
          </a:ln>
        </p:spPr>
      </p:sp>
      <p:sp>
        <p:nvSpPr>
          <p:cNvPr id="637" name="05_SAMPLING__interest_r2c9">
            <a:extLst xmlns:a="http://schemas.openxmlformats.org/drawingml/2006/main">
              <a:ext uri="{FF2B5EF4-FFF2-40B4-BE49-F238E27FC236}">
                <a16:creationId xmlns:a16="http://schemas.microsoft.com/office/drawing/2014/main" id="{EA2A8FD4-8474-4B54-AFA1-DADE81DDD0EC}"/>
              </a:ext>
            </a:extLst>
          </p:cNvPr>
          <p:cNvSpPr>
            <a:spLocks xmlns:a="http://schemas.openxmlformats.org/drawingml/2006/main" noGrp="1"/>
          </p:cNvSpPr>
          <p:nvPr/>
        </p:nvSpPr>
        <p:spPr>
          <a:xfrm xmlns:a="http://schemas.openxmlformats.org/drawingml/2006/main" rot="0" flipH="0" flipV="0">
            <a:off x="9747885" y="5819775"/>
            <a:ext cx="167640" cy="167640"/>
          </a:xfrm>
          <a:prstGeom xmlns:a="http://schemas.openxmlformats.org/drawingml/2006/main" prst="rect">
            <a:avLst/>
          </a:prstGeom>
          <a:solidFill xmlns:a="http://schemas.openxmlformats.org/drawingml/2006/main">
            <a:srgbClr val="DFCFB9"/>
          </a:solidFill>
          <a:ln xmlns:a="http://schemas.openxmlformats.org/drawingml/2006/main" w="7620">
            <a:solidFill>
              <a:srgbClr val="FFFFFF"/>
            </a:solidFill>
          </a:ln>
        </p:spPr>
      </p:sp>
      <p:sp>
        <p:nvSpPr>
          <p:cNvPr id="638" name="05_SAMPLING__interest_r3c0">
            <a:extLst xmlns:a="http://schemas.openxmlformats.org/drawingml/2006/main">
              <a:ext uri="{FF2B5EF4-FFF2-40B4-BE49-F238E27FC236}">
                <a16:creationId xmlns:a16="http://schemas.microsoft.com/office/drawing/2014/main" id="{5EC78E37-153B-4401-AB73-FCB1907795C0}"/>
              </a:ext>
            </a:extLst>
          </p:cNvPr>
          <p:cNvSpPr>
            <a:spLocks xmlns:a="http://schemas.openxmlformats.org/drawingml/2006/main" noGrp="1"/>
          </p:cNvSpPr>
          <p:nvPr/>
        </p:nvSpPr>
        <p:spPr>
          <a:xfrm xmlns:a="http://schemas.openxmlformats.org/drawingml/2006/main" rot="0" flipH="0" flipV="0">
            <a:off x="8239125" y="5987415"/>
            <a:ext cx="167640" cy="167640"/>
          </a:xfrm>
          <a:prstGeom xmlns:a="http://schemas.openxmlformats.org/drawingml/2006/main" prst="rect">
            <a:avLst/>
          </a:prstGeom>
          <a:solidFill xmlns:a="http://schemas.openxmlformats.org/drawingml/2006/main">
            <a:srgbClr val="F5F4F2"/>
          </a:solidFill>
          <a:ln xmlns:a="http://schemas.openxmlformats.org/drawingml/2006/main" w="7620">
            <a:solidFill>
              <a:srgbClr val="FFFFFF"/>
            </a:solidFill>
          </a:ln>
        </p:spPr>
      </p:sp>
      <p:sp>
        <p:nvSpPr>
          <p:cNvPr id="639" name="05_SAMPLING__interest_r3c1">
            <a:extLst xmlns:a="http://schemas.openxmlformats.org/drawingml/2006/main">
              <a:ext uri="{FF2B5EF4-FFF2-40B4-BE49-F238E27FC236}">
                <a16:creationId xmlns:a16="http://schemas.microsoft.com/office/drawing/2014/main" id="{A7AA0DFE-70D5-4820-A04F-4741D2D37E7F}"/>
              </a:ext>
            </a:extLst>
          </p:cNvPr>
          <p:cNvSpPr>
            <a:spLocks xmlns:a="http://schemas.openxmlformats.org/drawingml/2006/main" noGrp="1"/>
          </p:cNvSpPr>
          <p:nvPr/>
        </p:nvSpPr>
        <p:spPr>
          <a:xfrm xmlns:a="http://schemas.openxmlformats.org/drawingml/2006/main" rot="0" flipH="0" flipV="0">
            <a:off x="8406765" y="5987415"/>
            <a:ext cx="167640" cy="167640"/>
          </a:xfrm>
          <a:prstGeom xmlns:a="http://schemas.openxmlformats.org/drawingml/2006/main" prst="rect">
            <a:avLst/>
          </a:prstGeom>
          <a:solidFill xmlns:a="http://schemas.openxmlformats.org/drawingml/2006/main">
            <a:srgbClr val="F5F4F2"/>
          </a:solidFill>
          <a:ln xmlns:a="http://schemas.openxmlformats.org/drawingml/2006/main" w="7620">
            <a:solidFill>
              <a:srgbClr val="FFFFFF"/>
            </a:solidFill>
          </a:ln>
        </p:spPr>
      </p:sp>
      <p:sp>
        <p:nvSpPr>
          <p:cNvPr id="640" name="05_SAMPLING__interest_r3c2">
            <a:extLst xmlns:a="http://schemas.openxmlformats.org/drawingml/2006/main">
              <a:ext uri="{FF2B5EF4-FFF2-40B4-BE49-F238E27FC236}">
                <a16:creationId xmlns:a16="http://schemas.microsoft.com/office/drawing/2014/main" id="{ED8F1F6E-CA91-453B-9927-A1DA4BFDCD57}"/>
              </a:ext>
            </a:extLst>
          </p:cNvPr>
          <p:cNvSpPr>
            <a:spLocks xmlns:a="http://schemas.openxmlformats.org/drawingml/2006/main" noGrp="1"/>
          </p:cNvSpPr>
          <p:nvPr/>
        </p:nvSpPr>
        <p:spPr>
          <a:xfrm xmlns:a="http://schemas.openxmlformats.org/drawingml/2006/main" rot="0" flipH="0" flipV="0">
            <a:off x="8574405" y="5987415"/>
            <a:ext cx="167640" cy="167640"/>
          </a:xfrm>
          <a:prstGeom xmlns:a="http://schemas.openxmlformats.org/drawingml/2006/main" prst="rect">
            <a:avLst/>
          </a:prstGeom>
          <a:solidFill xmlns:a="http://schemas.openxmlformats.org/drawingml/2006/main">
            <a:srgbClr val="F5F4F1"/>
          </a:solidFill>
          <a:ln xmlns:a="http://schemas.openxmlformats.org/drawingml/2006/main" w="7620">
            <a:solidFill>
              <a:srgbClr val="FFFFFF"/>
            </a:solidFill>
          </a:ln>
        </p:spPr>
      </p:sp>
      <p:sp>
        <p:nvSpPr>
          <p:cNvPr id="641" name="05_SAMPLING__interest_r3c3">
            <a:extLst xmlns:a="http://schemas.openxmlformats.org/drawingml/2006/main">
              <a:ext uri="{FF2B5EF4-FFF2-40B4-BE49-F238E27FC236}">
                <a16:creationId xmlns:a16="http://schemas.microsoft.com/office/drawing/2014/main" id="{07A1DC66-A5AC-49CB-BBC4-789FAE0A1F50}"/>
              </a:ext>
            </a:extLst>
          </p:cNvPr>
          <p:cNvSpPr>
            <a:spLocks xmlns:a="http://schemas.openxmlformats.org/drawingml/2006/main" noGrp="1"/>
          </p:cNvSpPr>
          <p:nvPr/>
        </p:nvSpPr>
        <p:spPr>
          <a:xfrm xmlns:a="http://schemas.openxmlformats.org/drawingml/2006/main" rot="0" flipH="0" flipV="0">
            <a:off x="8742045" y="5987415"/>
            <a:ext cx="167640" cy="167640"/>
          </a:xfrm>
          <a:prstGeom xmlns:a="http://schemas.openxmlformats.org/drawingml/2006/main" prst="rect">
            <a:avLst/>
          </a:prstGeom>
          <a:solidFill xmlns:a="http://schemas.openxmlformats.org/drawingml/2006/main">
            <a:srgbClr val="F4F3F0"/>
          </a:solidFill>
          <a:ln xmlns:a="http://schemas.openxmlformats.org/drawingml/2006/main" w="7620">
            <a:solidFill>
              <a:srgbClr val="FFFFFF"/>
            </a:solidFill>
          </a:ln>
        </p:spPr>
      </p:sp>
      <p:sp>
        <p:nvSpPr>
          <p:cNvPr id="642" name="05_SAMPLING__interest_r3c4">
            <a:extLst xmlns:a="http://schemas.openxmlformats.org/drawingml/2006/main">
              <a:ext uri="{FF2B5EF4-FFF2-40B4-BE49-F238E27FC236}">
                <a16:creationId xmlns:a16="http://schemas.microsoft.com/office/drawing/2014/main" id="{F2948662-D344-4741-84C9-F0E1BD2BFFBF}"/>
              </a:ext>
            </a:extLst>
          </p:cNvPr>
          <p:cNvSpPr>
            <a:spLocks xmlns:a="http://schemas.openxmlformats.org/drawingml/2006/main" noGrp="1"/>
          </p:cNvSpPr>
          <p:nvPr/>
        </p:nvSpPr>
        <p:spPr>
          <a:xfrm xmlns:a="http://schemas.openxmlformats.org/drawingml/2006/main" rot="0" flipH="0" flipV="0">
            <a:off x="8909685" y="5987415"/>
            <a:ext cx="167640" cy="167640"/>
          </a:xfrm>
          <a:prstGeom xmlns:a="http://schemas.openxmlformats.org/drawingml/2006/main" prst="rect">
            <a:avLst/>
          </a:prstGeom>
          <a:solidFill xmlns:a="http://schemas.openxmlformats.org/drawingml/2006/main">
            <a:srgbClr val="F1EDE6"/>
          </a:solidFill>
          <a:ln xmlns:a="http://schemas.openxmlformats.org/drawingml/2006/main" w="7620">
            <a:solidFill>
              <a:srgbClr val="FFFFFF"/>
            </a:solidFill>
          </a:ln>
        </p:spPr>
      </p:sp>
      <p:sp>
        <p:nvSpPr>
          <p:cNvPr id="643" name="05_SAMPLING__interest_r3c5">
            <a:extLst xmlns:a="http://schemas.openxmlformats.org/drawingml/2006/main">
              <a:ext uri="{FF2B5EF4-FFF2-40B4-BE49-F238E27FC236}">
                <a16:creationId xmlns:a16="http://schemas.microsoft.com/office/drawing/2014/main" id="{91E0D14C-C5D9-4487-A470-E7E723B08371}"/>
              </a:ext>
            </a:extLst>
          </p:cNvPr>
          <p:cNvSpPr>
            <a:spLocks xmlns:a="http://schemas.openxmlformats.org/drawingml/2006/main" noGrp="1"/>
          </p:cNvSpPr>
          <p:nvPr/>
        </p:nvSpPr>
        <p:spPr>
          <a:xfrm xmlns:a="http://schemas.openxmlformats.org/drawingml/2006/main" rot="0" flipH="0" flipV="0">
            <a:off x="9077325" y="5987415"/>
            <a:ext cx="167640" cy="167640"/>
          </a:xfrm>
          <a:prstGeom xmlns:a="http://schemas.openxmlformats.org/drawingml/2006/main" prst="rect">
            <a:avLst/>
          </a:prstGeom>
          <a:solidFill xmlns:a="http://schemas.openxmlformats.org/drawingml/2006/main">
            <a:srgbClr val="E4D6C4"/>
          </a:solidFill>
          <a:ln xmlns:a="http://schemas.openxmlformats.org/drawingml/2006/main" w="7620">
            <a:solidFill>
              <a:srgbClr val="FFFFFF"/>
            </a:solidFill>
          </a:ln>
        </p:spPr>
      </p:sp>
      <p:sp>
        <p:nvSpPr>
          <p:cNvPr id="644" name="05_SAMPLING__interest_r3c6">
            <a:extLst xmlns:a="http://schemas.openxmlformats.org/drawingml/2006/main">
              <a:ext uri="{FF2B5EF4-FFF2-40B4-BE49-F238E27FC236}">
                <a16:creationId xmlns:a16="http://schemas.microsoft.com/office/drawing/2014/main" id="{21A16BE8-C009-4316-BA6A-AC8F23123D2A}"/>
              </a:ext>
            </a:extLst>
          </p:cNvPr>
          <p:cNvSpPr>
            <a:spLocks xmlns:a="http://schemas.openxmlformats.org/drawingml/2006/main" noGrp="1"/>
          </p:cNvSpPr>
          <p:nvPr/>
        </p:nvSpPr>
        <p:spPr>
          <a:xfrm xmlns:a="http://schemas.openxmlformats.org/drawingml/2006/main" rot="0" flipH="0" flipV="0">
            <a:off x="9244965" y="5987415"/>
            <a:ext cx="167640" cy="167640"/>
          </a:xfrm>
          <a:prstGeom xmlns:a="http://schemas.openxmlformats.org/drawingml/2006/main" prst="rect">
            <a:avLst/>
          </a:prstGeom>
          <a:solidFill xmlns:a="http://schemas.openxmlformats.org/drawingml/2006/main">
            <a:srgbClr val="CCAC86"/>
          </a:solidFill>
          <a:ln xmlns:a="http://schemas.openxmlformats.org/drawingml/2006/main" w="7620">
            <a:solidFill>
              <a:srgbClr val="FFFFFF"/>
            </a:solidFill>
          </a:ln>
        </p:spPr>
      </p:sp>
      <p:sp>
        <p:nvSpPr>
          <p:cNvPr id="645" name="05_SAMPLING__interest_r3c7">
            <a:extLst xmlns:a="http://schemas.openxmlformats.org/drawingml/2006/main">
              <a:ext uri="{FF2B5EF4-FFF2-40B4-BE49-F238E27FC236}">
                <a16:creationId xmlns:a16="http://schemas.microsoft.com/office/drawing/2014/main" id="{B3538479-C989-43DE-8595-0A9784147771}"/>
              </a:ext>
            </a:extLst>
          </p:cNvPr>
          <p:cNvSpPr>
            <a:spLocks xmlns:a="http://schemas.openxmlformats.org/drawingml/2006/main" noGrp="1"/>
          </p:cNvSpPr>
          <p:nvPr/>
        </p:nvSpPr>
        <p:spPr>
          <a:xfrm xmlns:a="http://schemas.openxmlformats.org/drawingml/2006/main" rot="0" flipH="0" flipV="0">
            <a:off x="9412605" y="5987415"/>
            <a:ext cx="167640" cy="167640"/>
          </a:xfrm>
          <a:prstGeom xmlns:a="http://schemas.openxmlformats.org/drawingml/2006/main" prst="rect">
            <a:avLst/>
          </a:prstGeom>
          <a:solidFill xmlns:a="http://schemas.openxmlformats.org/drawingml/2006/main">
            <a:srgbClr val="BC905C"/>
          </a:solidFill>
          <a:ln xmlns:a="http://schemas.openxmlformats.org/drawingml/2006/main" w="7620">
            <a:solidFill>
              <a:srgbClr val="FFFFFF"/>
            </a:solidFill>
          </a:ln>
        </p:spPr>
      </p:sp>
      <p:sp>
        <p:nvSpPr>
          <p:cNvPr id="646" name="05_SAMPLING__interest_r3c8">
            <a:extLst xmlns:a="http://schemas.openxmlformats.org/drawingml/2006/main">
              <a:ext uri="{FF2B5EF4-FFF2-40B4-BE49-F238E27FC236}">
                <a16:creationId xmlns:a16="http://schemas.microsoft.com/office/drawing/2014/main" id="{B9F2B633-6492-4C69-B290-50B0813942B2}"/>
              </a:ext>
            </a:extLst>
          </p:cNvPr>
          <p:cNvSpPr>
            <a:spLocks xmlns:a="http://schemas.openxmlformats.org/drawingml/2006/main" noGrp="1"/>
          </p:cNvSpPr>
          <p:nvPr/>
        </p:nvSpPr>
        <p:spPr>
          <a:xfrm xmlns:a="http://schemas.openxmlformats.org/drawingml/2006/main" rot="0" flipH="0" flipV="0">
            <a:off x="9580245" y="5987415"/>
            <a:ext cx="167640" cy="167640"/>
          </a:xfrm>
          <a:prstGeom xmlns:a="http://schemas.openxmlformats.org/drawingml/2006/main" prst="rect">
            <a:avLst/>
          </a:prstGeom>
          <a:solidFill xmlns:a="http://schemas.openxmlformats.org/drawingml/2006/main">
            <a:srgbClr val="C7A479"/>
          </a:solidFill>
          <a:ln xmlns:a="http://schemas.openxmlformats.org/drawingml/2006/main" w="7620">
            <a:solidFill>
              <a:srgbClr val="FFFFFF"/>
            </a:solidFill>
          </a:ln>
        </p:spPr>
      </p:sp>
      <p:sp>
        <p:nvSpPr>
          <p:cNvPr id="647" name="05_SAMPLING__interest_r3c9">
            <a:extLst xmlns:a="http://schemas.openxmlformats.org/drawingml/2006/main">
              <a:ext uri="{FF2B5EF4-FFF2-40B4-BE49-F238E27FC236}">
                <a16:creationId xmlns:a16="http://schemas.microsoft.com/office/drawing/2014/main" id="{BE8849D2-AE11-4830-B30A-A1E83469BD1A}"/>
              </a:ext>
            </a:extLst>
          </p:cNvPr>
          <p:cNvSpPr>
            <a:spLocks xmlns:a="http://schemas.openxmlformats.org/drawingml/2006/main" noGrp="1"/>
          </p:cNvSpPr>
          <p:nvPr/>
        </p:nvSpPr>
        <p:spPr>
          <a:xfrm xmlns:a="http://schemas.openxmlformats.org/drawingml/2006/main" rot="0" flipH="0" flipV="0">
            <a:off x="9747885" y="5987415"/>
            <a:ext cx="167640" cy="167640"/>
          </a:xfrm>
          <a:prstGeom xmlns:a="http://schemas.openxmlformats.org/drawingml/2006/main" prst="rect">
            <a:avLst/>
          </a:prstGeom>
          <a:solidFill xmlns:a="http://schemas.openxmlformats.org/drawingml/2006/main">
            <a:srgbClr val="DFCFB9"/>
          </a:solidFill>
          <a:ln xmlns:a="http://schemas.openxmlformats.org/drawingml/2006/main" w="7620">
            <a:solidFill>
              <a:srgbClr val="FFFFFF"/>
            </a:solidFill>
          </a:ln>
        </p:spPr>
      </p:sp>
      <p:sp>
        <p:nvSpPr>
          <p:cNvPr id="648" name="05_SAMPLING__interest_r4c0">
            <a:extLst xmlns:a="http://schemas.openxmlformats.org/drawingml/2006/main">
              <a:ext uri="{FF2B5EF4-FFF2-40B4-BE49-F238E27FC236}">
                <a16:creationId xmlns:a16="http://schemas.microsoft.com/office/drawing/2014/main" id="{E0BC1824-30E6-4E9A-BEF6-8DF9D97E4F30}"/>
              </a:ext>
            </a:extLst>
          </p:cNvPr>
          <p:cNvSpPr>
            <a:spLocks xmlns:a="http://schemas.openxmlformats.org/drawingml/2006/main" noGrp="1"/>
          </p:cNvSpPr>
          <p:nvPr/>
        </p:nvSpPr>
        <p:spPr>
          <a:xfrm xmlns:a="http://schemas.openxmlformats.org/drawingml/2006/main" rot="0" flipH="0" flipV="0">
            <a:off x="8239125" y="6155055"/>
            <a:ext cx="167640" cy="167640"/>
          </a:xfrm>
          <a:prstGeom xmlns:a="http://schemas.openxmlformats.org/drawingml/2006/main" prst="rect">
            <a:avLst/>
          </a:prstGeom>
          <a:solidFill xmlns:a="http://schemas.openxmlformats.org/drawingml/2006/main">
            <a:srgbClr val="F5F4F2"/>
          </a:solidFill>
          <a:ln xmlns:a="http://schemas.openxmlformats.org/drawingml/2006/main" w="7620">
            <a:solidFill>
              <a:srgbClr val="FFFFFF"/>
            </a:solidFill>
          </a:ln>
        </p:spPr>
      </p:sp>
      <p:sp>
        <p:nvSpPr>
          <p:cNvPr id="649" name="05_SAMPLING__interest_r4c1">
            <a:extLst xmlns:a="http://schemas.openxmlformats.org/drawingml/2006/main">
              <a:ext uri="{FF2B5EF4-FFF2-40B4-BE49-F238E27FC236}">
                <a16:creationId xmlns:a16="http://schemas.microsoft.com/office/drawing/2014/main" id="{60F01D12-F054-4415-8D40-9D770A37CDDB}"/>
              </a:ext>
            </a:extLst>
          </p:cNvPr>
          <p:cNvSpPr>
            <a:spLocks xmlns:a="http://schemas.openxmlformats.org/drawingml/2006/main" noGrp="1"/>
          </p:cNvSpPr>
          <p:nvPr/>
        </p:nvSpPr>
        <p:spPr>
          <a:xfrm xmlns:a="http://schemas.openxmlformats.org/drawingml/2006/main" rot="0" flipH="0" flipV="0">
            <a:off x="8406765" y="6155055"/>
            <a:ext cx="167640" cy="167640"/>
          </a:xfrm>
          <a:prstGeom xmlns:a="http://schemas.openxmlformats.org/drawingml/2006/main" prst="rect">
            <a:avLst/>
          </a:prstGeom>
          <a:solidFill xmlns:a="http://schemas.openxmlformats.org/drawingml/2006/main">
            <a:srgbClr val="F5F4F2"/>
          </a:solidFill>
          <a:ln xmlns:a="http://schemas.openxmlformats.org/drawingml/2006/main" w="7620">
            <a:solidFill>
              <a:srgbClr val="FFFFFF"/>
            </a:solidFill>
          </a:ln>
        </p:spPr>
      </p:sp>
      <p:sp>
        <p:nvSpPr>
          <p:cNvPr id="650" name="05_SAMPLING__interest_r4c2">
            <a:extLst xmlns:a="http://schemas.openxmlformats.org/drawingml/2006/main">
              <a:ext uri="{FF2B5EF4-FFF2-40B4-BE49-F238E27FC236}">
                <a16:creationId xmlns:a16="http://schemas.microsoft.com/office/drawing/2014/main" id="{79CFA824-3FE6-495F-8761-3C09B2A88A5A}"/>
              </a:ext>
            </a:extLst>
          </p:cNvPr>
          <p:cNvSpPr>
            <a:spLocks xmlns:a="http://schemas.openxmlformats.org/drawingml/2006/main" noGrp="1"/>
          </p:cNvSpPr>
          <p:nvPr/>
        </p:nvSpPr>
        <p:spPr>
          <a:xfrm xmlns:a="http://schemas.openxmlformats.org/drawingml/2006/main" rot="0" flipH="0" flipV="0">
            <a:off x="8574405" y="6155055"/>
            <a:ext cx="167640" cy="167640"/>
          </a:xfrm>
          <a:prstGeom xmlns:a="http://schemas.openxmlformats.org/drawingml/2006/main" prst="rect">
            <a:avLst/>
          </a:prstGeom>
          <a:solidFill xmlns:a="http://schemas.openxmlformats.org/drawingml/2006/main">
            <a:srgbClr val="F5F4F2"/>
          </a:solidFill>
          <a:ln xmlns:a="http://schemas.openxmlformats.org/drawingml/2006/main" w="7620">
            <a:solidFill>
              <a:srgbClr val="FFFFFF"/>
            </a:solidFill>
          </a:ln>
        </p:spPr>
      </p:sp>
      <p:sp>
        <p:nvSpPr>
          <p:cNvPr id="651" name="05_SAMPLING__interest_r4c3">
            <a:extLst xmlns:a="http://schemas.openxmlformats.org/drawingml/2006/main">
              <a:ext uri="{FF2B5EF4-FFF2-40B4-BE49-F238E27FC236}">
                <a16:creationId xmlns:a16="http://schemas.microsoft.com/office/drawing/2014/main" id="{C2B7C374-F835-4079-869B-32F10BC87F6F}"/>
              </a:ext>
            </a:extLst>
          </p:cNvPr>
          <p:cNvSpPr>
            <a:spLocks xmlns:a="http://schemas.openxmlformats.org/drawingml/2006/main" noGrp="1"/>
          </p:cNvSpPr>
          <p:nvPr/>
        </p:nvSpPr>
        <p:spPr>
          <a:xfrm xmlns:a="http://schemas.openxmlformats.org/drawingml/2006/main" rot="0" flipH="0" flipV="0">
            <a:off x="8742045" y="6155055"/>
            <a:ext cx="167640" cy="167640"/>
          </a:xfrm>
          <a:prstGeom xmlns:a="http://schemas.openxmlformats.org/drawingml/2006/main" prst="rect">
            <a:avLst/>
          </a:prstGeom>
          <a:solidFill xmlns:a="http://schemas.openxmlformats.org/drawingml/2006/main">
            <a:srgbClr val="F5F4F1"/>
          </a:solidFill>
          <a:ln xmlns:a="http://schemas.openxmlformats.org/drawingml/2006/main" w="7620">
            <a:solidFill>
              <a:srgbClr val="FFFFFF"/>
            </a:solidFill>
          </a:ln>
        </p:spPr>
      </p:sp>
      <p:sp>
        <p:nvSpPr>
          <p:cNvPr id="652" name="05_SAMPLING__interest_r4c4">
            <a:extLst xmlns:a="http://schemas.openxmlformats.org/drawingml/2006/main">
              <a:ext uri="{FF2B5EF4-FFF2-40B4-BE49-F238E27FC236}">
                <a16:creationId xmlns:a16="http://schemas.microsoft.com/office/drawing/2014/main" id="{A2CDF7F2-067B-468E-A4EA-BA167DDD7EB0}"/>
              </a:ext>
            </a:extLst>
          </p:cNvPr>
          <p:cNvSpPr>
            <a:spLocks xmlns:a="http://schemas.openxmlformats.org/drawingml/2006/main" noGrp="1"/>
          </p:cNvSpPr>
          <p:nvPr/>
        </p:nvSpPr>
        <p:spPr>
          <a:xfrm xmlns:a="http://schemas.openxmlformats.org/drawingml/2006/main" rot="0" flipH="0" flipV="0">
            <a:off x="8909685" y="6155055"/>
            <a:ext cx="167640" cy="167640"/>
          </a:xfrm>
          <a:prstGeom xmlns:a="http://schemas.openxmlformats.org/drawingml/2006/main" prst="rect">
            <a:avLst/>
          </a:prstGeom>
          <a:solidFill xmlns:a="http://schemas.openxmlformats.org/drawingml/2006/main">
            <a:srgbClr val="F3F1ED"/>
          </a:solidFill>
          <a:ln xmlns:a="http://schemas.openxmlformats.org/drawingml/2006/main" w="7620">
            <a:solidFill>
              <a:srgbClr val="FFFFFF"/>
            </a:solidFill>
          </a:ln>
        </p:spPr>
      </p:sp>
      <p:sp>
        <p:nvSpPr>
          <p:cNvPr id="653" name="05_SAMPLING__interest_r4c5">
            <a:extLst xmlns:a="http://schemas.openxmlformats.org/drawingml/2006/main">
              <a:ext uri="{FF2B5EF4-FFF2-40B4-BE49-F238E27FC236}">
                <a16:creationId xmlns:a16="http://schemas.microsoft.com/office/drawing/2014/main" id="{B9B70FA3-2933-4CDC-A22D-5650B1029253}"/>
              </a:ext>
            </a:extLst>
          </p:cNvPr>
          <p:cNvSpPr>
            <a:spLocks xmlns:a="http://schemas.openxmlformats.org/drawingml/2006/main" noGrp="1"/>
          </p:cNvSpPr>
          <p:nvPr/>
        </p:nvSpPr>
        <p:spPr>
          <a:xfrm xmlns:a="http://schemas.openxmlformats.org/drawingml/2006/main" rot="0" flipH="0" flipV="0">
            <a:off x="9077325" y="6155055"/>
            <a:ext cx="167640" cy="167640"/>
          </a:xfrm>
          <a:prstGeom xmlns:a="http://schemas.openxmlformats.org/drawingml/2006/main" prst="rect">
            <a:avLst/>
          </a:prstGeom>
          <a:solidFill xmlns:a="http://schemas.openxmlformats.org/drawingml/2006/main">
            <a:srgbClr val="EEE9E0"/>
          </a:solidFill>
          <a:ln xmlns:a="http://schemas.openxmlformats.org/drawingml/2006/main" w="7620">
            <a:solidFill>
              <a:srgbClr val="FFFFFF"/>
            </a:solidFill>
          </a:ln>
        </p:spPr>
      </p:sp>
      <p:sp>
        <p:nvSpPr>
          <p:cNvPr id="654" name="05_SAMPLING__interest_r4c6">
            <a:extLst xmlns:a="http://schemas.openxmlformats.org/drawingml/2006/main">
              <a:ext uri="{FF2B5EF4-FFF2-40B4-BE49-F238E27FC236}">
                <a16:creationId xmlns:a16="http://schemas.microsoft.com/office/drawing/2014/main" id="{6ECCA0E6-1D78-440B-ABE0-6F62BC69DFEA}"/>
              </a:ext>
            </a:extLst>
          </p:cNvPr>
          <p:cNvSpPr>
            <a:spLocks xmlns:a="http://schemas.openxmlformats.org/drawingml/2006/main" noGrp="1"/>
          </p:cNvSpPr>
          <p:nvPr/>
        </p:nvSpPr>
        <p:spPr>
          <a:xfrm xmlns:a="http://schemas.openxmlformats.org/drawingml/2006/main" rot="0" flipH="0" flipV="0">
            <a:off x="9244965" y="6155055"/>
            <a:ext cx="167640" cy="167640"/>
          </a:xfrm>
          <a:prstGeom xmlns:a="http://schemas.openxmlformats.org/drawingml/2006/main" prst="rect">
            <a:avLst/>
          </a:prstGeom>
          <a:solidFill xmlns:a="http://schemas.openxmlformats.org/drawingml/2006/main">
            <a:srgbClr val="E5D9C8"/>
          </a:solidFill>
          <a:ln xmlns:a="http://schemas.openxmlformats.org/drawingml/2006/main" w="7620">
            <a:solidFill>
              <a:srgbClr val="FFFFFF"/>
            </a:solidFill>
          </a:ln>
        </p:spPr>
      </p:sp>
      <p:sp>
        <p:nvSpPr>
          <p:cNvPr id="655" name="05_SAMPLING__interest_r4c7">
            <a:extLst xmlns:a="http://schemas.openxmlformats.org/drawingml/2006/main">
              <a:ext uri="{FF2B5EF4-FFF2-40B4-BE49-F238E27FC236}">
                <a16:creationId xmlns:a16="http://schemas.microsoft.com/office/drawing/2014/main" id="{EF76B704-F862-4B33-8997-371E3B21E53B}"/>
              </a:ext>
            </a:extLst>
          </p:cNvPr>
          <p:cNvSpPr>
            <a:spLocks xmlns:a="http://schemas.openxmlformats.org/drawingml/2006/main" noGrp="1"/>
          </p:cNvSpPr>
          <p:nvPr/>
        </p:nvSpPr>
        <p:spPr>
          <a:xfrm xmlns:a="http://schemas.openxmlformats.org/drawingml/2006/main" rot="0" flipH="0" flipV="0">
            <a:off x="9412605" y="6155055"/>
            <a:ext cx="167640" cy="167640"/>
          </a:xfrm>
          <a:prstGeom xmlns:a="http://schemas.openxmlformats.org/drawingml/2006/main" prst="rect">
            <a:avLst/>
          </a:prstGeom>
          <a:solidFill xmlns:a="http://schemas.openxmlformats.org/drawingml/2006/main">
            <a:srgbClr val="DFCEB8"/>
          </a:solidFill>
          <a:ln xmlns:a="http://schemas.openxmlformats.org/drawingml/2006/main" w="7620">
            <a:solidFill>
              <a:srgbClr val="FFFFFF"/>
            </a:solidFill>
          </a:ln>
        </p:spPr>
      </p:sp>
      <p:sp>
        <p:nvSpPr>
          <p:cNvPr id="656" name="05_SAMPLING__interest_r4c8">
            <a:extLst xmlns:a="http://schemas.openxmlformats.org/drawingml/2006/main">
              <a:ext uri="{FF2B5EF4-FFF2-40B4-BE49-F238E27FC236}">
                <a16:creationId xmlns:a16="http://schemas.microsoft.com/office/drawing/2014/main" id="{0BAFC176-ADEC-4F08-978B-D02A5D48D7EE}"/>
              </a:ext>
            </a:extLst>
          </p:cNvPr>
          <p:cNvSpPr>
            <a:spLocks xmlns:a="http://schemas.openxmlformats.org/drawingml/2006/main" noGrp="1"/>
          </p:cNvSpPr>
          <p:nvPr/>
        </p:nvSpPr>
        <p:spPr>
          <a:xfrm xmlns:a="http://schemas.openxmlformats.org/drawingml/2006/main" rot="0" flipH="0" flipV="0">
            <a:off x="9580245" y="6155055"/>
            <a:ext cx="167640" cy="167640"/>
          </a:xfrm>
          <a:prstGeom xmlns:a="http://schemas.openxmlformats.org/drawingml/2006/main" prst="rect">
            <a:avLst/>
          </a:prstGeom>
          <a:solidFill xmlns:a="http://schemas.openxmlformats.org/drawingml/2006/main">
            <a:srgbClr val="E3D5C3"/>
          </a:solidFill>
          <a:ln xmlns:a="http://schemas.openxmlformats.org/drawingml/2006/main" w="7620">
            <a:solidFill>
              <a:srgbClr val="FFFFFF"/>
            </a:solidFill>
          </a:ln>
        </p:spPr>
      </p:sp>
      <p:sp>
        <p:nvSpPr>
          <p:cNvPr id="657" name="05_SAMPLING__interest_r4c9">
            <a:extLst xmlns:a="http://schemas.openxmlformats.org/drawingml/2006/main">
              <a:ext uri="{FF2B5EF4-FFF2-40B4-BE49-F238E27FC236}">
                <a16:creationId xmlns:a16="http://schemas.microsoft.com/office/drawing/2014/main" id="{BF9B7673-05B4-4E80-BD91-9ED19E94D4E2}"/>
              </a:ext>
            </a:extLst>
          </p:cNvPr>
          <p:cNvSpPr>
            <a:spLocks xmlns:a="http://schemas.openxmlformats.org/drawingml/2006/main" noGrp="1"/>
          </p:cNvSpPr>
          <p:nvPr/>
        </p:nvSpPr>
        <p:spPr>
          <a:xfrm xmlns:a="http://schemas.openxmlformats.org/drawingml/2006/main" rot="0" flipH="0" flipV="0">
            <a:off x="9747885" y="6155055"/>
            <a:ext cx="167640" cy="167640"/>
          </a:xfrm>
          <a:prstGeom xmlns:a="http://schemas.openxmlformats.org/drawingml/2006/main" prst="rect">
            <a:avLst/>
          </a:prstGeom>
          <a:solidFill xmlns:a="http://schemas.openxmlformats.org/drawingml/2006/main">
            <a:srgbClr val="EDE6DC"/>
          </a:solidFill>
          <a:ln xmlns:a="http://schemas.openxmlformats.org/drawingml/2006/main" w="7620">
            <a:solidFill>
              <a:srgbClr val="FFFFFF"/>
            </a:solidFill>
          </a:ln>
        </p:spPr>
      </p:sp>
      <p:sp>
        <p:nvSpPr>
          <p:cNvPr id="658" name="05_SAMPLING__interest_r5c0">
            <a:extLst xmlns:a="http://schemas.openxmlformats.org/drawingml/2006/main">
              <a:ext uri="{FF2B5EF4-FFF2-40B4-BE49-F238E27FC236}">
                <a16:creationId xmlns:a16="http://schemas.microsoft.com/office/drawing/2014/main" id="{2885AFD1-A590-4B41-A343-23991D8F82AC}"/>
              </a:ext>
            </a:extLst>
          </p:cNvPr>
          <p:cNvSpPr>
            <a:spLocks xmlns:a="http://schemas.openxmlformats.org/drawingml/2006/main" noGrp="1"/>
          </p:cNvSpPr>
          <p:nvPr/>
        </p:nvSpPr>
        <p:spPr>
          <a:xfrm xmlns:a="http://schemas.openxmlformats.org/drawingml/2006/main" rot="0" flipH="0" flipV="0">
            <a:off x="8239125" y="6322695"/>
            <a:ext cx="167640" cy="167640"/>
          </a:xfrm>
          <a:prstGeom xmlns:a="http://schemas.openxmlformats.org/drawingml/2006/main" prst="rect">
            <a:avLst/>
          </a:prstGeom>
          <a:solidFill xmlns:a="http://schemas.openxmlformats.org/drawingml/2006/main">
            <a:srgbClr val="F5F4F2"/>
          </a:solidFill>
          <a:ln xmlns:a="http://schemas.openxmlformats.org/drawingml/2006/main" w="7620">
            <a:solidFill>
              <a:srgbClr val="FFFFFF"/>
            </a:solidFill>
          </a:ln>
        </p:spPr>
      </p:sp>
      <p:sp>
        <p:nvSpPr>
          <p:cNvPr id="659" name="05_SAMPLING__interest_r5c1">
            <a:extLst xmlns:a="http://schemas.openxmlformats.org/drawingml/2006/main">
              <a:ext uri="{FF2B5EF4-FFF2-40B4-BE49-F238E27FC236}">
                <a16:creationId xmlns:a16="http://schemas.microsoft.com/office/drawing/2014/main" id="{5B889743-A5BD-48BF-A3C8-45E9FB5F9704}"/>
              </a:ext>
            </a:extLst>
          </p:cNvPr>
          <p:cNvSpPr>
            <a:spLocks xmlns:a="http://schemas.openxmlformats.org/drawingml/2006/main" noGrp="1"/>
          </p:cNvSpPr>
          <p:nvPr/>
        </p:nvSpPr>
        <p:spPr>
          <a:xfrm xmlns:a="http://schemas.openxmlformats.org/drawingml/2006/main" rot="0" flipH="0" flipV="0">
            <a:off x="8406765" y="6322695"/>
            <a:ext cx="167640" cy="167640"/>
          </a:xfrm>
          <a:prstGeom xmlns:a="http://schemas.openxmlformats.org/drawingml/2006/main" prst="rect">
            <a:avLst/>
          </a:prstGeom>
          <a:solidFill xmlns:a="http://schemas.openxmlformats.org/drawingml/2006/main">
            <a:srgbClr val="F5F4F2"/>
          </a:solidFill>
          <a:ln xmlns:a="http://schemas.openxmlformats.org/drawingml/2006/main" w="7620">
            <a:solidFill>
              <a:srgbClr val="FFFFFF"/>
            </a:solidFill>
          </a:ln>
        </p:spPr>
      </p:sp>
      <p:sp>
        <p:nvSpPr>
          <p:cNvPr id="660" name="05_SAMPLING__interest_r5c2">
            <a:extLst xmlns:a="http://schemas.openxmlformats.org/drawingml/2006/main">
              <a:ext uri="{FF2B5EF4-FFF2-40B4-BE49-F238E27FC236}">
                <a16:creationId xmlns:a16="http://schemas.microsoft.com/office/drawing/2014/main" id="{F7AD4685-272B-423F-ADF4-6F3D5E5ED5B6}"/>
              </a:ext>
            </a:extLst>
          </p:cNvPr>
          <p:cNvSpPr>
            <a:spLocks xmlns:a="http://schemas.openxmlformats.org/drawingml/2006/main" noGrp="1"/>
          </p:cNvSpPr>
          <p:nvPr/>
        </p:nvSpPr>
        <p:spPr>
          <a:xfrm xmlns:a="http://schemas.openxmlformats.org/drawingml/2006/main" rot="0" flipH="0" flipV="0">
            <a:off x="8574405" y="6322695"/>
            <a:ext cx="167640" cy="167640"/>
          </a:xfrm>
          <a:prstGeom xmlns:a="http://schemas.openxmlformats.org/drawingml/2006/main" prst="rect">
            <a:avLst/>
          </a:prstGeom>
          <a:solidFill xmlns:a="http://schemas.openxmlformats.org/drawingml/2006/main">
            <a:srgbClr val="F5F4F2"/>
          </a:solidFill>
          <a:ln xmlns:a="http://schemas.openxmlformats.org/drawingml/2006/main" w="7620">
            <a:solidFill>
              <a:srgbClr val="FFFFFF"/>
            </a:solidFill>
          </a:ln>
        </p:spPr>
      </p:sp>
      <p:sp>
        <p:nvSpPr>
          <p:cNvPr id="661" name="05_SAMPLING__interest_r5c3">
            <a:extLst xmlns:a="http://schemas.openxmlformats.org/drawingml/2006/main">
              <a:ext uri="{FF2B5EF4-FFF2-40B4-BE49-F238E27FC236}">
                <a16:creationId xmlns:a16="http://schemas.microsoft.com/office/drawing/2014/main" id="{B05D35D2-A836-47DC-B7A1-018CC5DDA7FB}"/>
              </a:ext>
            </a:extLst>
          </p:cNvPr>
          <p:cNvSpPr>
            <a:spLocks xmlns:a="http://schemas.openxmlformats.org/drawingml/2006/main" noGrp="1"/>
          </p:cNvSpPr>
          <p:nvPr/>
        </p:nvSpPr>
        <p:spPr>
          <a:xfrm xmlns:a="http://schemas.openxmlformats.org/drawingml/2006/main" rot="0" flipH="0" flipV="0">
            <a:off x="8742045" y="6322695"/>
            <a:ext cx="167640" cy="167640"/>
          </a:xfrm>
          <a:prstGeom xmlns:a="http://schemas.openxmlformats.org/drawingml/2006/main" prst="rect">
            <a:avLst/>
          </a:prstGeom>
          <a:solidFill xmlns:a="http://schemas.openxmlformats.org/drawingml/2006/main">
            <a:srgbClr val="F5F4F1"/>
          </a:solidFill>
          <a:ln xmlns:a="http://schemas.openxmlformats.org/drawingml/2006/main" w="7620">
            <a:solidFill>
              <a:srgbClr val="FFFFFF"/>
            </a:solidFill>
          </a:ln>
        </p:spPr>
      </p:sp>
      <p:sp>
        <p:nvSpPr>
          <p:cNvPr id="662" name="05_SAMPLING__interest_r5c4">
            <a:extLst xmlns:a="http://schemas.openxmlformats.org/drawingml/2006/main">
              <a:ext uri="{FF2B5EF4-FFF2-40B4-BE49-F238E27FC236}">
                <a16:creationId xmlns:a16="http://schemas.microsoft.com/office/drawing/2014/main" id="{1C9AD990-71B6-4963-AB2B-8C4B9C0B8035}"/>
              </a:ext>
            </a:extLst>
          </p:cNvPr>
          <p:cNvSpPr>
            <a:spLocks xmlns:a="http://schemas.openxmlformats.org/drawingml/2006/main" noGrp="1"/>
          </p:cNvSpPr>
          <p:nvPr/>
        </p:nvSpPr>
        <p:spPr>
          <a:xfrm xmlns:a="http://schemas.openxmlformats.org/drawingml/2006/main" rot="0" flipH="0" flipV="0">
            <a:off x="8909685" y="6322695"/>
            <a:ext cx="167640" cy="167640"/>
          </a:xfrm>
          <a:prstGeom xmlns:a="http://schemas.openxmlformats.org/drawingml/2006/main" prst="rect">
            <a:avLst/>
          </a:prstGeom>
          <a:solidFill xmlns:a="http://schemas.openxmlformats.org/drawingml/2006/main">
            <a:srgbClr val="606C73"/>
          </a:solidFill>
          <a:ln xmlns:a="http://schemas.openxmlformats.org/drawingml/2006/main" w="7620">
            <a:solidFill>
              <a:srgbClr val="FFFFFF"/>
            </a:solidFill>
          </a:ln>
        </p:spPr>
      </p:sp>
      <p:sp>
        <p:nvSpPr>
          <p:cNvPr id="663" name="05_SAMPLING__interest_r5c5">
            <a:extLst xmlns:a="http://schemas.openxmlformats.org/drawingml/2006/main">
              <a:ext uri="{FF2B5EF4-FFF2-40B4-BE49-F238E27FC236}">
                <a16:creationId xmlns:a16="http://schemas.microsoft.com/office/drawing/2014/main" id="{6C6B7452-FE05-4291-8928-D0DC2A861E31}"/>
              </a:ext>
            </a:extLst>
          </p:cNvPr>
          <p:cNvSpPr>
            <a:spLocks xmlns:a="http://schemas.openxmlformats.org/drawingml/2006/main" noGrp="1"/>
          </p:cNvSpPr>
          <p:nvPr/>
        </p:nvSpPr>
        <p:spPr>
          <a:xfrm xmlns:a="http://schemas.openxmlformats.org/drawingml/2006/main" rot="0" flipH="0" flipV="0">
            <a:off x="9077325" y="6322695"/>
            <a:ext cx="167640" cy="167640"/>
          </a:xfrm>
          <a:prstGeom xmlns:a="http://schemas.openxmlformats.org/drawingml/2006/main" prst="rect">
            <a:avLst/>
          </a:prstGeom>
          <a:solidFill xmlns:a="http://schemas.openxmlformats.org/drawingml/2006/main">
            <a:srgbClr val="F4F3EF"/>
          </a:solidFill>
          <a:ln xmlns:a="http://schemas.openxmlformats.org/drawingml/2006/main" w="7620">
            <a:solidFill>
              <a:srgbClr val="FFFFFF"/>
            </a:solidFill>
          </a:ln>
        </p:spPr>
      </p:sp>
      <p:sp>
        <p:nvSpPr>
          <p:cNvPr id="664" name="05_SAMPLING__interest_r5c6">
            <a:extLst xmlns:a="http://schemas.openxmlformats.org/drawingml/2006/main">
              <a:ext uri="{FF2B5EF4-FFF2-40B4-BE49-F238E27FC236}">
                <a16:creationId xmlns:a16="http://schemas.microsoft.com/office/drawing/2014/main" id="{BFEB2409-77BE-4349-9ACB-70DFEDBCF539}"/>
              </a:ext>
            </a:extLst>
          </p:cNvPr>
          <p:cNvSpPr>
            <a:spLocks xmlns:a="http://schemas.openxmlformats.org/drawingml/2006/main" noGrp="1"/>
          </p:cNvSpPr>
          <p:nvPr/>
        </p:nvSpPr>
        <p:spPr>
          <a:xfrm xmlns:a="http://schemas.openxmlformats.org/drawingml/2006/main" rot="0" flipH="0" flipV="0">
            <a:off x="9244965" y="6322695"/>
            <a:ext cx="167640" cy="167640"/>
          </a:xfrm>
          <a:prstGeom xmlns:a="http://schemas.openxmlformats.org/drawingml/2006/main" prst="rect">
            <a:avLst/>
          </a:prstGeom>
          <a:solidFill xmlns:a="http://schemas.openxmlformats.org/drawingml/2006/main">
            <a:srgbClr val="F2F0EB"/>
          </a:solidFill>
          <a:ln xmlns:a="http://schemas.openxmlformats.org/drawingml/2006/main" w="7620">
            <a:solidFill>
              <a:srgbClr val="FFFFFF"/>
            </a:solidFill>
          </a:ln>
        </p:spPr>
      </p:sp>
      <p:sp>
        <p:nvSpPr>
          <p:cNvPr id="665" name="05_SAMPLING__interest_r5c7">
            <a:extLst xmlns:a="http://schemas.openxmlformats.org/drawingml/2006/main">
              <a:ext uri="{FF2B5EF4-FFF2-40B4-BE49-F238E27FC236}">
                <a16:creationId xmlns:a16="http://schemas.microsoft.com/office/drawing/2014/main" id="{E37E8F94-6B3C-4D99-8660-8F1627194EF3}"/>
              </a:ext>
            </a:extLst>
          </p:cNvPr>
          <p:cNvSpPr>
            <a:spLocks xmlns:a="http://schemas.openxmlformats.org/drawingml/2006/main" noGrp="1"/>
          </p:cNvSpPr>
          <p:nvPr/>
        </p:nvSpPr>
        <p:spPr>
          <a:xfrm xmlns:a="http://schemas.openxmlformats.org/drawingml/2006/main" rot="0" flipH="0" flipV="0">
            <a:off x="9412605" y="6322695"/>
            <a:ext cx="167640" cy="167640"/>
          </a:xfrm>
          <a:prstGeom xmlns:a="http://schemas.openxmlformats.org/drawingml/2006/main" prst="rect">
            <a:avLst/>
          </a:prstGeom>
          <a:solidFill xmlns:a="http://schemas.openxmlformats.org/drawingml/2006/main">
            <a:srgbClr val="606C73"/>
          </a:solidFill>
          <a:ln xmlns:a="http://schemas.openxmlformats.org/drawingml/2006/main" w="7620">
            <a:solidFill>
              <a:srgbClr val="FFFFFF"/>
            </a:solidFill>
          </a:ln>
        </p:spPr>
      </p:sp>
      <p:sp>
        <p:nvSpPr>
          <p:cNvPr id="666" name="05_SAMPLING__interest_r5c8">
            <a:extLst xmlns:a="http://schemas.openxmlformats.org/drawingml/2006/main">
              <a:ext uri="{FF2B5EF4-FFF2-40B4-BE49-F238E27FC236}">
                <a16:creationId xmlns:a16="http://schemas.microsoft.com/office/drawing/2014/main" id="{0ABD8DC8-AB23-47D7-9265-E22BA8BFDC56}"/>
              </a:ext>
            </a:extLst>
          </p:cNvPr>
          <p:cNvSpPr>
            <a:spLocks xmlns:a="http://schemas.openxmlformats.org/drawingml/2006/main" noGrp="1"/>
          </p:cNvSpPr>
          <p:nvPr/>
        </p:nvSpPr>
        <p:spPr>
          <a:xfrm xmlns:a="http://schemas.openxmlformats.org/drawingml/2006/main" rot="0" flipH="0" flipV="0">
            <a:off x="9580245" y="6322695"/>
            <a:ext cx="167640" cy="167640"/>
          </a:xfrm>
          <a:prstGeom xmlns:a="http://schemas.openxmlformats.org/drawingml/2006/main" prst="rect">
            <a:avLst/>
          </a:prstGeom>
          <a:solidFill xmlns:a="http://schemas.openxmlformats.org/drawingml/2006/main">
            <a:srgbClr val="606C73"/>
          </a:solidFill>
          <a:ln xmlns:a="http://schemas.openxmlformats.org/drawingml/2006/main" w="7620">
            <a:solidFill>
              <a:srgbClr val="FFFFFF"/>
            </a:solidFill>
          </a:ln>
        </p:spPr>
      </p:sp>
      <p:sp>
        <p:nvSpPr>
          <p:cNvPr id="667" name="05_SAMPLING__interest_r5c9">
            <a:extLst xmlns:a="http://schemas.openxmlformats.org/drawingml/2006/main">
              <a:ext uri="{FF2B5EF4-FFF2-40B4-BE49-F238E27FC236}">
                <a16:creationId xmlns:a16="http://schemas.microsoft.com/office/drawing/2014/main" id="{0A6BCA30-E54B-4B3B-8331-F7CBF1A6D574}"/>
              </a:ext>
            </a:extLst>
          </p:cNvPr>
          <p:cNvSpPr>
            <a:spLocks xmlns:a="http://schemas.openxmlformats.org/drawingml/2006/main" noGrp="1"/>
          </p:cNvSpPr>
          <p:nvPr/>
        </p:nvSpPr>
        <p:spPr>
          <a:xfrm xmlns:a="http://schemas.openxmlformats.org/drawingml/2006/main" rot="0" flipH="0" flipV="0">
            <a:off x="9747885" y="6322695"/>
            <a:ext cx="167640" cy="167640"/>
          </a:xfrm>
          <a:prstGeom xmlns:a="http://schemas.openxmlformats.org/drawingml/2006/main" prst="rect">
            <a:avLst/>
          </a:prstGeom>
          <a:solidFill xmlns:a="http://schemas.openxmlformats.org/drawingml/2006/main">
            <a:srgbClr val="606C73"/>
          </a:solidFill>
          <a:ln xmlns:a="http://schemas.openxmlformats.org/drawingml/2006/main" w="7620">
            <a:solidFill>
              <a:srgbClr val="FFFFFF"/>
            </a:solidFill>
          </a:ln>
        </p:spPr>
      </p:sp>
      <p:sp>
        <p:nvSpPr>
          <p:cNvPr id="668" name="05_SAMPLING__interest_r6c0">
            <a:extLst xmlns:a="http://schemas.openxmlformats.org/drawingml/2006/main">
              <a:ext uri="{FF2B5EF4-FFF2-40B4-BE49-F238E27FC236}">
                <a16:creationId xmlns:a16="http://schemas.microsoft.com/office/drawing/2014/main" id="{1D905F55-1360-4A7D-B84C-26E26FF60435}"/>
              </a:ext>
            </a:extLst>
          </p:cNvPr>
          <p:cNvSpPr>
            <a:spLocks xmlns:a="http://schemas.openxmlformats.org/drawingml/2006/main" noGrp="1"/>
          </p:cNvSpPr>
          <p:nvPr/>
        </p:nvSpPr>
        <p:spPr>
          <a:xfrm xmlns:a="http://schemas.openxmlformats.org/drawingml/2006/main" rot="0" flipH="0" flipV="0">
            <a:off x="8239125" y="6490335"/>
            <a:ext cx="167640" cy="167640"/>
          </a:xfrm>
          <a:prstGeom xmlns:a="http://schemas.openxmlformats.org/drawingml/2006/main" prst="rect">
            <a:avLst/>
          </a:prstGeom>
          <a:solidFill xmlns:a="http://schemas.openxmlformats.org/drawingml/2006/main">
            <a:srgbClr val="F5F4F2"/>
          </a:solidFill>
          <a:ln xmlns:a="http://schemas.openxmlformats.org/drawingml/2006/main" w="7620">
            <a:solidFill>
              <a:srgbClr val="FFFFFF"/>
            </a:solidFill>
          </a:ln>
        </p:spPr>
      </p:sp>
      <p:sp>
        <p:nvSpPr>
          <p:cNvPr id="669" name="05_SAMPLING__interest_r6c1">
            <a:extLst xmlns:a="http://schemas.openxmlformats.org/drawingml/2006/main">
              <a:ext uri="{FF2B5EF4-FFF2-40B4-BE49-F238E27FC236}">
                <a16:creationId xmlns:a16="http://schemas.microsoft.com/office/drawing/2014/main" id="{8732552F-E7DD-47B0-9E26-DAD790E28CA2}"/>
              </a:ext>
            </a:extLst>
          </p:cNvPr>
          <p:cNvSpPr>
            <a:spLocks xmlns:a="http://schemas.openxmlformats.org/drawingml/2006/main" noGrp="1"/>
          </p:cNvSpPr>
          <p:nvPr/>
        </p:nvSpPr>
        <p:spPr>
          <a:xfrm xmlns:a="http://schemas.openxmlformats.org/drawingml/2006/main" rot="0" flipH="0" flipV="0">
            <a:off x="8406765" y="6490335"/>
            <a:ext cx="167640" cy="167640"/>
          </a:xfrm>
          <a:prstGeom xmlns:a="http://schemas.openxmlformats.org/drawingml/2006/main" prst="rect">
            <a:avLst/>
          </a:prstGeom>
          <a:solidFill xmlns:a="http://schemas.openxmlformats.org/drawingml/2006/main">
            <a:srgbClr val="F5F4F2"/>
          </a:solidFill>
          <a:ln xmlns:a="http://schemas.openxmlformats.org/drawingml/2006/main" w="7620">
            <a:solidFill>
              <a:srgbClr val="FFFFFF"/>
            </a:solidFill>
          </a:ln>
        </p:spPr>
      </p:sp>
      <p:sp>
        <p:nvSpPr>
          <p:cNvPr id="670" name="05_SAMPLING__interest_r6c2">
            <a:extLst xmlns:a="http://schemas.openxmlformats.org/drawingml/2006/main">
              <a:ext uri="{FF2B5EF4-FFF2-40B4-BE49-F238E27FC236}">
                <a16:creationId xmlns:a16="http://schemas.microsoft.com/office/drawing/2014/main" id="{E1DF1E08-37B4-4C14-8E83-944D89403064}"/>
              </a:ext>
            </a:extLst>
          </p:cNvPr>
          <p:cNvSpPr>
            <a:spLocks xmlns:a="http://schemas.openxmlformats.org/drawingml/2006/main" noGrp="1"/>
          </p:cNvSpPr>
          <p:nvPr/>
        </p:nvSpPr>
        <p:spPr>
          <a:xfrm xmlns:a="http://schemas.openxmlformats.org/drawingml/2006/main" rot="0" flipH="0" flipV="0">
            <a:off x="8574405" y="6490335"/>
            <a:ext cx="167640" cy="167640"/>
          </a:xfrm>
          <a:prstGeom xmlns:a="http://schemas.openxmlformats.org/drawingml/2006/main" prst="rect">
            <a:avLst/>
          </a:prstGeom>
          <a:solidFill xmlns:a="http://schemas.openxmlformats.org/drawingml/2006/main">
            <a:srgbClr val="F5F4F2"/>
          </a:solidFill>
          <a:ln xmlns:a="http://schemas.openxmlformats.org/drawingml/2006/main" w="7620">
            <a:solidFill>
              <a:srgbClr val="FFFFFF"/>
            </a:solidFill>
          </a:ln>
        </p:spPr>
      </p:sp>
      <p:sp>
        <p:nvSpPr>
          <p:cNvPr id="671" name="05_SAMPLING__interest_r6c3">
            <a:extLst xmlns:a="http://schemas.openxmlformats.org/drawingml/2006/main">
              <a:ext uri="{FF2B5EF4-FFF2-40B4-BE49-F238E27FC236}">
                <a16:creationId xmlns:a16="http://schemas.microsoft.com/office/drawing/2014/main" id="{A1CF904B-56FE-485F-AFED-2E6B0E49AD28}"/>
              </a:ext>
            </a:extLst>
          </p:cNvPr>
          <p:cNvSpPr>
            <a:spLocks xmlns:a="http://schemas.openxmlformats.org/drawingml/2006/main" noGrp="1"/>
          </p:cNvSpPr>
          <p:nvPr/>
        </p:nvSpPr>
        <p:spPr>
          <a:xfrm xmlns:a="http://schemas.openxmlformats.org/drawingml/2006/main" rot="0" flipH="0" flipV="0">
            <a:off x="8742045" y="6490335"/>
            <a:ext cx="167640" cy="167640"/>
          </a:xfrm>
          <a:prstGeom xmlns:a="http://schemas.openxmlformats.org/drawingml/2006/main" prst="rect">
            <a:avLst/>
          </a:prstGeom>
          <a:solidFill xmlns:a="http://schemas.openxmlformats.org/drawingml/2006/main">
            <a:srgbClr val="F5F4F2"/>
          </a:solidFill>
          <a:ln xmlns:a="http://schemas.openxmlformats.org/drawingml/2006/main" w="7620">
            <a:solidFill>
              <a:srgbClr val="FFFFFF"/>
            </a:solidFill>
          </a:ln>
        </p:spPr>
      </p:sp>
      <p:sp>
        <p:nvSpPr>
          <p:cNvPr id="672" name="05_SAMPLING__interest_r6c4">
            <a:extLst xmlns:a="http://schemas.openxmlformats.org/drawingml/2006/main">
              <a:ext uri="{FF2B5EF4-FFF2-40B4-BE49-F238E27FC236}">
                <a16:creationId xmlns:a16="http://schemas.microsoft.com/office/drawing/2014/main" id="{777E03D0-55AF-4E18-B603-45C3BF93D5FE}"/>
              </a:ext>
            </a:extLst>
          </p:cNvPr>
          <p:cNvSpPr>
            <a:spLocks xmlns:a="http://schemas.openxmlformats.org/drawingml/2006/main" noGrp="1"/>
          </p:cNvSpPr>
          <p:nvPr/>
        </p:nvSpPr>
        <p:spPr>
          <a:xfrm xmlns:a="http://schemas.openxmlformats.org/drawingml/2006/main" rot="0" flipH="0" flipV="0">
            <a:off x="8909685" y="6490335"/>
            <a:ext cx="167640" cy="167640"/>
          </a:xfrm>
          <a:prstGeom xmlns:a="http://schemas.openxmlformats.org/drawingml/2006/main" prst="rect">
            <a:avLst/>
          </a:prstGeom>
          <a:solidFill xmlns:a="http://schemas.openxmlformats.org/drawingml/2006/main">
            <a:srgbClr val="606C73"/>
          </a:solidFill>
          <a:ln xmlns:a="http://schemas.openxmlformats.org/drawingml/2006/main" w="7620">
            <a:solidFill>
              <a:srgbClr val="FFFFFF"/>
            </a:solidFill>
          </a:ln>
        </p:spPr>
      </p:sp>
      <p:sp>
        <p:nvSpPr>
          <p:cNvPr id="673" name="05_SAMPLING__interest_r6c5">
            <a:extLst xmlns:a="http://schemas.openxmlformats.org/drawingml/2006/main">
              <a:ext uri="{FF2B5EF4-FFF2-40B4-BE49-F238E27FC236}">
                <a16:creationId xmlns:a16="http://schemas.microsoft.com/office/drawing/2014/main" id="{0D396E3B-0F6D-4D27-BF0F-5DC3C1FE31C6}"/>
              </a:ext>
            </a:extLst>
          </p:cNvPr>
          <p:cNvSpPr>
            <a:spLocks xmlns:a="http://schemas.openxmlformats.org/drawingml/2006/main" noGrp="1"/>
          </p:cNvSpPr>
          <p:nvPr/>
        </p:nvSpPr>
        <p:spPr>
          <a:xfrm xmlns:a="http://schemas.openxmlformats.org/drawingml/2006/main" rot="0" flipH="0" flipV="0">
            <a:off x="9077325" y="6490335"/>
            <a:ext cx="167640" cy="167640"/>
          </a:xfrm>
          <a:prstGeom xmlns:a="http://schemas.openxmlformats.org/drawingml/2006/main" prst="rect">
            <a:avLst/>
          </a:prstGeom>
          <a:solidFill xmlns:a="http://schemas.openxmlformats.org/drawingml/2006/main">
            <a:srgbClr val="F5F4F1"/>
          </a:solidFill>
          <a:ln xmlns:a="http://schemas.openxmlformats.org/drawingml/2006/main" w="7620">
            <a:solidFill>
              <a:srgbClr val="FFFFFF"/>
            </a:solidFill>
          </a:ln>
        </p:spPr>
      </p:sp>
      <p:sp>
        <p:nvSpPr>
          <p:cNvPr id="674" name="05_SAMPLING__interest_r6c6">
            <a:extLst xmlns:a="http://schemas.openxmlformats.org/drawingml/2006/main">
              <a:ext uri="{FF2B5EF4-FFF2-40B4-BE49-F238E27FC236}">
                <a16:creationId xmlns:a16="http://schemas.microsoft.com/office/drawing/2014/main" id="{789839D2-7AB7-4B85-B1C3-AB305DB30475}"/>
              </a:ext>
            </a:extLst>
          </p:cNvPr>
          <p:cNvSpPr>
            <a:spLocks xmlns:a="http://schemas.openxmlformats.org/drawingml/2006/main" noGrp="1"/>
          </p:cNvSpPr>
          <p:nvPr/>
        </p:nvSpPr>
        <p:spPr>
          <a:xfrm xmlns:a="http://schemas.openxmlformats.org/drawingml/2006/main" rot="0" flipH="0" flipV="0">
            <a:off x="9244965" y="6490335"/>
            <a:ext cx="167640" cy="167640"/>
          </a:xfrm>
          <a:prstGeom xmlns:a="http://schemas.openxmlformats.org/drawingml/2006/main" prst="rect">
            <a:avLst/>
          </a:prstGeom>
          <a:solidFill xmlns:a="http://schemas.openxmlformats.org/drawingml/2006/main">
            <a:srgbClr val="F5F4F1"/>
          </a:solidFill>
          <a:ln xmlns:a="http://schemas.openxmlformats.org/drawingml/2006/main" w="7620">
            <a:solidFill>
              <a:srgbClr val="FFFFFF"/>
            </a:solidFill>
          </a:ln>
        </p:spPr>
      </p:sp>
      <p:sp>
        <p:nvSpPr>
          <p:cNvPr id="675" name="05_SAMPLING__interest_r6c7">
            <a:extLst xmlns:a="http://schemas.openxmlformats.org/drawingml/2006/main">
              <a:ext uri="{FF2B5EF4-FFF2-40B4-BE49-F238E27FC236}">
                <a16:creationId xmlns:a16="http://schemas.microsoft.com/office/drawing/2014/main" id="{63E47B97-8298-4886-9186-5A2AF9AAB01A}"/>
              </a:ext>
            </a:extLst>
          </p:cNvPr>
          <p:cNvSpPr>
            <a:spLocks xmlns:a="http://schemas.openxmlformats.org/drawingml/2006/main" noGrp="1"/>
          </p:cNvSpPr>
          <p:nvPr/>
        </p:nvSpPr>
        <p:spPr>
          <a:xfrm xmlns:a="http://schemas.openxmlformats.org/drawingml/2006/main" rot="0" flipH="0" flipV="0">
            <a:off x="9412605" y="6490335"/>
            <a:ext cx="167640" cy="167640"/>
          </a:xfrm>
          <a:prstGeom xmlns:a="http://schemas.openxmlformats.org/drawingml/2006/main" prst="rect">
            <a:avLst/>
          </a:prstGeom>
          <a:solidFill xmlns:a="http://schemas.openxmlformats.org/drawingml/2006/main">
            <a:srgbClr val="F5F4F1"/>
          </a:solidFill>
          <a:ln xmlns:a="http://schemas.openxmlformats.org/drawingml/2006/main" w="7620">
            <a:solidFill>
              <a:srgbClr val="FFFFFF"/>
            </a:solidFill>
          </a:ln>
        </p:spPr>
      </p:sp>
      <p:sp>
        <p:nvSpPr>
          <p:cNvPr id="676" name="05_SAMPLING__interest_r6c8">
            <a:extLst xmlns:a="http://schemas.openxmlformats.org/drawingml/2006/main">
              <a:ext uri="{FF2B5EF4-FFF2-40B4-BE49-F238E27FC236}">
                <a16:creationId xmlns:a16="http://schemas.microsoft.com/office/drawing/2014/main" id="{605C6CEC-2068-4A92-99B0-064FD3455CA4}"/>
              </a:ext>
            </a:extLst>
          </p:cNvPr>
          <p:cNvSpPr>
            <a:spLocks xmlns:a="http://schemas.openxmlformats.org/drawingml/2006/main" noGrp="1"/>
          </p:cNvSpPr>
          <p:nvPr/>
        </p:nvSpPr>
        <p:spPr>
          <a:xfrm xmlns:a="http://schemas.openxmlformats.org/drawingml/2006/main" rot="0" flipH="0" flipV="0">
            <a:off x="9580245" y="6490335"/>
            <a:ext cx="167640" cy="167640"/>
          </a:xfrm>
          <a:prstGeom xmlns:a="http://schemas.openxmlformats.org/drawingml/2006/main" prst="rect">
            <a:avLst/>
          </a:prstGeom>
          <a:solidFill xmlns:a="http://schemas.openxmlformats.org/drawingml/2006/main">
            <a:srgbClr val="F5F4F1"/>
          </a:solidFill>
          <a:ln xmlns:a="http://schemas.openxmlformats.org/drawingml/2006/main" w="7620">
            <a:solidFill>
              <a:srgbClr val="FFFFFF"/>
            </a:solidFill>
          </a:ln>
        </p:spPr>
      </p:sp>
      <p:sp>
        <p:nvSpPr>
          <p:cNvPr id="677" name="05_SAMPLING__interest_r6c9">
            <a:extLst xmlns:a="http://schemas.openxmlformats.org/drawingml/2006/main">
              <a:ext uri="{FF2B5EF4-FFF2-40B4-BE49-F238E27FC236}">
                <a16:creationId xmlns:a16="http://schemas.microsoft.com/office/drawing/2014/main" id="{CBCB4B36-82A7-40A9-8E35-9588DABEA13F}"/>
              </a:ext>
            </a:extLst>
          </p:cNvPr>
          <p:cNvSpPr>
            <a:spLocks xmlns:a="http://schemas.openxmlformats.org/drawingml/2006/main" noGrp="1"/>
          </p:cNvSpPr>
          <p:nvPr/>
        </p:nvSpPr>
        <p:spPr>
          <a:xfrm xmlns:a="http://schemas.openxmlformats.org/drawingml/2006/main" rot="0" flipH="0" flipV="0">
            <a:off x="9747885" y="6490335"/>
            <a:ext cx="167640" cy="167640"/>
          </a:xfrm>
          <a:prstGeom xmlns:a="http://schemas.openxmlformats.org/drawingml/2006/main" prst="rect">
            <a:avLst/>
          </a:prstGeom>
          <a:solidFill xmlns:a="http://schemas.openxmlformats.org/drawingml/2006/main">
            <a:srgbClr val="F5F4F1"/>
          </a:solidFill>
          <a:ln xmlns:a="http://schemas.openxmlformats.org/drawingml/2006/main" w="7620">
            <a:solidFill>
              <a:srgbClr val="FFFFFF"/>
            </a:solidFill>
          </a:ln>
        </p:spPr>
      </p:sp>
      <p:sp>
        <p:nvSpPr>
          <p:cNvPr id="678" name="05_SAMPLING__interest_frame">
            <a:extLst xmlns:a="http://schemas.openxmlformats.org/drawingml/2006/main">
              <a:ext uri="{FF2B5EF4-FFF2-40B4-BE49-F238E27FC236}">
                <a16:creationId xmlns:a16="http://schemas.microsoft.com/office/drawing/2014/main" id="{2996F3F0-9E19-47CB-AD30-7C532E9E4FA5}"/>
              </a:ext>
            </a:extLst>
          </p:cNvPr>
          <p:cNvSpPr>
            <a:spLocks xmlns:a="http://schemas.openxmlformats.org/drawingml/2006/main" noGrp="1"/>
          </p:cNvSpPr>
          <p:nvPr/>
        </p:nvSpPr>
        <p:spPr>
          <a:xfrm xmlns:a="http://schemas.openxmlformats.org/drawingml/2006/main" rot="0" flipH="0" flipV="0">
            <a:off x="8239125" y="5484495"/>
            <a:ext cx="1676400" cy="1173480"/>
          </a:xfrm>
          <a:prstGeom xmlns:a="http://schemas.openxmlformats.org/drawingml/2006/main" prst="rect">
            <a:avLst/>
          </a:prstGeom>
          <a:noFill xmlns:a="http://schemas.openxmlformats.org/drawingml/2006/main"/>
          <a:ln xmlns:a="http://schemas.openxmlformats.org/drawingml/2006/main" w="10478">
            <a:solidFill>
              <a:srgbClr val="B6C4CC"/>
            </a:solidFill>
          </a:ln>
        </p:spPr>
      </p:sp>
      <p:sp>
        <p:nvSpPr>
          <p:cNvPr id="679" name="05_SAMPLING__new_route_track">
            <a:extLst xmlns:a="http://schemas.openxmlformats.org/drawingml/2006/main">
              <a:ext uri="{FF2B5EF4-FFF2-40B4-BE49-F238E27FC236}">
                <a16:creationId xmlns:a16="http://schemas.microsoft.com/office/drawing/2014/main" id="{7DD75E9A-EA8A-48BE-9C27-EF75BC46A7CF}"/>
              </a:ext>
            </a:extLst>
          </p:cNvPr>
          <p:cNvSpPr>
            <a:spLocks xmlns:a="http://schemas.openxmlformats.org/drawingml/2006/main" noGrp="1"/>
          </p:cNvSpPr>
          <p:nvPr/>
        </p:nvSpPr>
        <p:spPr>
          <a:xfrm xmlns:a="http://schemas.openxmlformats.org/drawingml/2006/main" rot="0" flipH="0" flipV="0">
            <a:off x="8490585" y="5903595"/>
            <a:ext cx="1005840" cy="335280"/>
          </a:xfrm>
          <a:custGeom xmlns:a="http://schemas.openxmlformats.org/drawingml/2006/main">
            <a:rect l="0" t="0" r="0" b="0"/>
            <a:pathLst>
              <a:path w="1257300" h="419100">
                <a:moveTo>
                  <a:pt x="0" y="419100"/>
                </a:moveTo>
                <a:lnTo>
                  <a:pt x="419100" y="419100"/>
                </a:lnTo>
                <a:lnTo>
                  <a:pt x="838200" y="419100"/>
                </a:lnTo>
                <a:lnTo>
                  <a:pt x="1047750" y="209550"/>
                </a:lnTo>
                <a:lnTo>
                  <a:pt x="1257300" y="0"/>
                </a:lnTo>
              </a:path>
            </a:pathLst>
          </a:custGeom>
          <a:noFill xmlns:a="http://schemas.openxmlformats.org/drawingml/2006/main"/>
          <a:ln xmlns:a="http://schemas.openxmlformats.org/drawingml/2006/main" w="23813">
            <a:solidFill>
              <a:srgbClr val="233440"/>
            </a:solidFill>
            <a:prstDash val="solid"/>
          </a:ln>
        </p:spPr>
      </p:sp>
      <p:sp>
        <p:nvSpPr>
          <p:cNvPr id="680" name="05_SAMPLING__robot_now">
            <a:extLst xmlns:a="http://schemas.openxmlformats.org/drawingml/2006/main">
              <a:ext uri="{FF2B5EF4-FFF2-40B4-BE49-F238E27FC236}">
                <a16:creationId xmlns:a16="http://schemas.microsoft.com/office/drawing/2014/main" id="{C1DF87EE-50FC-47DA-8112-ADD70E401EFD}"/>
              </a:ext>
            </a:extLst>
          </p:cNvPr>
          <p:cNvSpPr>
            <a:spLocks xmlns:a="http://schemas.openxmlformats.org/drawingml/2006/main" noGrp="1"/>
          </p:cNvSpPr>
          <p:nvPr/>
        </p:nvSpPr>
        <p:spPr>
          <a:xfrm xmlns:a="http://schemas.openxmlformats.org/drawingml/2006/main" rot="0" flipH="0" flipV="0">
            <a:off x="8444865" y="6193155"/>
            <a:ext cx="91440" cy="91440"/>
          </a:xfrm>
          <a:prstGeom xmlns:a="http://schemas.openxmlformats.org/drawingml/2006/main" prst="ellipse">
            <a:avLst/>
          </a:prstGeom>
          <a:solidFill xmlns:a="http://schemas.openxmlformats.org/drawingml/2006/main">
            <a:srgbClr val="FFFFFF"/>
          </a:solidFill>
          <a:ln xmlns:a="http://schemas.openxmlformats.org/drawingml/2006/main" w="19050">
            <a:solidFill>
              <a:srgbClr val="233440"/>
            </a:solidFill>
          </a:ln>
        </p:spPr>
      </p:sp>
      <p:sp>
        <p:nvSpPr>
          <p:cNvPr id="681" name="05_SAMPLING__next_sample">
            <a:extLst xmlns:a="http://schemas.openxmlformats.org/drawingml/2006/main">
              <a:ext uri="{FF2B5EF4-FFF2-40B4-BE49-F238E27FC236}">
                <a16:creationId xmlns:a16="http://schemas.microsoft.com/office/drawing/2014/main" id="{80BF2BE3-0C80-4E11-9A80-519F8BCF6089}"/>
              </a:ext>
            </a:extLst>
          </p:cNvPr>
          <p:cNvSpPr>
            <a:spLocks xmlns:a="http://schemas.openxmlformats.org/drawingml/2006/main" noGrp="1"/>
          </p:cNvSpPr>
          <p:nvPr/>
        </p:nvSpPr>
        <p:spPr>
          <a:xfrm xmlns:a="http://schemas.openxmlformats.org/drawingml/2006/main" rot="0" flipH="0" flipV="0">
            <a:off x="9435465" y="5842635"/>
            <a:ext cx="121920" cy="121920"/>
          </a:xfrm>
          <a:prstGeom xmlns:a="http://schemas.openxmlformats.org/drawingml/2006/main" prst="ellipse">
            <a:avLst/>
          </a:prstGeom>
          <a:solidFill xmlns:a="http://schemas.openxmlformats.org/drawingml/2006/main">
            <a:srgbClr val="A86D27"/>
          </a:solidFill>
          <a:ln xmlns:a="http://schemas.openxmlformats.org/drawingml/2006/main" w="19050">
            <a:solidFill>
              <a:srgbClr val="FFFFFF"/>
            </a:solidFill>
          </a:ln>
        </p:spPr>
      </p:sp>
      <p:sp>
        <p:nvSpPr>
          <p:cNvPr id="682" name="05_SAMPLING__disagreement">
            <a:extLst xmlns:a="http://schemas.openxmlformats.org/drawingml/2006/main">
              <a:ext uri="{FF2B5EF4-FFF2-40B4-BE49-F238E27FC236}">
                <a16:creationId xmlns:a16="http://schemas.microsoft.com/office/drawing/2014/main" id="{7BDB9673-3684-4630-A8CE-7E80D34333A1}"/>
              </a:ext>
            </a:extLst>
          </p:cNvPr>
          <p:cNvSpPr>
            <a:spLocks xmlns:a="http://schemas.openxmlformats.org/drawingml/2006/main" noGrp="1"/>
          </p:cNvSpPr>
          <p:nvPr/>
        </p:nvSpPr>
        <p:spPr>
          <a:xfrm xmlns:a="http://schemas.openxmlformats.org/drawingml/2006/main" rot="0" flipH="0" flipV="0">
            <a:off x="10037445" y="5484495"/>
            <a:ext cx="1714500" cy="259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575" b="0">
                <a:solidFill>
                  <a:srgbClr val="B16B26"/>
                </a:solidFill>
                <a:latin typeface="Noto Sans CJK SC"/>
                <a:ea typeface="Noto Sans CJK SC"/>
                <a:cs typeface="Noto Sans CJK SC"/>
              </a:defRPr>
            </a:defPPr>
            <a:lvl1pPr algn="l">
              <a:defRPr sz="1575" b="0">
                <a:solidFill>
                  <a:srgbClr val="B16B26"/>
                </a:solidFill>
                <a:latin typeface="Noto Sans CJK SC"/>
                <a:ea typeface="Noto Sans CJK SC"/>
                <a:cs typeface="Noto Sans CJK SC"/>
              </a:defRPr>
            </a:lvl1pPr>
            <a:lvl2pPr algn="l">
              <a:defRPr sz="1575" b="0">
                <a:solidFill>
                  <a:srgbClr val="B16B26"/>
                </a:solidFill>
                <a:latin typeface="Noto Sans CJK SC"/>
                <a:ea typeface="Noto Sans CJK SC"/>
                <a:cs typeface="Noto Sans CJK SC"/>
              </a:defRPr>
            </a:lvl2pPr>
            <a:lvl3pPr algn="l">
              <a:defRPr sz="1575" b="0">
                <a:solidFill>
                  <a:srgbClr val="B16B26"/>
                </a:solidFill>
                <a:latin typeface="Noto Sans CJK SC"/>
                <a:ea typeface="Noto Sans CJK SC"/>
                <a:cs typeface="Noto Sans CJK SC"/>
              </a:defRPr>
            </a:lvl3pPr>
            <a:lvl4pPr algn="l">
              <a:defRPr sz="1575" b="0">
                <a:solidFill>
                  <a:srgbClr val="B16B26"/>
                </a:solidFill>
                <a:latin typeface="Noto Sans CJK SC"/>
                <a:ea typeface="Noto Sans CJK SC"/>
                <a:cs typeface="Noto Sans CJK SC"/>
              </a:defRPr>
            </a:lvl4pPr>
            <a:lvl5pPr algn="l">
              <a:defRPr sz="1575" b="0">
                <a:solidFill>
                  <a:srgbClr val="B16B26"/>
                </a:solidFill>
                <a:latin typeface="Noto Sans CJK SC"/>
                <a:ea typeface="Noto Sans CJK SC"/>
                <a:cs typeface="Noto Sans CJK SC"/>
              </a:defRPr>
            </a:lvl5pPr>
            <a:lvl6pPr algn="l">
              <a:defRPr sz="1575" b="0">
                <a:solidFill>
                  <a:srgbClr val="B16B26"/>
                </a:solidFill>
                <a:latin typeface="Noto Sans CJK SC"/>
                <a:ea typeface="Noto Sans CJK SC"/>
                <a:cs typeface="Noto Sans CJK SC"/>
              </a:defRPr>
            </a:lvl6pPr>
            <a:lvl7pPr algn="l">
              <a:defRPr sz="1575" b="0">
                <a:solidFill>
                  <a:srgbClr val="B16B26"/>
                </a:solidFill>
                <a:latin typeface="Noto Sans CJK SC"/>
                <a:ea typeface="Noto Sans CJK SC"/>
                <a:cs typeface="Noto Sans CJK SC"/>
              </a:defRPr>
            </a:lvl7pPr>
            <a:lvl8pPr algn="l">
              <a:defRPr sz="1575" b="0">
                <a:solidFill>
                  <a:srgbClr val="B16B26"/>
                </a:solidFill>
                <a:latin typeface="Noto Sans CJK SC"/>
                <a:ea typeface="Noto Sans CJK SC"/>
                <a:cs typeface="Noto Sans CJK SC"/>
              </a:defRPr>
            </a:lvl8pPr>
            <a:lvl9pPr algn="l">
              <a:defRPr sz="1575" b="0">
                <a:solidFill>
                  <a:srgbClr val="B16B26"/>
                </a:solidFill>
                <a:latin typeface="Noto Sans CJK SC"/>
                <a:ea typeface="Noto Sans CJK SC"/>
                <a:cs typeface="Noto Sans CJK SC"/>
              </a:defRPr>
            </a:lvl9pPr>
          </a:lstStyle>
          <a:p xmlns:a="http://schemas.openxmlformats.org/drawingml/2006/main">
            <a:pPr algn="l">
              <a:buNone/>
              <a:defRPr sz="1575" b="0">
                <a:solidFill>
                  <a:srgbClr val="B16B26"/>
                </a:solidFill>
                <a:latin typeface="Noto Sans CJK SC"/>
                <a:ea typeface="Noto Sans CJK SC"/>
                <a:cs typeface="Noto Sans CJK SC"/>
              </a:defRPr>
            </a:pPr>
            <a:r>
              <a:rPr sz="1575" b="0">
                <a:solidFill>
                  <a:srgbClr val="B16B26"/>
                </a:solidFill>
                <a:latin typeface="Noto Sans CJK SC"/>
                <a:ea typeface="Noto Sans CJK SC"/>
                <a:cs typeface="Noto Sans CJK SC"/>
              </a:rPr>
              <a:t>候选预测方差</a:t>
            </a:r>
            <a:endParaRPr sz="1950" b="1">
              <a:solidFill>
                <a:srgbClr val="233440"/>
              </a:solidFill>
              <a:latin typeface="Arial"/>
              <a:ea typeface="Arial"/>
              <a:cs typeface="Arial"/>
            </a:endParaRPr>
          </a:p>
        </p:txBody>
      </p:sp>
      <p:sp>
        <p:nvSpPr>
          <p:cNvPr id="683" name="05_SAMPLING__weighted">
            <a:extLst xmlns:a="http://schemas.openxmlformats.org/drawingml/2006/main">
              <a:ext uri="{FF2B5EF4-FFF2-40B4-BE49-F238E27FC236}">
                <a16:creationId xmlns:a16="http://schemas.microsoft.com/office/drawing/2014/main" id="{0A09F546-DEEF-44AC-8D8F-F0301D85ECAA}"/>
              </a:ext>
            </a:extLst>
          </p:cNvPr>
          <p:cNvSpPr>
            <a:spLocks xmlns:a="http://schemas.openxmlformats.org/drawingml/2006/main" noGrp="1"/>
          </p:cNvSpPr>
          <p:nvPr/>
        </p:nvSpPr>
        <p:spPr>
          <a:xfrm xmlns:a="http://schemas.openxmlformats.org/drawingml/2006/main" rot="0" flipH="0" flipV="0">
            <a:off x="10037445" y="5789295"/>
            <a:ext cx="1714500" cy="2514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575" b="0">
                <a:solidFill>
                  <a:srgbClr val="B16B26"/>
                </a:solidFill>
                <a:latin typeface="Noto Sans CJK SC"/>
                <a:ea typeface="Noto Sans CJK SC"/>
                <a:cs typeface="Noto Sans CJK SC"/>
              </a:defRPr>
            </a:defPPr>
            <a:lvl1pPr algn="l">
              <a:defRPr sz="1575" b="0">
                <a:solidFill>
                  <a:srgbClr val="B16B26"/>
                </a:solidFill>
                <a:latin typeface="Noto Sans CJK SC"/>
                <a:ea typeface="Noto Sans CJK SC"/>
                <a:cs typeface="Noto Sans CJK SC"/>
              </a:defRPr>
            </a:lvl1pPr>
            <a:lvl2pPr algn="l">
              <a:defRPr sz="1575" b="0">
                <a:solidFill>
                  <a:srgbClr val="B16B26"/>
                </a:solidFill>
                <a:latin typeface="Noto Sans CJK SC"/>
                <a:ea typeface="Noto Sans CJK SC"/>
                <a:cs typeface="Noto Sans CJK SC"/>
              </a:defRPr>
            </a:lvl2pPr>
            <a:lvl3pPr algn="l">
              <a:defRPr sz="1575" b="0">
                <a:solidFill>
                  <a:srgbClr val="B16B26"/>
                </a:solidFill>
                <a:latin typeface="Noto Sans CJK SC"/>
                <a:ea typeface="Noto Sans CJK SC"/>
                <a:cs typeface="Noto Sans CJK SC"/>
              </a:defRPr>
            </a:lvl3pPr>
            <a:lvl4pPr algn="l">
              <a:defRPr sz="1575" b="0">
                <a:solidFill>
                  <a:srgbClr val="B16B26"/>
                </a:solidFill>
                <a:latin typeface="Noto Sans CJK SC"/>
                <a:ea typeface="Noto Sans CJK SC"/>
                <a:cs typeface="Noto Sans CJK SC"/>
              </a:defRPr>
            </a:lvl4pPr>
            <a:lvl5pPr algn="l">
              <a:defRPr sz="1575" b="0">
                <a:solidFill>
                  <a:srgbClr val="B16B26"/>
                </a:solidFill>
                <a:latin typeface="Noto Sans CJK SC"/>
                <a:ea typeface="Noto Sans CJK SC"/>
                <a:cs typeface="Noto Sans CJK SC"/>
              </a:defRPr>
            </a:lvl5pPr>
            <a:lvl6pPr algn="l">
              <a:defRPr sz="1575" b="0">
                <a:solidFill>
                  <a:srgbClr val="B16B26"/>
                </a:solidFill>
                <a:latin typeface="Noto Sans CJK SC"/>
                <a:ea typeface="Noto Sans CJK SC"/>
                <a:cs typeface="Noto Sans CJK SC"/>
              </a:defRPr>
            </a:lvl6pPr>
            <a:lvl7pPr algn="l">
              <a:defRPr sz="1575" b="0">
                <a:solidFill>
                  <a:srgbClr val="B16B26"/>
                </a:solidFill>
                <a:latin typeface="Noto Sans CJK SC"/>
                <a:ea typeface="Noto Sans CJK SC"/>
                <a:cs typeface="Noto Sans CJK SC"/>
              </a:defRPr>
            </a:lvl7pPr>
            <a:lvl8pPr algn="l">
              <a:defRPr sz="1575" b="0">
                <a:solidFill>
                  <a:srgbClr val="B16B26"/>
                </a:solidFill>
                <a:latin typeface="Noto Sans CJK SC"/>
                <a:ea typeface="Noto Sans CJK SC"/>
                <a:cs typeface="Noto Sans CJK SC"/>
              </a:defRPr>
            </a:lvl8pPr>
            <a:lvl9pPr algn="l">
              <a:defRPr sz="1575" b="0">
                <a:solidFill>
                  <a:srgbClr val="B16B26"/>
                </a:solidFill>
                <a:latin typeface="Noto Sans CJK SC"/>
                <a:ea typeface="Noto Sans CJK SC"/>
                <a:cs typeface="Noto Sans CJK SC"/>
              </a:defRPr>
            </a:lvl9pPr>
          </a:lstStyle>
          <a:p xmlns:a="http://schemas.openxmlformats.org/drawingml/2006/main">
            <a:pPr algn="l">
              <a:buNone/>
              <a:defRPr sz="1575" b="0">
                <a:solidFill>
                  <a:srgbClr val="B16B26"/>
                </a:solidFill>
                <a:latin typeface="Noto Sans CJK SC"/>
                <a:ea typeface="Noto Sans CJK SC"/>
                <a:cs typeface="Noto Sans CJK SC"/>
              </a:defRPr>
            </a:pPr>
            <a:r>
              <a:rPr sz="1575" b="0">
                <a:solidFill>
                  <a:srgbClr val="B16B26"/>
                </a:solidFill>
                <a:latin typeface="Noto Sans CJK SC"/>
                <a:ea typeface="Noto Sans CJK SC"/>
                <a:cs typeface="Noto Sans CJK SC"/>
              </a:rPr>
              <a:t>源分数加权</a:t>
            </a:r>
            <a:endParaRPr sz="1950" b="0">
              <a:solidFill>
                <a:srgbClr val="233440"/>
              </a:solidFill>
              <a:latin typeface="Arial"/>
              <a:ea typeface="Arial"/>
              <a:cs typeface="Arial"/>
            </a:endParaRPr>
          </a:p>
        </p:txBody>
      </p:sp>
      <p:sp>
        <p:nvSpPr>
          <p:cNvPr id="684" name="05_SAMPLING__unobserved">
            <a:extLst xmlns:a="http://schemas.openxmlformats.org/drawingml/2006/main">
              <a:ext uri="{FF2B5EF4-FFF2-40B4-BE49-F238E27FC236}">
                <a16:creationId xmlns:a16="http://schemas.microsoft.com/office/drawing/2014/main" id="{382B6AA3-9CB7-471D-8213-1DFFA0CD81F2}"/>
              </a:ext>
            </a:extLst>
          </p:cNvPr>
          <p:cNvSpPr>
            <a:spLocks xmlns:a="http://schemas.openxmlformats.org/drawingml/2006/main" noGrp="1"/>
          </p:cNvSpPr>
          <p:nvPr/>
        </p:nvSpPr>
        <p:spPr>
          <a:xfrm xmlns:a="http://schemas.openxmlformats.org/drawingml/2006/main" rot="0" flipH="0" flipV="0">
            <a:off x="10037445" y="6094095"/>
            <a:ext cx="1714500" cy="2514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575" b="0">
                <a:solidFill>
                  <a:srgbClr val="B16B26"/>
                </a:solidFill>
                <a:latin typeface="Noto Sans CJK SC"/>
                <a:ea typeface="Noto Sans CJK SC"/>
                <a:cs typeface="Noto Sans CJK SC"/>
              </a:defRPr>
            </a:defPPr>
            <a:lvl1pPr algn="l">
              <a:defRPr sz="1575" b="0">
                <a:solidFill>
                  <a:srgbClr val="B16B26"/>
                </a:solidFill>
                <a:latin typeface="Noto Sans CJK SC"/>
                <a:ea typeface="Noto Sans CJK SC"/>
                <a:cs typeface="Noto Sans CJK SC"/>
              </a:defRPr>
            </a:lvl1pPr>
            <a:lvl2pPr algn="l">
              <a:defRPr sz="1575" b="0">
                <a:solidFill>
                  <a:srgbClr val="B16B26"/>
                </a:solidFill>
                <a:latin typeface="Noto Sans CJK SC"/>
                <a:ea typeface="Noto Sans CJK SC"/>
                <a:cs typeface="Noto Sans CJK SC"/>
              </a:defRPr>
            </a:lvl2pPr>
            <a:lvl3pPr algn="l">
              <a:defRPr sz="1575" b="0">
                <a:solidFill>
                  <a:srgbClr val="B16B26"/>
                </a:solidFill>
                <a:latin typeface="Noto Sans CJK SC"/>
                <a:ea typeface="Noto Sans CJK SC"/>
                <a:cs typeface="Noto Sans CJK SC"/>
              </a:defRPr>
            </a:lvl3pPr>
            <a:lvl4pPr algn="l">
              <a:defRPr sz="1575" b="0">
                <a:solidFill>
                  <a:srgbClr val="B16B26"/>
                </a:solidFill>
                <a:latin typeface="Noto Sans CJK SC"/>
                <a:ea typeface="Noto Sans CJK SC"/>
                <a:cs typeface="Noto Sans CJK SC"/>
              </a:defRPr>
            </a:lvl4pPr>
            <a:lvl5pPr algn="l">
              <a:defRPr sz="1575" b="0">
                <a:solidFill>
                  <a:srgbClr val="B16B26"/>
                </a:solidFill>
                <a:latin typeface="Noto Sans CJK SC"/>
                <a:ea typeface="Noto Sans CJK SC"/>
                <a:cs typeface="Noto Sans CJK SC"/>
              </a:defRPr>
            </a:lvl5pPr>
            <a:lvl6pPr algn="l">
              <a:defRPr sz="1575" b="0">
                <a:solidFill>
                  <a:srgbClr val="B16B26"/>
                </a:solidFill>
                <a:latin typeface="Noto Sans CJK SC"/>
                <a:ea typeface="Noto Sans CJK SC"/>
                <a:cs typeface="Noto Sans CJK SC"/>
              </a:defRPr>
            </a:lvl6pPr>
            <a:lvl7pPr algn="l">
              <a:defRPr sz="1575" b="0">
                <a:solidFill>
                  <a:srgbClr val="B16B26"/>
                </a:solidFill>
                <a:latin typeface="Noto Sans CJK SC"/>
                <a:ea typeface="Noto Sans CJK SC"/>
                <a:cs typeface="Noto Sans CJK SC"/>
              </a:defRPr>
            </a:lvl7pPr>
            <a:lvl8pPr algn="l">
              <a:defRPr sz="1575" b="0">
                <a:solidFill>
                  <a:srgbClr val="B16B26"/>
                </a:solidFill>
                <a:latin typeface="Noto Sans CJK SC"/>
                <a:ea typeface="Noto Sans CJK SC"/>
                <a:cs typeface="Noto Sans CJK SC"/>
              </a:defRPr>
            </a:lvl8pPr>
            <a:lvl9pPr algn="l">
              <a:defRPr sz="1575" b="0">
                <a:solidFill>
                  <a:srgbClr val="B16B26"/>
                </a:solidFill>
                <a:latin typeface="Noto Sans CJK SC"/>
                <a:ea typeface="Noto Sans CJK SC"/>
                <a:cs typeface="Noto Sans CJK SC"/>
              </a:defRPr>
            </a:lvl9pPr>
          </a:lstStyle>
          <a:p xmlns:a="http://schemas.openxmlformats.org/drawingml/2006/main">
            <a:pPr algn="l">
              <a:buNone/>
              <a:defRPr sz="1575" b="0">
                <a:solidFill>
                  <a:srgbClr val="B16B26"/>
                </a:solidFill>
                <a:latin typeface="Noto Sans CJK SC"/>
                <a:ea typeface="Noto Sans CJK SC"/>
                <a:cs typeface="Noto Sans CJK SC"/>
              </a:defRPr>
            </a:pPr>
            <a:r>
              <a:rPr sz="1575" b="0">
                <a:solidFill>
                  <a:srgbClr val="B16B26"/>
                </a:solidFill>
                <a:latin typeface="Noto Sans CJK SC"/>
                <a:ea typeface="Noto Sans CJK SC"/>
                <a:cs typeface="Noto Sans CJK SC"/>
              </a:rPr>
              <a:t>未观测置信度</a:t>
            </a:r>
            <a:endParaRPr sz="1950" b="0">
              <a:solidFill>
                <a:srgbClr val="233440"/>
              </a:solidFill>
              <a:latin typeface="Arial"/>
              <a:ea typeface="Arial"/>
              <a:cs typeface="Arial"/>
            </a:endParaRPr>
          </a:p>
        </p:txBody>
      </p:sp>
      <p:sp>
        <p:nvSpPr>
          <p:cNvPr id="685" name="05_SAMPLING__planning_equation">
            <a:extLst xmlns:a="http://schemas.openxmlformats.org/drawingml/2006/main">
              <a:ext uri="{FF2B5EF4-FFF2-40B4-BE49-F238E27FC236}">
                <a16:creationId xmlns:a16="http://schemas.microsoft.com/office/drawing/2014/main" id="{CB8AFABF-EE13-4B19-B0E3-8B70600AEA82}"/>
              </a:ext>
            </a:extLst>
          </p:cNvPr>
          <p:cNvSpPr>
            <a:spLocks xmlns:a="http://schemas.openxmlformats.org/drawingml/2006/main" noGrp="1"/>
          </p:cNvSpPr>
          <p:nvPr/>
        </p:nvSpPr>
        <p:spPr>
          <a:xfrm xmlns:a="http://schemas.openxmlformats.org/drawingml/2006/main" rot="0" flipH="0" flipV="0">
            <a:off x="8231505" y="6734175"/>
            <a:ext cx="3467100" cy="2895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1575" b="0">
                <a:solidFill>
                  <a:srgbClr val="B16B26"/>
                </a:solidFill>
                <a:latin typeface="Noto Sans CJK SC"/>
                <a:ea typeface="Noto Sans CJK SC"/>
                <a:cs typeface="Noto Sans CJK SC"/>
              </a:defRPr>
            </a:defPPr>
            <a:lvl1pPr algn="ctr">
              <a:defRPr sz="1575" b="0">
                <a:solidFill>
                  <a:srgbClr val="B16B26"/>
                </a:solidFill>
                <a:latin typeface="Noto Sans CJK SC"/>
                <a:ea typeface="Noto Sans CJK SC"/>
                <a:cs typeface="Noto Sans CJK SC"/>
              </a:defRPr>
            </a:lvl1pPr>
            <a:lvl2pPr algn="ctr">
              <a:defRPr sz="1575" b="0">
                <a:solidFill>
                  <a:srgbClr val="B16B26"/>
                </a:solidFill>
                <a:latin typeface="Noto Sans CJK SC"/>
                <a:ea typeface="Noto Sans CJK SC"/>
                <a:cs typeface="Noto Sans CJK SC"/>
              </a:defRPr>
            </a:lvl2pPr>
            <a:lvl3pPr algn="ctr">
              <a:defRPr sz="1575" b="0">
                <a:solidFill>
                  <a:srgbClr val="B16B26"/>
                </a:solidFill>
                <a:latin typeface="Noto Sans CJK SC"/>
                <a:ea typeface="Noto Sans CJK SC"/>
                <a:cs typeface="Noto Sans CJK SC"/>
              </a:defRPr>
            </a:lvl3pPr>
            <a:lvl4pPr algn="ctr">
              <a:defRPr sz="1575" b="0">
                <a:solidFill>
                  <a:srgbClr val="B16B26"/>
                </a:solidFill>
                <a:latin typeface="Noto Sans CJK SC"/>
                <a:ea typeface="Noto Sans CJK SC"/>
                <a:cs typeface="Noto Sans CJK SC"/>
              </a:defRPr>
            </a:lvl4pPr>
            <a:lvl5pPr algn="ctr">
              <a:defRPr sz="1575" b="0">
                <a:solidFill>
                  <a:srgbClr val="B16B26"/>
                </a:solidFill>
                <a:latin typeface="Noto Sans CJK SC"/>
                <a:ea typeface="Noto Sans CJK SC"/>
                <a:cs typeface="Noto Sans CJK SC"/>
              </a:defRPr>
            </a:lvl5pPr>
            <a:lvl6pPr algn="ctr">
              <a:defRPr sz="1575" b="0">
                <a:solidFill>
                  <a:srgbClr val="B16B26"/>
                </a:solidFill>
                <a:latin typeface="Noto Sans CJK SC"/>
                <a:ea typeface="Noto Sans CJK SC"/>
                <a:cs typeface="Noto Sans CJK SC"/>
              </a:defRPr>
            </a:lvl6pPr>
            <a:lvl7pPr algn="ctr">
              <a:defRPr sz="1575" b="0">
                <a:solidFill>
                  <a:srgbClr val="B16B26"/>
                </a:solidFill>
                <a:latin typeface="Noto Sans CJK SC"/>
                <a:ea typeface="Noto Sans CJK SC"/>
                <a:cs typeface="Noto Sans CJK SC"/>
              </a:defRPr>
            </a:lvl7pPr>
            <a:lvl8pPr algn="ctr">
              <a:defRPr sz="1575" b="0">
                <a:solidFill>
                  <a:srgbClr val="B16B26"/>
                </a:solidFill>
                <a:latin typeface="Noto Sans CJK SC"/>
                <a:ea typeface="Noto Sans CJK SC"/>
                <a:cs typeface="Noto Sans CJK SC"/>
              </a:defRPr>
            </a:lvl8pPr>
            <a:lvl9pPr algn="ctr">
              <a:defRPr sz="1575" b="0">
                <a:solidFill>
                  <a:srgbClr val="B16B26"/>
                </a:solidFill>
                <a:latin typeface="Noto Sans CJK SC"/>
                <a:ea typeface="Noto Sans CJK SC"/>
                <a:cs typeface="Noto Sans CJK SC"/>
              </a:defRPr>
            </a:lvl9pPr>
          </a:lstStyle>
          <a:p xmlns:a="http://schemas.openxmlformats.org/drawingml/2006/main">
            <a:pPr algn="ctr">
              <a:buNone/>
              <a:defRPr sz="1575" b="0">
                <a:solidFill>
                  <a:srgbClr val="B16B26"/>
                </a:solidFill>
                <a:latin typeface="Noto Sans CJK SC"/>
                <a:ea typeface="Noto Sans CJK SC"/>
                <a:cs typeface="Noto Sans CJK SC"/>
              </a:defRPr>
            </a:pPr>
            <a:r>
              <a:rPr sz="1575" b="0">
                <a:solidFill>
                  <a:srgbClr val="B16B26"/>
                </a:solidFill>
                <a:latin typeface="Noto Sans CJK SC"/>
                <a:ea typeface="Noto Sans CJK SC"/>
                <a:cs typeface="Noto Sans CJK SC"/>
              </a:rPr>
              <a:t>ψᵢ = (1−αᵢ) Varₚ(fˢᵢ)</a:t>
            </a:r>
            <a:endParaRPr sz="2100" b="0">
              <a:solidFill>
                <a:srgbClr val="A86D27"/>
              </a:solidFill>
              <a:latin typeface="Arial"/>
              <a:ea typeface="Arial"/>
              <a:cs typeface="Arial"/>
            </a:endParaRPr>
          </a:p>
        </p:txBody>
      </p:sp>
      <p:sp>
        <p:nvSpPr>
          <p:cNvPr id="686" name="05_SAMPLING__exploration">
            <a:extLst xmlns:a="http://schemas.openxmlformats.org/drawingml/2006/main">
              <a:ext uri="{FF2B5EF4-FFF2-40B4-BE49-F238E27FC236}">
                <a16:creationId xmlns:a16="http://schemas.microsoft.com/office/drawing/2014/main" id="{A0F9D712-CD76-47F4-9741-E149627981CD}"/>
              </a:ext>
            </a:extLst>
          </p:cNvPr>
          <p:cNvSpPr>
            <a:spLocks xmlns:a="http://schemas.openxmlformats.org/drawingml/2006/main" noGrp="1"/>
          </p:cNvSpPr>
          <p:nvPr/>
        </p:nvSpPr>
        <p:spPr>
          <a:xfrm xmlns:a="http://schemas.openxmlformats.org/drawingml/2006/main" rot="0" flipH="0" flipV="0">
            <a:off x="10037445" y="6436995"/>
            <a:ext cx="1714500" cy="2362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575" b="0">
                <a:solidFill>
                  <a:srgbClr val="B16B26"/>
                </a:solidFill>
                <a:latin typeface="Noto Sans CJK SC"/>
                <a:ea typeface="Noto Sans CJK SC"/>
                <a:cs typeface="Noto Sans CJK SC"/>
              </a:defRPr>
            </a:defPPr>
            <a:lvl1pPr algn="l">
              <a:defRPr sz="1575" b="0">
                <a:solidFill>
                  <a:srgbClr val="B16B26"/>
                </a:solidFill>
                <a:latin typeface="Noto Sans CJK SC"/>
                <a:ea typeface="Noto Sans CJK SC"/>
                <a:cs typeface="Noto Sans CJK SC"/>
              </a:defRPr>
            </a:lvl1pPr>
            <a:lvl2pPr algn="l">
              <a:defRPr sz="1575" b="0">
                <a:solidFill>
                  <a:srgbClr val="B16B26"/>
                </a:solidFill>
                <a:latin typeface="Noto Sans CJK SC"/>
                <a:ea typeface="Noto Sans CJK SC"/>
                <a:cs typeface="Noto Sans CJK SC"/>
              </a:defRPr>
            </a:lvl2pPr>
            <a:lvl3pPr algn="l">
              <a:defRPr sz="1575" b="0">
                <a:solidFill>
                  <a:srgbClr val="B16B26"/>
                </a:solidFill>
                <a:latin typeface="Noto Sans CJK SC"/>
                <a:ea typeface="Noto Sans CJK SC"/>
                <a:cs typeface="Noto Sans CJK SC"/>
              </a:defRPr>
            </a:lvl3pPr>
            <a:lvl4pPr algn="l">
              <a:defRPr sz="1575" b="0">
                <a:solidFill>
                  <a:srgbClr val="B16B26"/>
                </a:solidFill>
                <a:latin typeface="Noto Sans CJK SC"/>
                <a:ea typeface="Noto Sans CJK SC"/>
                <a:cs typeface="Noto Sans CJK SC"/>
              </a:defRPr>
            </a:lvl4pPr>
            <a:lvl5pPr algn="l">
              <a:defRPr sz="1575" b="0">
                <a:solidFill>
                  <a:srgbClr val="B16B26"/>
                </a:solidFill>
                <a:latin typeface="Noto Sans CJK SC"/>
                <a:ea typeface="Noto Sans CJK SC"/>
                <a:cs typeface="Noto Sans CJK SC"/>
              </a:defRPr>
            </a:lvl5pPr>
            <a:lvl6pPr algn="l">
              <a:defRPr sz="1575" b="0">
                <a:solidFill>
                  <a:srgbClr val="B16B26"/>
                </a:solidFill>
                <a:latin typeface="Noto Sans CJK SC"/>
                <a:ea typeface="Noto Sans CJK SC"/>
                <a:cs typeface="Noto Sans CJK SC"/>
              </a:defRPr>
            </a:lvl6pPr>
            <a:lvl7pPr algn="l">
              <a:defRPr sz="1575" b="0">
                <a:solidFill>
                  <a:srgbClr val="B16B26"/>
                </a:solidFill>
                <a:latin typeface="Noto Sans CJK SC"/>
                <a:ea typeface="Noto Sans CJK SC"/>
                <a:cs typeface="Noto Sans CJK SC"/>
              </a:defRPr>
            </a:lvl7pPr>
            <a:lvl8pPr algn="l">
              <a:defRPr sz="1575" b="0">
                <a:solidFill>
                  <a:srgbClr val="B16B26"/>
                </a:solidFill>
                <a:latin typeface="Noto Sans CJK SC"/>
                <a:ea typeface="Noto Sans CJK SC"/>
                <a:cs typeface="Noto Sans CJK SC"/>
              </a:defRPr>
            </a:lvl8pPr>
            <a:lvl9pPr algn="l">
              <a:defRPr sz="1575" b="0">
                <a:solidFill>
                  <a:srgbClr val="B16B26"/>
                </a:solidFill>
                <a:latin typeface="Noto Sans CJK SC"/>
                <a:ea typeface="Noto Sans CJK SC"/>
                <a:cs typeface="Noto Sans CJK SC"/>
              </a:defRPr>
            </a:lvl9pPr>
          </a:lstStyle>
          <a:p xmlns:a="http://schemas.openxmlformats.org/drawingml/2006/main">
            <a:pPr algn="l">
              <a:buNone/>
              <a:defRPr sz="1575" b="0">
                <a:solidFill>
                  <a:srgbClr val="B16B26"/>
                </a:solidFill>
                <a:latin typeface="Noto Sans CJK SC"/>
                <a:ea typeface="Noto Sans CJK SC"/>
                <a:cs typeface="Noto Sans CJK SC"/>
              </a:defRPr>
            </a:pPr>
            <a:r>
              <a:rPr sz="1575" b="0">
                <a:solidFill>
                  <a:srgbClr val="B16B26"/>
                </a:solidFill>
                <a:latin typeface="Noto Sans CJK SC"/>
                <a:ea typeface="Noto Sans CJK SC"/>
                <a:cs typeface="Noto Sans CJK SC"/>
              </a:rPr>
              <a:t>初期探索</a:t>
            </a:r>
            <a:endParaRPr sz="1875" b="0">
              <a:solidFill>
                <a:srgbClr val="546572"/>
              </a:solidFill>
              <a:latin typeface="Arial"/>
              <a:ea typeface="Arial"/>
              <a:cs typeface="Arial"/>
            </a:endParaRPr>
          </a:p>
        </p:txBody>
      </p:sp>
      <p:sp>
        <p:nvSpPr>
          <p:cNvPr id="701" name="08_ROUTES__predictions_to_planning_port1">
            <a:extLst xmlns:a="http://schemas.openxmlformats.org/drawingml/2006/main">
              <a:ext uri="{FF2B5EF4-FFF2-40B4-BE49-F238E27FC236}">
                <a16:creationId xmlns:a16="http://schemas.microsoft.com/office/drawing/2014/main" id="{0D37DCB0-4AB5-4EC1-9BC5-5DD04D5E43E7}"/>
              </a:ext>
            </a:extLst>
          </p:cNvPr>
          <p:cNvSpPr>
            <a:spLocks xmlns:a="http://schemas.openxmlformats.org/drawingml/2006/main" noGrp="1"/>
          </p:cNvSpPr>
          <p:nvPr/>
        </p:nvSpPr>
        <p:spPr>
          <a:xfrm xmlns:a="http://schemas.openxmlformats.org/drawingml/2006/main" rot="0" flipH="0" flipV="0">
            <a:off x="10852023" y="4973193"/>
            <a:ext cx="1524" cy="1524"/>
          </a:xfrm>
          <a:prstGeom xmlns:a="http://schemas.openxmlformats.org/drawingml/2006/main" prst="rect">
            <a:avLst/>
          </a:prstGeom>
          <a:noFill xmlns:a="http://schemas.openxmlformats.org/drawingml/2006/main"/>
          <a:ln xmlns:a="http://schemas.openxmlformats.org/drawingml/2006/main" w="0">
            <a:noFill/>
          </a:ln>
        </p:spPr>
      </p:sp>
      <p:sp>
        <p:nvSpPr>
          <p:cNvPr id="704" name="08_ROUTES__posterior_to_planning_port1">
            <a:extLst xmlns:a="http://schemas.openxmlformats.org/drawingml/2006/main">
              <a:ext uri="{FF2B5EF4-FFF2-40B4-BE49-F238E27FC236}">
                <a16:creationId xmlns:a16="http://schemas.microsoft.com/office/drawing/2014/main" id="{77E9A8B2-2C6C-4C78-BB36-59E2AD660186}"/>
              </a:ext>
            </a:extLst>
          </p:cNvPr>
          <p:cNvSpPr>
            <a:spLocks xmlns:a="http://schemas.openxmlformats.org/drawingml/2006/main" noGrp="1"/>
          </p:cNvSpPr>
          <p:nvPr/>
        </p:nvSpPr>
        <p:spPr>
          <a:xfrm xmlns:a="http://schemas.openxmlformats.org/drawingml/2006/main" rot="0" flipH="0" flipV="0">
            <a:off x="8040243" y="6093333"/>
            <a:ext cx="1524" cy="1524"/>
          </a:xfrm>
          <a:prstGeom xmlns:a="http://schemas.openxmlformats.org/drawingml/2006/main" prst="rect">
            <a:avLst/>
          </a:prstGeom>
          <a:noFill xmlns:a="http://schemas.openxmlformats.org/drawingml/2006/main"/>
          <a:ln xmlns:a="http://schemas.openxmlformats.org/drawingml/2006/main" w="0">
            <a:noFill/>
          </a:ln>
        </p:spPr>
      </p:sp>
      <p:sp>
        <p:nvSpPr>
          <p:cNvPr id="706" name="08_ROUTES__move_and_resample_port0">
            <a:extLst xmlns:a="http://schemas.openxmlformats.org/drawingml/2006/main">
              <a:ext uri="{FF2B5EF4-FFF2-40B4-BE49-F238E27FC236}">
                <a16:creationId xmlns:a16="http://schemas.microsoft.com/office/drawing/2014/main" id="{8EF0F270-9741-491D-B0F6-55E3FF19D976}"/>
              </a:ext>
            </a:extLst>
          </p:cNvPr>
          <p:cNvSpPr>
            <a:spLocks xmlns:a="http://schemas.openxmlformats.org/drawingml/2006/main" noGrp="1"/>
          </p:cNvSpPr>
          <p:nvPr/>
        </p:nvSpPr>
        <p:spPr>
          <a:xfrm xmlns:a="http://schemas.openxmlformats.org/drawingml/2006/main" rot="0" flipH="0" flipV="0">
            <a:off x="10112883" y="7182993"/>
            <a:ext cx="1524" cy="1524"/>
          </a:xfrm>
          <a:prstGeom xmlns:a="http://schemas.openxmlformats.org/drawingml/2006/main" prst="rect">
            <a:avLst/>
          </a:prstGeom>
          <a:noFill xmlns:a="http://schemas.openxmlformats.org/drawingml/2006/main"/>
          <a:ln xmlns:a="http://schemas.openxmlformats.org/drawingml/2006/main" w="0">
            <a:noFill/>
          </a:ln>
        </p:spPr>
      </p:sp>
      <p:sp>
        <p:nvSpPr>
          <p:cNvPr id="707" name="08_ROUTES__move_and_resample_port1">
            <a:extLst xmlns:a="http://schemas.openxmlformats.org/drawingml/2006/main">
              <a:ext uri="{FF2B5EF4-FFF2-40B4-BE49-F238E27FC236}">
                <a16:creationId xmlns:a16="http://schemas.microsoft.com/office/drawing/2014/main" id="{7F44F96E-A37A-4A73-91DB-0152734DE4B1}"/>
              </a:ext>
            </a:extLst>
          </p:cNvPr>
          <p:cNvSpPr>
            <a:spLocks xmlns:a="http://schemas.openxmlformats.org/drawingml/2006/main" noGrp="1"/>
          </p:cNvSpPr>
          <p:nvPr/>
        </p:nvSpPr>
        <p:spPr>
          <a:xfrm xmlns:a="http://schemas.openxmlformats.org/drawingml/2006/main">
            <a:off x="10112883" y="7586853"/>
            <a:ext cx="1524" cy="1524"/>
          </a:xfrm>
          <a:prstGeom xmlns:a="http://schemas.openxmlformats.org/drawingml/2006/main" prst="rect">
            <a:avLst/>
          </a:prstGeom>
          <a:noFill xmlns:a="http://schemas.openxmlformats.org/drawingml/2006/main"/>
          <a:ln xmlns:a="http://schemas.openxmlformats.org/drawingml/2006/main" w="0">
            <a:noFill/>
          </a:ln>
        </p:spPr>
      </p:sp>
      <p:sp>
        <p:nvSpPr>
          <p:cNvPr id="708" name="08_ROUTES__move_and_resample_port2">
            <a:extLst xmlns:a="http://schemas.openxmlformats.org/drawingml/2006/main">
              <a:ext uri="{FF2B5EF4-FFF2-40B4-BE49-F238E27FC236}">
                <a16:creationId xmlns:a16="http://schemas.microsoft.com/office/drawing/2014/main" id="{AF4AD7E3-2602-442A-862B-8BCBE4C57490}"/>
              </a:ext>
            </a:extLst>
          </p:cNvPr>
          <p:cNvSpPr>
            <a:spLocks xmlns:a="http://schemas.openxmlformats.org/drawingml/2006/main" noGrp="1"/>
          </p:cNvSpPr>
          <p:nvPr/>
        </p:nvSpPr>
        <p:spPr>
          <a:xfrm xmlns:a="http://schemas.openxmlformats.org/drawingml/2006/main">
            <a:off x="199263" y="7586853"/>
            <a:ext cx="1524" cy="1524"/>
          </a:xfrm>
          <a:prstGeom xmlns:a="http://schemas.openxmlformats.org/drawingml/2006/main" prst="rect">
            <a:avLst/>
          </a:prstGeom>
          <a:noFill xmlns:a="http://schemas.openxmlformats.org/drawingml/2006/main"/>
          <a:ln xmlns:a="http://schemas.openxmlformats.org/drawingml/2006/main" w="0">
            <a:noFill/>
          </a:ln>
        </p:spPr>
      </p:sp>
      <p:sp>
        <p:nvSpPr>
          <p:cNvPr id="709" name="08_ROUTES__move_and_resample_port3">
            <a:extLst xmlns:a="http://schemas.openxmlformats.org/drawingml/2006/main">
              <a:ext uri="{FF2B5EF4-FFF2-40B4-BE49-F238E27FC236}">
                <a16:creationId xmlns:a16="http://schemas.microsoft.com/office/drawing/2014/main" id="{F59C9461-CE83-4E4D-8199-9460B5F1DD0A}"/>
              </a:ext>
            </a:extLst>
          </p:cNvPr>
          <p:cNvSpPr>
            <a:spLocks xmlns:a="http://schemas.openxmlformats.org/drawingml/2006/main" noGrp="1"/>
          </p:cNvSpPr>
          <p:nvPr/>
        </p:nvSpPr>
        <p:spPr>
          <a:xfrm xmlns:a="http://schemas.openxmlformats.org/drawingml/2006/main">
            <a:off x="199263" y="2809113"/>
            <a:ext cx="1524" cy="1524"/>
          </a:xfrm>
          <a:prstGeom xmlns:a="http://schemas.openxmlformats.org/drawingml/2006/main" prst="rect">
            <a:avLst/>
          </a:prstGeom>
          <a:noFill xmlns:a="http://schemas.openxmlformats.org/drawingml/2006/main"/>
          <a:ln xmlns:a="http://schemas.openxmlformats.org/drawingml/2006/main" w="0">
            <a:noFill/>
          </a:ln>
        </p:spPr>
      </p:sp>
      <p:sp>
        <p:nvSpPr>
          <p:cNvPr id="2" name="01_REGIONS__measured_panel">
            <a:extLst xmlns:a="http://schemas.openxmlformats.org/drawingml/2006/main">
              <a:ext uri="{FF2B5EF4-FFF2-40B4-BE49-F238E27FC236}">
                <a16:creationId xmlns:a16="http://schemas.microsoft.com/office/drawing/2014/main" id="{A58C45BD-3378-4D9F-A128-D5C638E7CDCE}"/>
              </a:ext>
            </a:extLst>
          </p:cNvPr>
          <p:cNvSpPr>
            <a:spLocks xmlns:a="http://schemas.openxmlformats.org/drawingml/2006/main" noGrp="1"/>
          </p:cNvSpPr>
          <p:nvPr/>
        </p:nvSpPr>
        <p:spPr>
          <a:xfrm xmlns:a="http://schemas.openxmlformats.org/drawingml/2006/main" rot="0" flipH="0" flipV="0">
            <a:off x="352425" y="1179195"/>
            <a:ext cx="4419600" cy="3497580"/>
          </a:xfrm>
          <a:prstGeom xmlns:a="http://schemas.openxmlformats.org/drawingml/2006/main" prst="roundRect">
            <a:avLst>
              <a:gd name="adj" fmla="val 3922"/>
            </a:avLst>
          </a:prstGeom>
          <a:solidFill xmlns:a="http://schemas.openxmlformats.org/drawingml/2006/main">
            <a:srgbClr val="F0F5FA"/>
          </a:solidFill>
          <a:ln xmlns:a="http://schemas.openxmlformats.org/drawingml/2006/main" w="0">
            <a:noFill/>
          </a:ln>
        </p:spPr>
      </p:sp>
      <p:sp>
        <p:nvSpPr>
          <p:cNvPr id="3" name="02_MEASURED__measured_letter">
            <a:extLst xmlns:a="http://schemas.openxmlformats.org/drawingml/2006/main">
              <a:ext uri="{FF2B5EF4-FFF2-40B4-BE49-F238E27FC236}">
                <a16:creationId xmlns:a16="http://schemas.microsoft.com/office/drawing/2014/main" id="{52998F5A-1E3C-48C0-91DE-A8E69DB5C7DF}"/>
              </a:ext>
            </a:extLst>
          </p:cNvPr>
          <p:cNvSpPr>
            <a:spLocks xmlns:a="http://schemas.openxmlformats.org/drawingml/2006/main" noGrp="1"/>
          </p:cNvSpPr>
          <p:nvPr/>
        </p:nvSpPr>
        <p:spPr>
          <a:xfrm xmlns:a="http://schemas.openxmlformats.org/drawingml/2006/main" rot="0" flipH="0" flipV="0">
            <a:off x="520065" y="1323975"/>
            <a:ext cx="236220" cy="2819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575" b="0">
                <a:solidFill>
                  <a:srgbClr val="233440"/>
                </a:solidFill>
                <a:latin typeface="Noto Sans CJK SC"/>
                <a:ea typeface="Noto Sans CJK SC"/>
                <a:cs typeface="Noto Sans CJK SC"/>
              </a:defRPr>
            </a:defPPr>
            <a:lvl1pPr algn="l">
              <a:defRPr sz="1575" b="0">
                <a:solidFill>
                  <a:srgbClr val="233440"/>
                </a:solidFill>
                <a:latin typeface="Noto Sans CJK SC"/>
                <a:ea typeface="Noto Sans CJK SC"/>
                <a:cs typeface="Noto Sans CJK SC"/>
              </a:defRPr>
            </a:lvl1pPr>
            <a:lvl2pPr algn="l">
              <a:defRPr sz="1575" b="0">
                <a:solidFill>
                  <a:srgbClr val="233440"/>
                </a:solidFill>
                <a:latin typeface="Noto Sans CJK SC"/>
                <a:ea typeface="Noto Sans CJK SC"/>
                <a:cs typeface="Noto Sans CJK SC"/>
              </a:defRPr>
            </a:lvl2pPr>
            <a:lvl3pPr algn="l">
              <a:defRPr sz="1575" b="0">
                <a:solidFill>
                  <a:srgbClr val="233440"/>
                </a:solidFill>
                <a:latin typeface="Noto Sans CJK SC"/>
                <a:ea typeface="Noto Sans CJK SC"/>
                <a:cs typeface="Noto Sans CJK SC"/>
              </a:defRPr>
            </a:lvl3pPr>
            <a:lvl4pPr algn="l">
              <a:defRPr sz="1575" b="0">
                <a:solidFill>
                  <a:srgbClr val="233440"/>
                </a:solidFill>
                <a:latin typeface="Noto Sans CJK SC"/>
                <a:ea typeface="Noto Sans CJK SC"/>
                <a:cs typeface="Noto Sans CJK SC"/>
              </a:defRPr>
            </a:lvl4pPr>
            <a:lvl5pPr algn="l">
              <a:defRPr sz="1575" b="0">
                <a:solidFill>
                  <a:srgbClr val="233440"/>
                </a:solidFill>
                <a:latin typeface="Noto Sans CJK SC"/>
                <a:ea typeface="Noto Sans CJK SC"/>
                <a:cs typeface="Noto Sans CJK SC"/>
              </a:defRPr>
            </a:lvl5pPr>
            <a:lvl6pPr algn="l">
              <a:defRPr sz="1575" b="0">
                <a:solidFill>
                  <a:srgbClr val="233440"/>
                </a:solidFill>
                <a:latin typeface="Noto Sans CJK SC"/>
                <a:ea typeface="Noto Sans CJK SC"/>
                <a:cs typeface="Noto Sans CJK SC"/>
              </a:defRPr>
            </a:lvl6pPr>
            <a:lvl7pPr algn="l">
              <a:defRPr sz="1575" b="0">
                <a:solidFill>
                  <a:srgbClr val="233440"/>
                </a:solidFill>
                <a:latin typeface="Noto Sans CJK SC"/>
                <a:ea typeface="Noto Sans CJK SC"/>
                <a:cs typeface="Noto Sans CJK SC"/>
              </a:defRPr>
            </a:lvl7pPr>
            <a:lvl8pPr algn="l">
              <a:defRPr sz="1575" b="0">
                <a:solidFill>
                  <a:srgbClr val="233440"/>
                </a:solidFill>
                <a:latin typeface="Noto Sans CJK SC"/>
                <a:ea typeface="Noto Sans CJK SC"/>
                <a:cs typeface="Noto Sans CJK SC"/>
              </a:defRPr>
            </a:lvl8pPr>
            <a:lvl9pPr algn="l">
              <a:defRPr sz="1575" b="0">
                <a:solidFill>
                  <a:srgbClr val="233440"/>
                </a:solidFill>
                <a:latin typeface="Noto Sans CJK SC"/>
                <a:ea typeface="Noto Sans CJK SC"/>
                <a:cs typeface="Noto Sans CJK SC"/>
              </a:defRPr>
            </a:lvl9pPr>
          </a:lstStyle>
          <a:p xmlns:a="http://schemas.openxmlformats.org/drawingml/2006/main">
            <a:pPr algn="l">
              <a:buNone/>
              <a:defRPr sz="1575" b="0">
                <a:solidFill>
                  <a:srgbClr val="233440"/>
                </a:solidFill>
                <a:latin typeface="Noto Sans CJK SC"/>
                <a:ea typeface="Noto Sans CJK SC"/>
                <a:cs typeface="Noto Sans CJK SC"/>
              </a:defRPr>
            </a:pPr>
            <a:r>
              <a:rPr sz="1575" b="0">
                <a:solidFill>
                  <a:srgbClr val="233440"/>
                </a:solidFill>
                <a:latin typeface="Noto Sans CJK SC"/>
                <a:ea typeface="Noto Sans CJK SC"/>
                <a:cs typeface="Noto Sans CJK SC"/>
              </a:rPr>
              <a:t>a</a:t>
            </a:r>
            <a:endParaRPr sz="2175" b="1">
              <a:solidFill>
                <a:srgbClr val="326D9A"/>
              </a:solidFill>
              <a:latin typeface="Arial"/>
              <a:ea typeface="Arial"/>
              <a:cs typeface="Arial"/>
            </a:endParaRPr>
          </a:p>
        </p:txBody>
      </p:sp>
      <p:sp>
        <p:nvSpPr>
          <p:cNvPr id="4" name="02_MEASURED__measured_heading">
            <a:extLst xmlns:a="http://schemas.openxmlformats.org/drawingml/2006/main">
              <a:ext uri="{FF2B5EF4-FFF2-40B4-BE49-F238E27FC236}">
                <a16:creationId xmlns:a16="http://schemas.microsoft.com/office/drawing/2014/main" id="{7CDB93FF-2DEB-4863-B23B-D08F5AEC8E28}"/>
              </a:ext>
            </a:extLst>
          </p:cNvPr>
          <p:cNvSpPr>
            <a:spLocks xmlns:a="http://schemas.openxmlformats.org/drawingml/2006/main" noGrp="1"/>
          </p:cNvSpPr>
          <p:nvPr/>
        </p:nvSpPr>
        <p:spPr>
          <a:xfrm xmlns:a="http://schemas.openxmlformats.org/drawingml/2006/main" rot="0" flipH="0" flipV="0">
            <a:off x="824865" y="1323975"/>
            <a:ext cx="3771900" cy="2819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875" b="1">
                <a:solidFill>
                  <a:srgbClr val="233440"/>
                </a:solidFill>
                <a:latin typeface="Noto Sans CJK SC"/>
                <a:ea typeface="Noto Sans CJK SC"/>
                <a:cs typeface="Noto Sans CJK SC"/>
              </a:defRPr>
            </a:defPPr>
            <a:lvl1pPr algn="l">
              <a:defRPr sz="1875" b="1">
                <a:solidFill>
                  <a:srgbClr val="233440"/>
                </a:solidFill>
                <a:latin typeface="Noto Sans CJK SC"/>
                <a:ea typeface="Noto Sans CJK SC"/>
                <a:cs typeface="Noto Sans CJK SC"/>
              </a:defRPr>
            </a:lvl1pPr>
            <a:lvl2pPr algn="l">
              <a:defRPr sz="1875" b="1">
                <a:solidFill>
                  <a:srgbClr val="233440"/>
                </a:solidFill>
                <a:latin typeface="Noto Sans CJK SC"/>
                <a:ea typeface="Noto Sans CJK SC"/>
                <a:cs typeface="Noto Sans CJK SC"/>
              </a:defRPr>
            </a:lvl2pPr>
            <a:lvl3pPr algn="l">
              <a:defRPr sz="1875" b="1">
                <a:solidFill>
                  <a:srgbClr val="233440"/>
                </a:solidFill>
                <a:latin typeface="Noto Sans CJK SC"/>
                <a:ea typeface="Noto Sans CJK SC"/>
                <a:cs typeface="Noto Sans CJK SC"/>
              </a:defRPr>
            </a:lvl3pPr>
            <a:lvl4pPr algn="l">
              <a:defRPr sz="1875" b="1">
                <a:solidFill>
                  <a:srgbClr val="233440"/>
                </a:solidFill>
                <a:latin typeface="Noto Sans CJK SC"/>
                <a:ea typeface="Noto Sans CJK SC"/>
                <a:cs typeface="Noto Sans CJK SC"/>
              </a:defRPr>
            </a:lvl4pPr>
            <a:lvl5pPr algn="l">
              <a:defRPr sz="1875" b="1">
                <a:solidFill>
                  <a:srgbClr val="233440"/>
                </a:solidFill>
                <a:latin typeface="Noto Sans CJK SC"/>
                <a:ea typeface="Noto Sans CJK SC"/>
                <a:cs typeface="Noto Sans CJK SC"/>
              </a:defRPr>
            </a:lvl5pPr>
            <a:lvl6pPr algn="l">
              <a:defRPr sz="1875" b="1">
                <a:solidFill>
                  <a:srgbClr val="233440"/>
                </a:solidFill>
                <a:latin typeface="Noto Sans CJK SC"/>
                <a:ea typeface="Noto Sans CJK SC"/>
                <a:cs typeface="Noto Sans CJK SC"/>
              </a:defRPr>
            </a:lvl6pPr>
            <a:lvl7pPr algn="l">
              <a:defRPr sz="1875" b="1">
                <a:solidFill>
                  <a:srgbClr val="233440"/>
                </a:solidFill>
                <a:latin typeface="Noto Sans CJK SC"/>
                <a:ea typeface="Noto Sans CJK SC"/>
                <a:cs typeface="Noto Sans CJK SC"/>
              </a:defRPr>
            </a:lvl7pPr>
            <a:lvl8pPr algn="l">
              <a:defRPr sz="1875" b="1">
                <a:solidFill>
                  <a:srgbClr val="233440"/>
                </a:solidFill>
                <a:latin typeface="Noto Sans CJK SC"/>
                <a:ea typeface="Noto Sans CJK SC"/>
                <a:cs typeface="Noto Sans CJK SC"/>
              </a:defRPr>
            </a:lvl8pPr>
            <a:lvl9pPr algn="l">
              <a:defRPr sz="1875" b="1">
                <a:solidFill>
                  <a:srgbClr val="233440"/>
                </a:solidFill>
                <a:latin typeface="Noto Sans CJK SC"/>
                <a:ea typeface="Noto Sans CJK SC"/>
                <a:cs typeface="Noto Sans CJK SC"/>
              </a:defRPr>
            </a:lvl9pPr>
          </a:lstStyle>
          <a:p xmlns:a="http://schemas.openxmlformats.org/drawingml/2006/main">
            <a:pPr algn="l">
              <a:buNone/>
              <a:defRPr sz="1875" b="1">
                <a:solidFill>
                  <a:srgbClr val="233440"/>
                </a:solidFill>
                <a:latin typeface="Noto Sans CJK SC"/>
                <a:ea typeface="Noto Sans CJK SC"/>
                <a:cs typeface="Noto Sans CJK SC"/>
              </a:defRPr>
            </a:pPr>
            <a:r>
              <a:rPr sz="1875" b="1">
                <a:solidFill>
                  <a:srgbClr val="233440"/>
                </a:solidFill>
                <a:latin typeface="Noto Sans CJK SC"/>
                <a:ea typeface="Noto Sans CJK SC"/>
                <a:cs typeface="Noto Sans CJK SC"/>
              </a:rPr>
              <a:t>实际观测与命中图</a:t>
            </a:r>
            <a:endParaRPr sz="2175" b="1">
              <a:solidFill>
                <a:srgbClr val="233440"/>
              </a:solidFill>
              <a:latin typeface="Arial"/>
              <a:ea typeface="Arial"/>
              <a:cs typeface="Arial"/>
            </a:endParaRPr>
          </a:p>
        </p:txBody>
      </p:sp>
      <p:sp>
        <p:nvSpPr>
          <p:cNvPr id="5" name="02_MEASURED__gas_label">
            <a:extLst xmlns:a="http://schemas.openxmlformats.org/drawingml/2006/main">
              <a:ext uri="{FF2B5EF4-FFF2-40B4-BE49-F238E27FC236}">
                <a16:creationId xmlns:a16="http://schemas.microsoft.com/office/drawing/2014/main" id="{5C5ECBFA-71CD-4065-A9C5-1A6188D25DAE}"/>
              </a:ext>
            </a:extLst>
          </p:cNvPr>
          <p:cNvSpPr>
            <a:spLocks xmlns:a="http://schemas.openxmlformats.org/drawingml/2006/main" noGrp="1"/>
          </p:cNvSpPr>
          <p:nvPr/>
        </p:nvSpPr>
        <p:spPr>
          <a:xfrm xmlns:a="http://schemas.openxmlformats.org/drawingml/2006/main" rot="0" flipH="0" flipV="0">
            <a:off x="558165" y="1735455"/>
            <a:ext cx="1775460" cy="2514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575" b="1">
                <a:solidFill>
                  <a:srgbClr val="233440"/>
                </a:solidFill>
                <a:latin typeface="Noto Sans CJK SC"/>
                <a:ea typeface="Noto Sans CJK SC"/>
                <a:cs typeface="Noto Sans CJK SC"/>
              </a:defRPr>
            </a:defPPr>
            <a:lvl1pPr algn="l">
              <a:defRPr sz="1575" b="1">
                <a:solidFill>
                  <a:srgbClr val="233440"/>
                </a:solidFill>
                <a:latin typeface="Noto Sans CJK SC"/>
                <a:ea typeface="Noto Sans CJK SC"/>
                <a:cs typeface="Noto Sans CJK SC"/>
              </a:defRPr>
            </a:lvl1pPr>
            <a:lvl2pPr algn="l">
              <a:defRPr sz="1575" b="1">
                <a:solidFill>
                  <a:srgbClr val="233440"/>
                </a:solidFill>
                <a:latin typeface="Noto Sans CJK SC"/>
                <a:ea typeface="Noto Sans CJK SC"/>
                <a:cs typeface="Noto Sans CJK SC"/>
              </a:defRPr>
            </a:lvl2pPr>
            <a:lvl3pPr algn="l">
              <a:defRPr sz="1575" b="1">
                <a:solidFill>
                  <a:srgbClr val="233440"/>
                </a:solidFill>
                <a:latin typeface="Noto Sans CJK SC"/>
                <a:ea typeface="Noto Sans CJK SC"/>
                <a:cs typeface="Noto Sans CJK SC"/>
              </a:defRPr>
            </a:lvl3pPr>
            <a:lvl4pPr algn="l">
              <a:defRPr sz="1575" b="1">
                <a:solidFill>
                  <a:srgbClr val="233440"/>
                </a:solidFill>
                <a:latin typeface="Noto Sans CJK SC"/>
                <a:ea typeface="Noto Sans CJK SC"/>
                <a:cs typeface="Noto Sans CJK SC"/>
              </a:defRPr>
            </a:lvl4pPr>
            <a:lvl5pPr algn="l">
              <a:defRPr sz="1575" b="1">
                <a:solidFill>
                  <a:srgbClr val="233440"/>
                </a:solidFill>
                <a:latin typeface="Noto Sans CJK SC"/>
                <a:ea typeface="Noto Sans CJK SC"/>
                <a:cs typeface="Noto Sans CJK SC"/>
              </a:defRPr>
            </a:lvl5pPr>
            <a:lvl6pPr algn="l">
              <a:defRPr sz="1575" b="1">
                <a:solidFill>
                  <a:srgbClr val="233440"/>
                </a:solidFill>
                <a:latin typeface="Noto Sans CJK SC"/>
                <a:ea typeface="Noto Sans CJK SC"/>
                <a:cs typeface="Noto Sans CJK SC"/>
              </a:defRPr>
            </a:lvl6pPr>
            <a:lvl7pPr algn="l">
              <a:defRPr sz="1575" b="1">
                <a:solidFill>
                  <a:srgbClr val="233440"/>
                </a:solidFill>
                <a:latin typeface="Noto Sans CJK SC"/>
                <a:ea typeface="Noto Sans CJK SC"/>
                <a:cs typeface="Noto Sans CJK SC"/>
              </a:defRPr>
            </a:lvl7pPr>
            <a:lvl8pPr algn="l">
              <a:defRPr sz="1575" b="1">
                <a:solidFill>
                  <a:srgbClr val="233440"/>
                </a:solidFill>
                <a:latin typeface="Noto Sans CJK SC"/>
                <a:ea typeface="Noto Sans CJK SC"/>
                <a:cs typeface="Noto Sans CJK SC"/>
              </a:defRPr>
            </a:lvl8pPr>
            <a:lvl9pPr algn="l">
              <a:defRPr sz="1575" b="1">
                <a:solidFill>
                  <a:srgbClr val="233440"/>
                </a:solidFill>
                <a:latin typeface="Noto Sans CJK SC"/>
                <a:ea typeface="Noto Sans CJK SC"/>
                <a:cs typeface="Noto Sans CJK SC"/>
              </a:defRPr>
            </a:lvl9pPr>
          </a:lstStyle>
          <a:p xmlns:a="http://schemas.openxmlformats.org/drawingml/2006/main">
            <a:pPr algn="l">
              <a:buNone/>
              <a:defRPr sz="1575" b="1">
                <a:solidFill>
                  <a:srgbClr val="233440"/>
                </a:solidFill>
                <a:latin typeface="Noto Sans CJK SC"/>
                <a:ea typeface="Noto Sans CJK SC"/>
                <a:cs typeface="Noto Sans CJK SC"/>
              </a:defRPr>
            </a:pPr>
            <a:r>
              <a:rPr sz="1575" b="1">
                <a:solidFill>
                  <a:srgbClr val="233440"/>
                </a:solidFill>
                <a:latin typeface="Noto Sans CJK SC"/>
                <a:ea typeface="Noto Sans CJK SC"/>
                <a:cs typeface="Noto Sans CJK SC"/>
              </a:rPr>
              <a:t>有限窗口浓度</a:t>
            </a:r>
            <a:endParaRPr sz="1950" b="1">
              <a:solidFill>
                <a:srgbClr val="233440"/>
              </a:solidFill>
              <a:latin typeface="Arial"/>
              <a:ea typeface="Arial"/>
              <a:cs typeface="Arial"/>
            </a:endParaRPr>
          </a:p>
        </p:txBody>
      </p:sp>
      <p:sp>
        <p:nvSpPr>
          <p:cNvPr id="6" name="02_MEASURED__gas_axis">
            <a:extLst xmlns:a="http://schemas.openxmlformats.org/drawingml/2006/main">
              <a:ext uri="{FF2B5EF4-FFF2-40B4-BE49-F238E27FC236}">
                <a16:creationId xmlns:a16="http://schemas.microsoft.com/office/drawing/2014/main" id="{1689F110-9673-4008-9FDE-5093CC9DE50C}"/>
              </a:ext>
            </a:extLst>
          </p:cNvPr>
          <p:cNvSpPr>
            <a:spLocks xmlns:a="http://schemas.openxmlformats.org/drawingml/2006/main" noGrp="1"/>
          </p:cNvSpPr>
          <p:nvPr/>
        </p:nvSpPr>
        <p:spPr>
          <a:xfrm xmlns:a="http://schemas.openxmlformats.org/drawingml/2006/main" rot="0" flipH="0" flipV="0">
            <a:off x="596265" y="2154555"/>
            <a:ext cx="1402080" cy="365760"/>
          </a:xfrm>
          <a:custGeom xmlns:a="http://schemas.openxmlformats.org/drawingml/2006/main">
            <a:rect l="0" t="0" r="0" b="0"/>
            <a:pathLst>
              <a:path w="1752600" h="457200">
                <a:moveTo>
                  <a:pt x="0" y="0"/>
                </a:moveTo>
                <a:lnTo>
                  <a:pt x="0" y="457200"/>
                </a:lnTo>
                <a:lnTo>
                  <a:pt x="1752600" y="457200"/>
                </a:lnTo>
              </a:path>
            </a:pathLst>
          </a:custGeom>
          <a:noFill xmlns:a="http://schemas.openxmlformats.org/drawingml/2006/main"/>
          <a:ln xmlns:a="http://schemas.openxmlformats.org/drawingml/2006/main" w="12383">
            <a:solidFill>
              <a:srgbClr val="B6C4CC"/>
            </a:solidFill>
            <a:prstDash val="solid"/>
          </a:ln>
        </p:spPr>
      </p:sp>
      <p:sp>
        <p:nvSpPr>
          <p:cNvPr id="7" name="02_MEASURED__gas_threshold">
            <a:extLst xmlns:a="http://schemas.openxmlformats.org/drawingml/2006/main">
              <a:ext uri="{FF2B5EF4-FFF2-40B4-BE49-F238E27FC236}">
                <a16:creationId xmlns:a16="http://schemas.microsoft.com/office/drawing/2014/main" id="{A2031973-51CF-4059-AACA-11540D3E4A24}"/>
              </a:ext>
            </a:extLst>
          </p:cNvPr>
          <p:cNvSpPr>
            <a:spLocks xmlns:a="http://schemas.openxmlformats.org/drawingml/2006/main" noGrp="1"/>
          </p:cNvSpPr>
          <p:nvPr/>
        </p:nvSpPr>
        <p:spPr>
          <a:xfrm xmlns:a="http://schemas.openxmlformats.org/drawingml/2006/main" rot="0" flipH="0" flipV="0">
            <a:off x="611505" y="2345055"/>
            <a:ext cx="1386840" cy="1524"/>
          </a:xfrm>
          <a:custGeom xmlns:a="http://schemas.openxmlformats.org/drawingml/2006/main">
            <a:rect l="0" t="0" r="0" b="0"/>
            <a:pathLst>
              <a:path w="1733550" h="1905">
                <a:moveTo>
                  <a:pt x="0" y="0"/>
                </a:moveTo>
                <a:lnTo>
                  <a:pt x="1733550" y="0"/>
                </a:lnTo>
              </a:path>
            </a:pathLst>
          </a:custGeom>
          <a:noFill xmlns:a="http://schemas.openxmlformats.org/drawingml/2006/main"/>
          <a:ln xmlns:a="http://schemas.openxmlformats.org/drawingml/2006/main" w="11430">
            <a:solidFill>
              <a:srgbClr val="546572"/>
            </a:solidFill>
            <a:prstDash val="dash"/>
          </a:ln>
        </p:spPr>
      </p:sp>
      <p:sp>
        <p:nvSpPr>
          <p:cNvPr id="8" name="02_MEASURED__gas_trace">
            <a:extLst xmlns:a="http://schemas.openxmlformats.org/drawingml/2006/main">
              <a:ext uri="{FF2B5EF4-FFF2-40B4-BE49-F238E27FC236}">
                <a16:creationId xmlns:a16="http://schemas.microsoft.com/office/drawing/2014/main" id="{95C8182C-BCAD-4498-8B04-D67820A1C17E}"/>
              </a:ext>
            </a:extLst>
          </p:cNvPr>
          <p:cNvSpPr>
            <a:spLocks xmlns:a="http://schemas.openxmlformats.org/drawingml/2006/main" noGrp="1"/>
          </p:cNvSpPr>
          <p:nvPr/>
        </p:nvSpPr>
        <p:spPr>
          <a:xfrm xmlns:a="http://schemas.openxmlformats.org/drawingml/2006/main" rot="0" flipH="0" flipV="0">
            <a:off x="611505" y="2185569"/>
            <a:ext cx="1371600" cy="286741"/>
          </a:xfrm>
          <a:custGeom xmlns:a="http://schemas.openxmlformats.org/drawingml/2006/main">
            <a:rect l="0" t="0" r="0" b="0"/>
            <a:pathLst>
              <a:path w="1714500" h="358426">
                <a:moveTo>
                  <a:pt x="0" y="353378"/>
                </a:moveTo>
                <a:lnTo>
                  <a:pt x="114300" y="343281"/>
                </a:lnTo>
                <a:lnTo>
                  <a:pt x="228600" y="318040"/>
                </a:lnTo>
                <a:lnTo>
                  <a:pt x="342900" y="65627"/>
                </a:lnTo>
                <a:lnTo>
                  <a:pt x="457200" y="0"/>
                </a:lnTo>
                <a:lnTo>
                  <a:pt x="571500" y="242316"/>
                </a:lnTo>
                <a:lnTo>
                  <a:pt x="685800" y="348329"/>
                </a:lnTo>
                <a:lnTo>
                  <a:pt x="800100" y="358426"/>
                </a:lnTo>
                <a:lnTo>
                  <a:pt x="914400" y="191833"/>
                </a:lnTo>
                <a:lnTo>
                  <a:pt x="1028700" y="30290"/>
                </a:lnTo>
                <a:lnTo>
                  <a:pt x="1143000" y="121158"/>
                </a:lnTo>
                <a:lnTo>
                  <a:pt x="1257300" y="333185"/>
                </a:lnTo>
                <a:lnTo>
                  <a:pt x="1371600" y="353378"/>
                </a:lnTo>
                <a:lnTo>
                  <a:pt x="1485900" y="323088"/>
                </a:lnTo>
                <a:lnTo>
                  <a:pt x="1600200" y="75724"/>
                </a:lnTo>
                <a:lnTo>
                  <a:pt x="1714500" y="161544"/>
                </a:lnTo>
              </a:path>
            </a:pathLst>
          </a:custGeom>
          <a:noFill xmlns:a="http://schemas.openxmlformats.org/drawingml/2006/main"/>
          <a:ln xmlns:a="http://schemas.openxmlformats.org/drawingml/2006/main" w="26670">
            <a:solidFill>
              <a:srgbClr val="326D9A"/>
            </a:solidFill>
            <a:prstDash val="solid"/>
          </a:ln>
        </p:spPr>
      </p:sp>
      <p:sp>
        <p:nvSpPr>
          <p:cNvPr id="9" name="02_MEASURED__events_label">
            <a:extLst xmlns:a="http://schemas.openxmlformats.org/drawingml/2006/main">
              <a:ext uri="{FF2B5EF4-FFF2-40B4-BE49-F238E27FC236}">
                <a16:creationId xmlns:a16="http://schemas.microsoft.com/office/drawing/2014/main" id="{E6426FED-C7C0-478C-902B-DA275E97C3DD}"/>
              </a:ext>
            </a:extLst>
          </p:cNvPr>
          <p:cNvSpPr>
            <a:spLocks xmlns:a="http://schemas.openxmlformats.org/drawingml/2006/main" noGrp="1"/>
          </p:cNvSpPr>
          <p:nvPr/>
        </p:nvSpPr>
        <p:spPr>
          <a:xfrm xmlns:a="http://schemas.openxmlformats.org/drawingml/2006/main" rot="0" flipH="0" flipV="0">
            <a:off x="573405" y="2649855"/>
            <a:ext cx="838200" cy="2362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575" b="1">
                <a:solidFill>
                  <a:srgbClr val="233440"/>
                </a:solidFill>
                <a:latin typeface="Noto Sans CJK SC"/>
                <a:ea typeface="Noto Sans CJK SC"/>
                <a:cs typeface="Noto Sans CJK SC"/>
              </a:defRPr>
            </a:defPPr>
            <a:lvl1pPr algn="l">
              <a:defRPr sz="1575" b="1">
                <a:solidFill>
                  <a:srgbClr val="233440"/>
                </a:solidFill>
                <a:latin typeface="Noto Sans CJK SC"/>
                <a:ea typeface="Noto Sans CJK SC"/>
                <a:cs typeface="Noto Sans CJK SC"/>
              </a:defRPr>
            </a:lvl1pPr>
            <a:lvl2pPr algn="l">
              <a:defRPr sz="1575" b="1">
                <a:solidFill>
                  <a:srgbClr val="233440"/>
                </a:solidFill>
                <a:latin typeface="Noto Sans CJK SC"/>
                <a:ea typeface="Noto Sans CJK SC"/>
                <a:cs typeface="Noto Sans CJK SC"/>
              </a:defRPr>
            </a:lvl2pPr>
            <a:lvl3pPr algn="l">
              <a:defRPr sz="1575" b="1">
                <a:solidFill>
                  <a:srgbClr val="233440"/>
                </a:solidFill>
                <a:latin typeface="Noto Sans CJK SC"/>
                <a:ea typeface="Noto Sans CJK SC"/>
                <a:cs typeface="Noto Sans CJK SC"/>
              </a:defRPr>
            </a:lvl3pPr>
            <a:lvl4pPr algn="l">
              <a:defRPr sz="1575" b="1">
                <a:solidFill>
                  <a:srgbClr val="233440"/>
                </a:solidFill>
                <a:latin typeface="Noto Sans CJK SC"/>
                <a:ea typeface="Noto Sans CJK SC"/>
                <a:cs typeface="Noto Sans CJK SC"/>
              </a:defRPr>
            </a:lvl4pPr>
            <a:lvl5pPr algn="l">
              <a:defRPr sz="1575" b="1">
                <a:solidFill>
                  <a:srgbClr val="233440"/>
                </a:solidFill>
                <a:latin typeface="Noto Sans CJK SC"/>
                <a:ea typeface="Noto Sans CJK SC"/>
                <a:cs typeface="Noto Sans CJK SC"/>
              </a:defRPr>
            </a:lvl5pPr>
            <a:lvl6pPr algn="l">
              <a:defRPr sz="1575" b="1">
                <a:solidFill>
                  <a:srgbClr val="233440"/>
                </a:solidFill>
                <a:latin typeface="Noto Sans CJK SC"/>
                <a:ea typeface="Noto Sans CJK SC"/>
                <a:cs typeface="Noto Sans CJK SC"/>
              </a:defRPr>
            </a:lvl6pPr>
            <a:lvl7pPr algn="l">
              <a:defRPr sz="1575" b="1">
                <a:solidFill>
                  <a:srgbClr val="233440"/>
                </a:solidFill>
                <a:latin typeface="Noto Sans CJK SC"/>
                <a:ea typeface="Noto Sans CJK SC"/>
                <a:cs typeface="Noto Sans CJK SC"/>
              </a:defRPr>
            </a:lvl7pPr>
            <a:lvl8pPr algn="l">
              <a:defRPr sz="1575" b="1">
                <a:solidFill>
                  <a:srgbClr val="233440"/>
                </a:solidFill>
                <a:latin typeface="Noto Sans CJK SC"/>
                <a:ea typeface="Noto Sans CJK SC"/>
                <a:cs typeface="Noto Sans CJK SC"/>
              </a:defRPr>
            </a:lvl8pPr>
            <a:lvl9pPr algn="l">
              <a:defRPr sz="1575" b="1">
                <a:solidFill>
                  <a:srgbClr val="233440"/>
                </a:solidFill>
                <a:latin typeface="Noto Sans CJK SC"/>
                <a:ea typeface="Noto Sans CJK SC"/>
                <a:cs typeface="Noto Sans CJK SC"/>
              </a:defRPr>
            </a:lvl9pPr>
          </a:lstStyle>
          <a:p xmlns:a="http://schemas.openxmlformats.org/drawingml/2006/main">
            <a:pPr algn="l">
              <a:buNone/>
              <a:defRPr sz="1575" b="1">
                <a:solidFill>
                  <a:srgbClr val="233440"/>
                </a:solidFill>
                <a:latin typeface="Noto Sans CJK SC"/>
                <a:ea typeface="Noto Sans CJK SC"/>
                <a:cs typeface="Noto Sans CJK SC"/>
              </a:defRPr>
            </a:pPr>
            <a:r>
              <a:rPr sz="1575" b="1">
                <a:solidFill>
                  <a:srgbClr val="233440"/>
                </a:solidFill>
                <a:latin typeface="Noto Sans CJK SC"/>
                <a:ea typeface="Noto Sans CJK SC"/>
                <a:cs typeface="Noto Sans CJK SC"/>
              </a:rPr>
              <a:t>均值阈值</a:t>
            </a:r>
            <a:endParaRPr sz="1875" b="0">
              <a:solidFill>
                <a:srgbClr val="546572"/>
              </a:solidFill>
              <a:latin typeface="Arial"/>
              <a:ea typeface="Arial"/>
              <a:cs typeface="Arial"/>
            </a:endParaRPr>
          </a:p>
        </p:txBody>
      </p:sp>
      <p:sp>
        <p:nvSpPr>
          <p:cNvPr id="10" name="02_MEASURED__event0">
            <a:extLst xmlns:a="http://schemas.openxmlformats.org/drawingml/2006/main">
              <a:ext uri="{FF2B5EF4-FFF2-40B4-BE49-F238E27FC236}">
                <a16:creationId xmlns:a16="http://schemas.microsoft.com/office/drawing/2014/main" id="{80379C2D-0173-4BC7-B082-7D6E9D62D272}"/>
              </a:ext>
            </a:extLst>
          </p:cNvPr>
          <p:cNvSpPr>
            <a:spLocks xmlns:a="http://schemas.openxmlformats.org/drawingml/2006/main" noGrp="1"/>
          </p:cNvSpPr>
          <p:nvPr/>
        </p:nvSpPr>
        <p:spPr>
          <a:xfrm xmlns:a="http://schemas.openxmlformats.org/drawingml/2006/main" rot="0" flipH="0" flipV="0">
            <a:off x="1411605" y="2733675"/>
            <a:ext cx="53340" cy="83820"/>
          </a:xfrm>
          <a:prstGeom xmlns:a="http://schemas.openxmlformats.org/drawingml/2006/main" prst="rect">
            <a:avLst/>
          </a:prstGeom>
          <a:solidFill xmlns:a="http://schemas.openxmlformats.org/drawingml/2006/main">
            <a:srgbClr val="FFFFFF"/>
          </a:solidFill>
          <a:ln xmlns:a="http://schemas.openxmlformats.org/drawingml/2006/main" w="7620">
            <a:solidFill>
              <a:srgbClr val="326D9A"/>
            </a:solidFill>
          </a:ln>
        </p:spPr>
      </p:sp>
      <p:sp>
        <p:nvSpPr>
          <p:cNvPr id="11" name="02_MEASURED__event1">
            <a:extLst xmlns:a="http://schemas.openxmlformats.org/drawingml/2006/main">
              <a:ext uri="{FF2B5EF4-FFF2-40B4-BE49-F238E27FC236}">
                <a16:creationId xmlns:a16="http://schemas.microsoft.com/office/drawing/2014/main" id="{C972BEED-496F-48F2-B3B8-4B8894D1497B}"/>
              </a:ext>
            </a:extLst>
          </p:cNvPr>
          <p:cNvSpPr>
            <a:spLocks xmlns:a="http://schemas.openxmlformats.org/drawingml/2006/main" noGrp="1"/>
          </p:cNvSpPr>
          <p:nvPr/>
        </p:nvSpPr>
        <p:spPr>
          <a:xfrm xmlns:a="http://schemas.openxmlformats.org/drawingml/2006/main" rot="0" flipH="0" flipV="0">
            <a:off x="1487805" y="2733675"/>
            <a:ext cx="53340" cy="83820"/>
          </a:xfrm>
          <a:prstGeom xmlns:a="http://schemas.openxmlformats.org/drawingml/2006/main" prst="rect">
            <a:avLst/>
          </a:prstGeom>
          <a:solidFill xmlns:a="http://schemas.openxmlformats.org/drawingml/2006/main">
            <a:srgbClr val="FFFFFF"/>
          </a:solidFill>
          <a:ln xmlns:a="http://schemas.openxmlformats.org/drawingml/2006/main" w="7620">
            <a:solidFill>
              <a:srgbClr val="326D9A"/>
            </a:solidFill>
          </a:ln>
        </p:spPr>
      </p:sp>
      <p:sp>
        <p:nvSpPr>
          <p:cNvPr id="12" name="02_MEASURED__event2">
            <a:extLst xmlns:a="http://schemas.openxmlformats.org/drawingml/2006/main">
              <a:ext uri="{FF2B5EF4-FFF2-40B4-BE49-F238E27FC236}">
                <a16:creationId xmlns:a16="http://schemas.microsoft.com/office/drawing/2014/main" id="{9BD1BD91-BA2D-48AF-9095-42007487D8E8}"/>
              </a:ext>
            </a:extLst>
          </p:cNvPr>
          <p:cNvSpPr>
            <a:spLocks xmlns:a="http://schemas.openxmlformats.org/drawingml/2006/main" noGrp="1"/>
          </p:cNvSpPr>
          <p:nvPr/>
        </p:nvSpPr>
        <p:spPr>
          <a:xfrm xmlns:a="http://schemas.openxmlformats.org/drawingml/2006/main" rot="0" flipH="0" flipV="0">
            <a:off x="1564005" y="2733675"/>
            <a:ext cx="53340" cy="83820"/>
          </a:xfrm>
          <a:prstGeom xmlns:a="http://schemas.openxmlformats.org/drawingml/2006/main" prst="rect">
            <a:avLst/>
          </a:prstGeom>
          <a:solidFill xmlns:a="http://schemas.openxmlformats.org/drawingml/2006/main">
            <a:srgbClr val="FFFFFF"/>
          </a:solidFill>
          <a:ln xmlns:a="http://schemas.openxmlformats.org/drawingml/2006/main" w="7620">
            <a:solidFill>
              <a:srgbClr val="326D9A"/>
            </a:solidFill>
          </a:ln>
        </p:spPr>
      </p:sp>
      <p:sp>
        <p:nvSpPr>
          <p:cNvPr id="13" name="02_MEASURED__event3">
            <a:extLst xmlns:a="http://schemas.openxmlformats.org/drawingml/2006/main">
              <a:ext uri="{FF2B5EF4-FFF2-40B4-BE49-F238E27FC236}">
                <a16:creationId xmlns:a16="http://schemas.microsoft.com/office/drawing/2014/main" id="{62355819-DACB-4225-AD69-6CF13313CEE8}"/>
              </a:ext>
            </a:extLst>
          </p:cNvPr>
          <p:cNvSpPr>
            <a:spLocks xmlns:a="http://schemas.openxmlformats.org/drawingml/2006/main" noGrp="1"/>
          </p:cNvSpPr>
          <p:nvPr/>
        </p:nvSpPr>
        <p:spPr>
          <a:xfrm xmlns:a="http://schemas.openxmlformats.org/drawingml/2006/main" rot="0" flipH="0" flipV="0">
            <a:off x="1640205" y="2733675"/>
            <a:ext cx="53340" cy="83820"/>
          </a:xfrm>
          <a:prstGeom xmlns:a="http://schemas.openxmlformats.org/drawingml/2006/main" prst="rect">
            <a:avLst/>
          </a:prstGeom>
          <a:solidFill xmlns:a="http://schemas.openxmlformats.org/drawingml/2006/main">
            <a:srgbClr val="326D9A"/>
          </a:solidFill>
          <a:ln xmlns:a="http://schemas.openxmlformats.org/drawingml/2006/main" w="7620">
            <a:solidFill>
              <a:srgbClr val="326D9A"/>
            </a:solidFill>
          </a:ln>
        </p:spPr>
      </p:sp>
      <p:sp>
        <p:nvSpPr>
          <p:cNvPr id="14" name="02_MEASURED__event4">
            <a:extLst xmlns:a="http://schemas.openxmlformats.org/drawingml/2006/main">
              <a:ext uri="{FF2B5EF4-FFF2-40B4-BE49-F238E27FC236}">
                <a16:creationId xmlns:a16="http://schemas.microsoft.com/office/drawing/2014/main" id="{8AECC62B-F778-42BE-9FB9-8603B058CDCE}"/>
              </a:ext>
            </a:extLst>
          </p:cNvPr>
          <p:cNvSpPr>
            <a:spLocks xmlns:a="http://schemas.openxmlformats.org/drawingml/2006/main" noGrp="1"/>
          </p:cNvSpPr>
          <p:nvPr/>
        </p:nvSpPr>
        <p:spPr>
          <a:xfrm xmlns:a="http://schemas.openxmlformats.org/drawingml/2006/main" rot="0" flipH="0" flipV="0">
            <a:off x="1716405" y="2733675"/>
            <a:ext cx="53340" cy="83820"/>
          </a:xfrm>
          <a:prstGeom xmlns:a="http://schemas.openxmlformats.org/drawingml/2006/main" prst="rect">
            <a:avLst/>
          </a:prstGeom>
          <a:solidFill xmlns:a="http://schemas.openxmlformats.org/drawingml/2006/main">
            <a:srgbClr val="326D9A"/>
          </a:solidFill>
          <a:ln xmlns:a="http://schemas.openxmlformats.org/drawingml/2006/main" w="7620">
            <a:solidFill>
              <a:srgbClr val="326D9A"/>
            </a:solidFill>
          </a:ln>
        </p:spPr>
      </p:sp>
      <p:sp>
        <p:nvSpPr>
          <p:cNvPr id="15" name="02_MEASURED__event5">
            <a:extLst xmlns:a="http://schemas.openxmlformats.org/drawingml/2006/main">
              <a:ext uri="{FF2B5EF4-FFF2-40B4-BE49-F238E27FC236}">
                <a16:creationId xmlns:a16="http://schemas.microsoft.com/office/drawing/2014/main" id="{3698EADC-F171-4014-A229-70BF0C335CFB}"/>
              </a:ext>
            </a:extLst>
          </p:cNvPr>
          <p:cNvSpPr>
            <a:spLocks xmlns:a="http://schemas.openxmlformats.org/drawingml/2006/main" noGrp="1"/>
          </p:cNvSpPr>
          <p:nvPr/>
        </p:nvSpPr>
        <p:spPr>
          <a:xfrm xmlns:a="http://schemas.openxmlformats.org/drawingml/2006/main" rot="0" flipH="0" flipV="0">
            <a:off x="1792605" y="2733675"/>
            <a:ext cx="53340" cy="83820"/>
          </a:xfrm>
          <a:prstGeom xmlns:a="http://schemas.openxmlformats.org/drawingml/2006/main" prst="rect">
            <a:avLst/>
          </a:prstGeom>
          <a:solidFill xmlns:a="http://schemas.openxmlformats.org/drawingml/2006/main">
            <a:srgbClr val="FFFFFF"/>
          </a:solidFill>
          <a:ln xmlns:a="http://schemas.openxmlformats.org/drawingml/2006/main" w="7620">
            <a:solidFill>
              <a:srgbClr val="326D9A"/>
            </a:solidFill>
          </a:ln>
        </p:spPr>
      </p:sp>
      <p:sp>
        <p:nvSpPr>
          <p:cNvPr id="16" name="02_MEASURED__event6">
            <a:extLst xmlns:a="http://schemas.openxmlformats.org/drawingml/2006/main">
              <a:ext uri="{FF2B5EF4-FFF2-40B4-BE49-F238E27FC236}">
                <a16:creationId xmlns:a16="http://schemas.microsoft.com/office/drawing/2014/main" id="{89CCBEDF-5B7E-4FC1-86FD-C0C592A8944C}"/>
              </a:ext>
            </a:extLst>
          </p:cNvPr>
          <p:cNvSpPr>
            <a:spLocks xmlns:a="http://schemas.openxmlformats.org/drawingml/2006/main" noGrp="1"/>
          </p:cNvSpPr>
          <p:nvPr/>
        </p:nvSpPr>
        <p:spPr>
          <a:xfrm xmlns:a="http://schemas.openxmlformats.org/drawingml/2006/main" rot="0" flipH="0" flipV="0">
            <a:off x="1868805" y="2733675"/>
            <a:ext cx="53340" cy="83820"/>
          </a:xfrm>
          <a:prstGeom xmlns:a="http://schemas.openxmlformats.org/drawingml/2006/main" prst="rect">
            <a:avLst/>
          </a:prstGeom>
          <a:solidFill xmlns:a="http://schemas.openxmlformats.org/drawingml/2006/main">
            <a:srgbClr val="FFFFFF"/>
          </a:solidFill>
          <a:ln xmlns:a="http://schemas.openxmlformats.org/drawingml/2006/main" w="7620">
            <a:solidFill>
              <a:srgbClr val="326D9A"/>
            </a:solidFill>
          </a:ln>
        </p:spPr>
      </p:sp>
      <p:sp>
        <p:nvSpPr>
          <p:cNvPr id="17" name="02_MEASURED__event7">
            <a:extLst xmlns:a="http://schemas.openxmlformats.org/drawingml/2006/main">
              <a:ext uri="{FF2B5EF4-FFF2-40B4-BE49-F238E27FC236}">
                <a16:creationId xmlns:a16="http://schemas.microsoft.com/office/drawing/2014/main" id="{D16964D0-4C71-4F70-A672-7C609B232FA8}"/>
              </a:ext>
            </a:extLst>
          </p:cNvPr>
          <p:cNvSpPr>
            <a:spLocks xmlns:a="http://schemas.openxmlformats.org/drawingml/2006/main" noGrp="1"/>
          </p:cNvSpPr>
          <p:nvPr/>
        </p:nvSpPr>
        <p:spPr>
          <a:xfrm xmlns:a="http://schemas.openxmlformats.org/drawingml/2006/main" rot="0" flipH="0" flipV="0">
            <a:off x="1945005" y="2733675"/>
            <a:ext cx="53340" cy="83820"/>
          </a:xfrm>
          <a:prstGeom xmlns:a="http://schemas.openxmlformats.org/drawingml/2006/main" prst="rect">
            <a:avLst/>
          </a:prstGeom>
          <a:solidFill xmlns:a="http://schemas.openxmlformats.org/drawingml/2006/main">
            <a:srgbClr val="FFFFFF"/>
          </a:solidFill>
          <a:ln xmlns:a="http://schemas.openxmlformats.org/drawingml/2006/main" w="7620">
            <a:solidFill>
              <a:srgbClr val="326D9A"/>
            </a:solidFill>
          </a:ln>
        </p:spPr>
      </p:sp>
      <p:sp>
        <p:nvSpPr>
          <p:cNvPr id="18" name="02_MEASURED__pose_label">
            <a:extLst xmlns:a="http://schemas.openxmlformats.org/drawingml/2006/main">
              <a:ext uri="{FF2B5EF4-FFF2-40B4-BE49-F238E27FC236}">
                <a16:creationId xmlns:a16="http://schemas.microsoft.com/office/drawing/2014/main" id="{82494E72-C00B-40FC-A5AC-FD3423D5F16D}"/>
              </a:ext>
            </a:extLst>
          </p:cNvPr>
          <p:cNvSpPr>
            <a:spLocks xmlns:a="http://schemas.openxmlformats.org/drawingml/2006/main" noGrp="1"/>
          </p:cNvSpPr>
          <p:nvPr/>
        </p:nvSpPr>
        <p:spPr>
          <a:xfrm xmlns:a="http://schemas.openxmlformats.org/drawingml/2006/main" rot="0" flipH="0" flipV="0">
            <a:off x="558165" y="3030855"/>
            <a:ext cx="1790700" cy="2514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575" b="1">
                <a:solidFill>
                  <a:srgbClr val="233440"/>
                </a:solidFill>
                <a:latin typeface="Noto Sans CJK SC"/>
                <a:ea typeface="Noto Sans CJK SC"/>
                <a:cs typeface="Noto Sans CJK SC"/>
              </a:defRPr>
            </a:defPPr>
            <a:lvl1pPr algn="l">
              <a:defRPr sz="1575" b="1">
                <a:solidFill>
                  <a:srgbClr val="233440"/>
                </a:solidFill>
                <a:latin typeface="Noto Sans CJK SC"/>
                <a:ea typeface="Noto Sans CJK SC"/>
                <a:cs typeface="Noto Sans CJK SC"/>
              </a:defRPr>
            </a:lvl1pPr>
            <a:lvl2pPr algn="l">
              <a:defRPr sz="1575" b="1">
                <a:solidFill>
                  <a:srgbClr val="233440"/>
                </a:solidFill>
                <a:latin typeface="Noto Sans CJK SC"/>
                <a:ea typeface="Noto Sans CJK SC"/>
                <a:cs typeface="Noto Sans CJK SC"/>
              </a:defRPr>
            </a:lvl2pPr>
            <a:lvl3pPr algn="l">
              <a:defRPr sz="1575" b="1">
                <a:solidFill>
                  <a:srgbClr val="233440"/>
                </a:solidFill>
                <a:latin typeface="Noto Sans CJK SC"/>
                <a:ea typeface="Noto Sans CJK SC"/>
                <a:cs typeface="Noto Sans CJK SC"/>
              </a:defRPr>
            </a:lvl3pPr>
            <a:lvl4pPr algn="l">
              <a:defRPr sz="1575" b="1">
                <a:solidFill>
                  <a:srgbClr val="233440"/>
                </a:solidFill>
                <a:latin typeface="Noto Sans CJK SC"/>
                <a:ea typeface="Noto Sans CJK SC"/>
                <a:cs typeface="Noto Sans CJK SC"/>
              </a:defRPr>
            </a:lvl4pPr>
            <a:lvl5pPr algn="l">
              <a:defRPr sz="1575" b="1">
                <a:solidFill>
                  <a:srgbClr val="233440"/>
                </a:solidFill>
                <a:latin typeface="Noto Sans CJK SC"/>
                <a:ea typeface="Noto Sans CJK SC"/>
                <a:cs typeface="Noto Sans CJK SC"/>
              </a:defRPr>
            </a:lvl5pPr>
            <a:lvl6pPr algn="l">
              <a:defRPr sz="1575" b="1">
                <a:solidFill>
                  <a:srgbClr val="233440"/>
                </a:solidFill>
                <a:latin typeface="Noto Sans CJK SC"/>
                <a:ea typeface="Noto Sans CJK SC"/>
                <a:cs typeface="Noto Sans CJK SC"/>
              </a:defRPr>
            </a:lvl6pPr>
            <a:lvl7pPr algn="l">
              <a:defRPr sz="1575" b="1">
                <a:solidFill>
                  <a:srgbClr val="233440"/>
                </a:solidFill>
                <a:latin typeface="Noto Sans CJK SC"/>
                <a:ea typeface="Noto Sans CJK SC"/>
                <a:cs typeface="Noto Sans CJK SC"/>
              </a:defRPr>
            </a:lvl7pPr>
            <a:lvl8pPr algn="l">
              <a:defRPr sz="1575" b="1">
                <a:solidFill>
                  <a:srgbClr val="233440"/>
                </a:solidFill>
                <a:latin typeface="Noto Sans CJK SC"/>
                <a:ea typeface="Noto Sans CJK SC"/>
                <a:cs typeface="Noto Sans CJK SC"/>
              </a:defRPr>
            </a:lvl8pPr>
            <a:lvl9pPr algn="l">
              <a:defRPr sz="1575" b="1">
                <a:solidFill>
                  <a:srgbClr val="233440"/>
                </a:solidFill>
                <a:latin typeface="Noto Sans CJK SC"/>
                <a:ea typeface="Noto Sans CJK SC"/>
                <a:cs typeface="Noto Sans CJK SC"/>
              </a:defRPr>
            </a:lvl9pPr>
          </a:lstStyle>
          <a:p xmlns:a="http://schemas.openxmlformats.org/drawingml/2006/main">
            <a:pPr algn="l">
              <a:buNone/>
              <a:defRPr sz="1575" b="1">
                <a:solidFill>
                  <a:srgbClr val="233440"/>
                </a:solidFill>
                <a:latin typeface="Noto Sans CJK SC"/>
                <a:ea typeface="Noto Sans CJK SC"/>
                <a:cs typeface="Noto Sans CJK SC"/>
              </a:defRPr>
            </a:pPr>
            <a:r>
              <a:rPr sz="1575" b="1">
                <a:solidFill>
                  <a:srgbClr val="233440"/>
                </a:solidFill>
                <a:latin typeface="Noto Sans CJK SC"/>
                <a:ea typeface="Noto Sans CJK SC"/>
                <a:cs typeface="Noto Sans CJK SC"/>
              </a:rPr>
              <a:t>机器人位置</a:t>
            </a:r>
            <a:endParaRPr sz="1875" b="1">
              <a:solidFill>
                <a:srgbClr val="233440"/>
              </a:solidFill>
              <a:latin typeface="Arial"/>
              <a:ea typeface="Arial"/>
              <a:cs typeface="Arial"/>
            </a:endParaRPr>
          </a:p>
        </p:txBody>
      </p:sp>
      <p:sp>
        <p:nvSpPr>
          <p:cNvPr id="19" name="02_MEASURED__poses_track">
            <a:extLst xmlns:a="http://schemas.openxmlformats.org/drawingml/2006/main">
              <a:ext uri="{FF2B5EF4-FFF2-40B4-BE49-F238E27FC236}">
                <a16:creationId xmlns:a16="http://schemas.microsoft.com/office/drawing/2014/main" id="{59C6BABA-855E-4F24-A269-40B17E0D4E22}"/>
              </a:ext>
            </a:extLst>
          </p:cNvPr>
          <p:cNvSpPr>
            <a:spLocks xmlns:a="http://schemas.openxmlformats.org/drawingml/2006/main" noGrp="1"/>
          </p:cNvSpPr>
          <p:nvPr/>
        </p:nvSpPr>
        <p:spPr>
          <a:xfrm xmlns:a="http://schemas.openxmlformats.org/drawingml/2006/main" rot="0" flipH="0" flipV="0">
            <a:off x="615315" y="3339465"/>
            <a:ext cx="1280160" cy="320040"/>
          </a:xfrm>
          <a:custGeom xmlns:a="http://schemas.openxmlformats.org/drawingml/2006/main">
            <a:rect l="0" t="0" r="0" b="0"/>
            <a:pathLst>
              <a:path w="1600200" h="400050">
                <a:moveTo>
                  <a:pt x="0" y="400050"/>
                </a:moveTo>
                <a:lnTo>
                  <a:pt x="400050" y="400050"/>
                </a:lnTo>
                <a:lnTo>
                  <a:pt x="600075" y="200025"/>
                </a:lnTo>
                <a:lnTo>
                  <a:pt x="1000125" y="200025"/>
                </a:lnTo>
                <a:lnTo>
                  <a:pt x="1400175" y="0"/>
                </a:lnTo>
                <a:lnTo>
                  <a:pt x="1600200" y="200025"/>
                </a:lnTo>
              </a:path>
            </a:pathLst>
          </a:custGeom>
          <a:noFill xmlns:a="http://schemas.openxmlformats.org/drawingml/2006/main"/>
          <a:ln xmlns:a="http://schemas.openxmlformats.org/drawingml/2006/main" w="23813">
            <a:solidFill>
              <a:srgbClr val="326D9A"/>
            </a:solidFill>
            <a:prstDash val="solid"/>
          </a:ln>
        </p:spPr>
      </p:sp>
      <p:sp>
        <p:nvSpPr>
          <p:cNvPr id="20" name="02_MEASURED__poses_sample0">
            <a:extLst xmlns:a="http://schemas.openxmlformats.org/drawingml/2006/main">
              <a:ext uri="{FF2B5EF4-FFF2-40B4-BE49-F238E27FC236}">
                <a16:creationId xmlns:a16="http://schemas.microsoft.com/office/drawing/2014/main" id="{1C3C77B4-1848-4502-9655-0D2D1941E5B3}"/>
              </a:ext>
            </a:extLst>
          </p:cNvPr>
          <p:cNvSpPr>
            <a:spLocks xmlns:a="http://schemas.openxmlformats.org/drawingml/2006/main" noGrp="1"/>
          </p:cNvSpPr>
          <p:nvPr/>
        </p:nvSpPr>
        <p:spPr>
          <a:xfrm xmlns:a="http://schemas.openxmlformats.org/drawingml/2006/main" rot="0" flipH="0" flipV="0">
            <a:off x="583311" y="3627501"/>
            <a:ext cx="64008" cy="64008"/>
          </a:xfrm>
          <a:prstGeom xmlns:a="http://schemas.openxmlformats.org/drawingml/2006/main" prst="ellipse">
            <a:avLst/>
          </a:prstGeom>
          <a:solidFill xmlns:a="http://schemas.openxmlformats.org/drawingml/2006/main">
            <a:srgbClr val="FFFFFF"/>
          </a:solidFill>
          <a:ln xmlns:a="http://schemas.openxmlformats.org/drawingml/2006/main" w="17145">
            <a:solidFill>
              <a:srgbClr val="326D9A"/>
            </a:solidFill>
          </a:ln>
        </p:spPr>
      </p:sp>
      <p:sp>
        <p:nvSpPr>
          <p:cNvPr id="21" name="02_MEASURED__poses_sample1">
            <a:extLst xmlns:a="http://schemas.openxmlformats.org/drawingml/2006/main">
              <a:ext uri="{FF2B5EF4-FFF2-40B4-BE49-F238E27FC236}">
                <a16:creationId xmlns:a16="http://schemas.microsoft.com/office/drawing/2014/main" id="{07C54EAB-532E-4DC9-A958-2E3493CA1A9A}"/>
              </a:ext>
            </a:extLst>
          </p:cNvPr>
          <p:cNvSpPr>
            <a:spLocks xmlns:a="http://schemas.openxmlformats.org/drawingml/2006/main" noGrp="1"/>
          </p:cNvSpPr>
          <p:nvPr/>
        </p:nvSpPr>
        <p:spPr>
          <a:xfrm xmlns:a="http://schemas.openxmlformats.org/drawingml/2006/main" rot="0" flipH="0" flipV="0">
            <a:off x="903351" y="3627501"/>
            <a:ext cx="64008" cy="64008"/>
          </a:xfrm>
          <a:prstGeom xmlns:a="http://schemas.openxmlformats.org/drawingml/2006/main" prst="ellipse">
            <a:avLst/>
          </a:prstGeom>
          <a:solidFill xmlns:a="http://schemas.openxmlformats.org/drawingml/2006/main">
            <a:srgbClr val="FFFFFF"/>
          </a:solidFill>
          <a:ln xmlns:a="http://schemas.openxmlformats.org/drawingml/2006/main" w="17145">
            <a:solidFill>
              <a:srgbClr val="326D9A"/>
            </a:solidFill>
          </a:ln>
        </p:spPr>
      </p:sp>
      <p:sp>
        <p:nvSpPr>
          <p:cNvPr id="22" name="02_MEASURED__poses_sample2">
            <a:extLst xmlns:a="http://schemas.openxmlformats.org/drawingml/2006/main">
              <a:ext uri="{FF2B5EF4-FFF2-40B4-BE49-F238E27FC236}">
                <a16:creationId xmlns:a16="http://schemas.microsoft.com/office/drawing/2014/main" id="{9BDB3D12-77DB-4424-A0E3-C01C38B36F53}"/>
              </a:ext>
            </a:extLst>
          </p:cNvPr>
          <p:cNvSpPr>
            <a:spLocks xmlns:a="http://schemas.openxmlformats.org/drawingml/2006/main" noGrp="1"/>
          </p:cNvSpPr>
          <p:nvPr/>
        </p:nvSpPr>
        <p:spPr>
          <a:xfrm xmlns:a="http://schemas.openxmlformats.org/drawingml/2006/main" rot="0" flipH="0" flipV="0">
            <a:off x="1063371" y="3467481"/>
            <a:ext cx="64008" cy="64008"/>
          </a:xfrm>
          <a:prstGeom xmlns:a="http://schemas.openxmlformats.org/drawingml/2006/main" prst="ellipse">
            <a:avLst/>
          </a:prstGeom>
          <a:solidFill xmlns:a="http://schemas.openxmlformats.org/drawingml/2006/main">
            <a:srgbClr val="FFFFFF"/>
          </a:solidFill>
          <a:ln xmlns:a="http://schemas.openxmlformats.org/drawingml/2006/main" w="17145">
            <a:solidFill>
              <a:srgbClr val="326D9A"/>
            </a:solidFill>
          </a:ln>
        </p:spPr>
      </p:sp>
      <p:sp>
        <p:nvSpPr>
          <p:cNvPr id="23" name="02_MEASURED__poses_sample3">
            <a:extLst xmlns:a="http://schemas.openxmlformats.org/drawingml/2006/main">
              <a:ext uri="{FF2B5EF4-FFF2-40B4-BE49-F238E27FC236}">
                <a16:creationId xmlns:a16="http://schemas.microsoft.com/office/drawing/2014/main" id="{14FB19BF-559C-4558-8450-6BD211013C5B}"/>
              </a:ext>
            </a:extLst>
          </p:cNvPr>
          <p:cNvSpPr>
            <a:spLocks xmlns:a="http://schemas.openxmlformats.org/drawingml/2006/main" noGrp="1"/>
          </p:cNvSpPr>
          <p:nvPr/>
        </p:nvSpPr>
        <p:spPr>
          <a:xfrm xmlns:a="http://schemas.openxmlformats.org/drawingml/2006/main" rot="0" flipH="0" flipV="0">
            <a:off x="1383411" y="3467481"/>
            <a:ext cx="64008" cy="64008"/>
          </a:xfrm>
          <a:prstGeom xmlns:a="http://schemas.openxmlformats.org/drawingml/2006/main" prst="ellipse">
            <a:avLst/>
          </a:prstGeom>
          <a:solidFill xmlns:a="http://schemas.openxmlformats.org/drawingml/2006/main">
            <a:srgbClr val="FFFFFF"/>
          </a:solidFill>
          <a:ln xmlns:a="http://schemas.openxmlformats.org/drawingml/2006/main" w="17145">
            <a:solidFill>
              <a:srgbClr val="326D9A"/>
            </a:solidFill>
          </a:ln>
        </p:spPr>
      </p:sp>
      <p:sp>
        <p:nvSpPr>
          <p:cNvPr id="24" name="02_MEASURED__poses_sample4">
            <a:extLst xmlns:a="http://schemas.openxmlformats.org/drawingml/2006/main">
              <a:ext uri="{FF2B5EF4-FFF2-40B4-BE49-F238E27FC236}">
                <a16:creationId xmlns:a16="http://schemas.microsoft.com/office/drawing/2014/main" id="{34D14F10-4D67-4751-821C-777115F74A5B}"/>
              </a:ext>
            </a:extLst>
          </p:cNvPr>
          <p:cNvSpPr>
            <a:spLocks xmlns:a="http://schemas.openxmlformats.org/drawingml/2006/main" noGrp="1"/>
          </p:cNvSpPr>
          <p:nvPr/>
        </p:nvSpPr>
        <p:spPr>
          <a:xfrm xmlns:a="http://schemas.openxmlformats.org/drawingml/2006/main" rot="0" flipH="0" flipV="0">
            <a:off x="1703451" y="3307461"/>
            <a:ext cx="64008" cy="64008"/>
          </a:xfrm>
          <a:prstGeom xmlns:a="http://schemas.openxmlformats.org/drawingml/2006/main" prst="ellipse">
            <a:avLst/>
          </a:prstGeom>
          <a:solidFill xmlns:a="http://schemas.openxmlformats.org/drawingml/2006/main">
            <a:srgbClr val="FFFFFF"/>
          </a:solidFill>
          <a:ln xmlns:a="http://schemas.openxmlformats.org/drawingml/2006/main" w="17145">
            <a:solidFill>
              <a:srgbClr val="326D9A"/>
            </a:solidFill>
          </a:ln>
        </p:spPr>
      </p:sp>
      <p:sp>
        <p:nvSpPr>
          <p:cNvPr id="25" name="02_MEASURED__poses_sample5">
            <a:extLst xmlns:a="http://schemas.openxmlformats.org/drawingml/2006/main">
              <a:ext uri="{FF2B5EF4-FFF2-40B4-BE49-F238E27FC236}">
                <a16:creationId xmlns:a16="http://schemas.microsoft.com/office/drawing/2014/main" id="{CE10B31E-01AF-4AAA-902C-62C23F17DC70}"/>
              </a:ext>
            </a:extLst>
          </p:cNvPr>
          <p:cNvSpPr>
            <a:spLocks xmlns:a="http://schemas.openxmlformats.org/drawingml/2006/main" noGrp="1"/>
          </p:cNvSpPr>
          <p:nvPr/>
        </p:nvSpPr>
        <p:spPr>
          <a:xfrm xmlns:a="http://schemas.openxmlformats.org/drawingml/2006/main" rot="0" flipH="0" flipV="0">
            <a:off x="1863471" y="3467481"/>
            <a:ext cx="64008" cy="64008"/>
          </a:xfrm>
          <a:prstGeom xmlns:a="http://schemas.openxmlformats.org/drawingml/2006/main" prst="ellipse">
            <a:avLst/>
          </a:prstGeom>
          <a:solidFill xmlns:a="http://schemas.openxmlformats.org/drawingml/2006/main">
            <a:srgbClr val="FFFFFF"/>
          </a:solidFill>
          <a:ln xmlns:a="http://schemas.openxmlformats.org/drawingml/2006/main" w="17145">
            <a:solidFill>
              <a:srgbClr val="326D9A"/>
            </a:solidFill>
          </a:ln>
        </p:spPr>
      </p:sp>
      <p:sp>
        <p:nvSpPr>
          <p:cNvPr id="26" name="02_MEASURED__observed_map_title">
            <a:extLst xmlns:a="http://schemas.openxmlformats.org/drawingml/2006/main">
              <a:ext uri="{FF2B5EF4-FFF2-40B4-BE49-F238E27FC236}">
                <a16:creationId xmlns:a16="http://schemas.microsoft.com/office/drawing/2014/main" id="{0CD150C7-DDA2-4CD4-A90E-29B42D936B91}"/>
              </a:ext>
            </a:extLst>
          </p:cNvPr>
          <p:cNvSpPr>
            <a:spLocks xmlns:a="http://schemas.openxmlformats.org/drawingml/2006/main" noGrp="1"/>
          </p:cNvSpPr>
          <p:nvPr/>
        </p:nvSpPr>
        <p:spPr>
          <a:xfrm xmlns:a="http://schemas.openxmlformats.org/drawingml/2006/main" rot="0" flipH="0" flipV="0">
            <a:off x="2455545" y="1735455"/>
            <a:ext cx="2171700" cy="2514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575" b="1">
                <a:solidFill>
                  <a:srgbClr val="233440"/>
                </a:solidFill>
                <a:latin typeface="Noto Sans CJK SC"/>
                <a:ea typeface="Noto Sans CJK SC"/>
                <a:cs typeface="Noto Sans CJK SC"/>
              </a:defRPr>
            </a:defPPr>
            <a:lvl1pPr algn="l">
              <a:defRPr sz="1575" b="1">
                <a:solidFill>
                  <a:srgbClr val="233440"/>
                </a:solidFill>
                <a:latin typeface="Noto Sans CJK SC"/>
                <a:ea typeface="Noto Sans CJK SC"/>
                <a:cs typeface="Noto Sans CJK SC"/>
              </a:defRPr>
            </a:lvl1pPr>
            <a:lvl2pPr algn="l">
              <a:defRPr sz="1575" b="1">
                <a:solidFill>
                  <a:srgbClr val="233440"/>
                </a:solidFill>
                <a:latin typeface="Noto Sans CJK SC"/>
                <a:ea typeface="Noto Sans CJK SC"/>
                <a:cs typeface="Noto Sans CJK SC"/>
              </a:defRPr>
            </a:lvl2pPr>
            <a:lvl3pPr algn="l">
              <a:defRPr sz="1575" b="1">
                <a:solidFill>
                  <a:srgbClr val="233440"/>
                </a:solidFill>
                <a:latin typeface="Noto Sans CJK SC"/>
                <a:ea typeface="Noto Sans CJK SC"/>
                <a:cs typeface="Noto Sans CJK SC"/>
              </a:defRPr>
            </a:lvl3pPr>
            <a:lvl4pPr algn="l">
              <a:defRPr sz="1575" b="1">
                <a:solidFill>
                  <a:srgbClr val="233440"/>
                </a:solidFill>
                <a:latin typeface="Noto Sans CJK SC"/>
                <a:ea typeface="Noto Sans CJK SC"/>
                <a:cs typeface="Noto Sans CJK SC"/>
              </a:defRPr>
            </a:lvl4pPr>
            <a:lvl5pPr algn="l">
              <a:defRPr sz="1575" b="1">
                <a:solidFill>
                  <a:srgbClr val="233440"/>
                </a:solidFill>
                <a:latin typeface="Noto Sans CJK SC"/>
                <a:ea typeface="Noto Sans CJK SC"/>
                <a:cs typeface="Noto Sans CJK SC"/>
              </a:defRPr>
            </a:lvl5pPr>
            <a:lvl6pPr algn="l">
              <a:defRPr sz="1575" b="1">
                <a:solidFill>
                  <a:srgbClr val="233440"/>
                </a:solidFill>
                <a:latin typeface="Noto Sans CJK SC"/>
                <a:ea typeface="Noto Sans CJK SC"/>
                <a:cs typeface="Noto Sans CJK SC"/>
              </a:defRPr>
            </a:lvl6pPr>
            <a:lvl7pPr algn="l">
              <a:defRPr sz="1575" b="1">
                <a:solidFill>
                  <a:srgbClr val="233440"/>
                </a:solidFill>
                <a:latin typeface="Noto Sans CJK SC"/>
                <a:ea typeface="Noto Sans CJK SC"/>
                <a:cs typeface="Noto Sans CJK SC"/>
              </a:defRPr>
            </a:lvl7pPr>
            <a:lvl8pPr algn="l">
              <a:defRPr sz="1575" b="1">
                <a:solidFill>
                  <a:srgbClr val="233440"/>
                </a:solidFill>
                <a:latin typeface="Noto Sans CJK SC"/>
                <a:ea typeface="Noto Sans CJK SC"/>
                <a:cs typeface="Noto Sans CJK SC"/>
              </a:defRPr>
            </a:lvl8pPr>
            <a:lvl9pPr algn="l">
              <a:defRPr sz="1575" b="1">
                <a:solidFill>
                  <a:srgbClr val="233440"/>
                </a:solidFill>
                <a:latin typeface="Noto Sans CJK SC"/>
                <a:ea typeface="Noto Sans CJK SC"/>
                <a:cs typeface="Noto Sans CJK SC"/>
              </a:defRPr>
            </a:lvl9pPr>
          </a:lstStyle>
          <a:p xmlns:a="http://schemas.openxmlformats.org/drawingml/2006/main">
            <a:pPr algn="l">
              <a:buNone/>
              <a:defRPr sz="1575" b="1">
                <a:solidFill>
                  <a:srgbClr val="233440"/>
                </a:solidFill>
                <a:latin typeface="Noto Sans CJK SC"/>
                <a:ea typeface="Noto Sans CJK SC"/>
                <a:cs typeface="Noto Sans CJK SC"/>
              </a:defRPr>
            </a:pPr>
            <a:r>
              <a:rPr sz="1575" b="1">
                <a:solidFill>
                  <a:srgbClr val="233440"/>
                </a:solidFill>
                <a:latin typeface="Noto Sans CJK SC"/>
                <a:ea typeface="Noto Sans CJK SC"/>
                <a:cs typeface="Noto Sans CJK SC"/>
              </a:rPr>
              <a:t>命中概率图</a:t>
            </a:r>
            <a:endParaRPr sz="1875" b="1">
              <a:solidFill>
                <a:srgbClr val="326D9A"/>
              </a:solidFill>
              <a:latin typeface="Arial"/>
              <a:ea typeface="Arial"/>
              <a:cs typeface="Arial"/>
            </a:endParaRPr>
          </a:p>
        </p:txBody>
      </p:sp>
      <p:sp>
        <p:nvSpPr>
          <p:cNvPr id="27" name="02_MEASURED__observed_r0c0">
            <a:extLst xmlns:a="http://schemas.openxmlformats.org/drawingml/2006/main">
              <a:ext uri="{FF2B5EF4-FFF2-40B4-BE49-F238E27FC236}">
                <a16:creationId xmlns:a16="http://schemas.microsoft.com/office/drawing/2014/main" id="{B075ADD1-0498-418C-91DE-5EAF60205435}"/>
              </a:ext>
            </a:extLst>
          </p:cNvPr>
          <p:cNvSpPr>
            <a:spLocks xmlns:a="http://schemas.openxmlformats.org/drawingml/2006/main" noGrp="1"/>
          </p:cNvSpPr>
          <p:nvPr/>
        </p:nvSpPr>
        <p:spPr>
          <a:xfrm xmlns:a="http://schemas.openxmlformats.org/drawingml/2006/main" rot="0" flipH="0" flipV="0">
            <a:off x="2470785" y="2108835"/>
            <a:ext cx="198120" cy="198120"/>
          </a:xfrm>
          <a:prstGeom xmlns:a="http://schemas.openxmlformats.org/drawingml/2006/main" prst="rect">
            <a:avLst/>
          </a:prstGeom>
          <a:solidFill xmlns:a="http://schemas.openxmlformats.org/drawingml/2006/main">
            <a:srgbClr val="E4ECF0"/>
          </a:solidFill>
          <a:ln xmlns:a="http://schemas.openxmlformats.org/drawingml/2006/main" w="7620">
            <a:solidFill>
              <a:srgbClr val="FFFFFF"/>
            </a:solidFill>
          </a:ln>
        </p:spPr>
      </p:sp>
      <p:sp>
        <p:nvSpPr>
          <p:cNvPr id="28" name="02_MEASURED__observed_r0c1">
            <a:extLst xmlns:a="http://schemas.openxmlformats.org/drawingml/2006/main">
              <a:ext uri="{FF2B5EF4-FFF2-40B4-BE49-F238E27FC236}">
                <a16:creationId xmlns:a16="http://schemas.microsoft.com/office/drawing/2014/main" id="{8E33331B-79AE-419C-8505-A18BEAEFF3CF}"/>
              </a:ext>
            </a:extLst>
          </p:cNvPr>
          <p:cNvSpPr>
            <a:spLocks xmlns:a="http://schemas.openxmlformats.org/drawingml/2006/main" noGrp="1"/>
          </p:cNvSpPr>
          <p:nvPr/>
        </p:nvSpPr>
        <p:spPr>
          <a:xfrm xmlns:a="http://schemas.openxmlformats.org/drawingml/2006/main" rot="0" flipH="0" flipV="0">
            <a:off x="2668905" y="2108835"/>
            <a:ext cx="198120" cy="198120"/>
          </a:xfrm>
          <a:prstGeom xmlns:a="http://schemas.openxmlformats.org/drawingml/2006/main" prst="rect">
            <a:avLst/>
          </a:prstGeom>
          <a:solidFill xmlns:a="http://schemas.openxmlformats.org/drawingml/2006/main">
            <a:srgbClr val="E3EBF0"/>
          </a:solidFill>
          <a:ln xmlns:a="http://schemas.openxmlformats.org/drawingml/2006/main" w="7620">
            <a:solidFill>
              <a:srgbClr val="FFFFFF"/>
            </a:solidFill>
          </a:ln>
        </p:spPr>
      </p:sp>
      <p:sp>
        <p:nvSpPr>
          <p:cNvPr id="29" name="02_MEASURED__observed_r0c2">
            <a:extLst xmlns:a="http://schemas.openxmlformats.org/drawingml/2006/main">
              <a:ext uri="{FF2B5EF4-FFF2-40B4-BE49-F238E27FC236}">
                <a16:creationId xmlns:a16="http://schemas.microsoft.com/office/drawing/2014/main" id="{ADB23F1F-96BB-4A8A-8975-DBADCBE76B98}"/>
              </a:ext>
            </a:extLst>
          </p:cNvPr>
          <p:cNvSpPr>
            <a:spLocks xmlns:a="http://schemas.openxmlformats.org/drawingml/2006/main" noGrp="1"/>
          </p:cNvSpPr>
          <p:nvPr/>
        </p:nvSpPr>
        <p:spPr>
          <a:xfrm xmlns:a="http://schemas.openxmlformats.org/drawingml/2006/main" rot="0" flipH="0" flipV="0">
            <a:off x="2867025" y="2108835"/>
            <a:ext cx="198120" cy="198120"/>
          </a:xfrm>
          <a:prstGeom xmlns:a="http://schemas.openxmlformats.org/drawingml/2006/main" prst="rect">
            <a:avLst/>
          </a:prstGeom>
          <a:solidFill xmlns:a="http://schemas.openxmlformats.org/drawingml/2006/main">
            <a:srgbClr val="E2EBF0"/>
          </a:solidFill>
          <a:ln xmlns:a="http://schemas.openxmlformats.org/drawingml/2006/main" w="7620">
            <a:solidFill>
              <a:srgbClr val="FFFFFF"/>
            </a:solidFill>
          </a:ln>
        </p:spPr>
      </p:sp>
      <p:sp>
        <p:nvSpPr>
          <p:cNvPr id="30" name="02_MEASURED__observed_r0c3">
            <a:extLst xmlns:a="http://schemas.openxmlformats.org/drawingml/2006/main">
              <a:ext uri="{FF2B5EF4-FFF2-40B4-BE49-F238E27FC236}">
                <a16:creationId xmlns:a16="http://schemas.microsoft.com/office/drawing/2014/main" id="{2F6D6811-F150-4FD3-A746-E28FF29D13A2}"/>
              </a:ext>
            </a:extLst>
          </p:cNvPr>
          <p:cNvSpPr>
            <a:spLocks xmlns:a="http://schemas.openxmlformats.org/drawingml/2006/main" noGrp="1"/>
          </p:cNvSpPr>
          <p:nvPr/>
        </p:nvSpPr>
        <p:spPr>
          <a:xfrm xmlns:a="http://schemas.openxmlformats.org/drawingml/2006/main" rot="0" flipH="0" flipV="0">
            <a:off x="3065145" y="2108835"/>
            <a:ext cx="198120" cy="198120"/>
          </a:xfrm>
          <a:prstGeom xmlns:a="http://schemas.openxmlformats.org/drawingml/2006/main" prst="rect">
            <a:avLst/>
          </a:prstGeom>
          <a:solidFill xmlns:a="http://schemas.openxmlformats.org/drawingml/2006/main">
            <a:srgbClr val="E1E9EF"/>
          </a:solidFill>
          <a:ln xmlns:a="http://schemas.openxmlformats.org/drawingml/2006/main" w="7620">
            <a:solidFill>
              <a:srgbClr val="FFFFFF"/>
            </a:solidFill>
          </a:ln>
        </p:spPr>
      </p:sp>
      <p:sp>
        <p:nvSpPr>
          <p:cNvPr id="31" name="02_MEASURED__observed_r0c4">
            <a:extLst xmlns:a="http://schemas.openxmlformats.org/drawingml/2006/main">
              <a:ext uri="{FF2B5EF4-FFF2-40B4-BE49-F238E27FC236}">
                <a16:creationId xmlns:a16="http://schemas.microsoft.com/office/drawing/2014/main" id="{9AE1A1FF-84F2-4BEB-94D2-D9D55E85C12F}"/>
              </a:ext>
            </a:extLst>
          </p:cNvPr>
          <p:cNvSpPr>
            <a:spLocks xmlns:a="http://schemas.openxmlformats.org/drawingml/2006/main" noGrp="1"/>
          </p:cNvSpPr>
          <p:nvPr/>
        </p:nvSpPr>
        <p:spPr>
          <a:xfrm xmlns:a="http://schemas.openxmlformats.org/drawingml/2006/main" rot="0" flipH="0" flipV="0">
            <a:off x="3263265" y="2108835"/>
            <a:ext cx="198120" cy="198120"/>
          </a:xfrm>
          <a:prstGeom xmlns:a="http://schemas.openxmlformats.org/drawingml/2006/main" prst="rect">
            <a:avLst/>
          </a:prstGeom>
          <a:solidFill xmlns:a="http://schemas.openxmlformats.org/drawingml/2006/main">
            <a:srgbClr val="606C73"/>
          </a:solidFill>
          <a:ln xmlns:a="http://schemas.openxmlformats.org/drawingml/2006/main" w="7620">
            <a:solidFill>
              <a:srgbClr val="FFFFFF"/>
            </a:solidFill>
          </a:ln>
        </p:spPr>
      </p:sp>
      <p:sp>
        <p:nvSpPr>
          <p:cNvPr id="32" name="02_MEASURED__observed_r0c5">
            <a:extLst xmlns:a="http://schemas.openxmlformats.org/drawingml/2006/main">
              <a:ext uri="{FF2B5EF4-FFF2-40B4-BE49-F238E27FC236}">
                <a16:creationId xmlns:a16="http://schemas.microsoft.com/office/drawing/2014/main" id="{94A365FE-84C6-46DE-BF0F-2154F04138B1}"/>
              </a:ext>
            </a:extLst>
          </p:cNvPr>
          <p:cNvSpPr>
            <a:spLocks xmlns:a="http://schemas.openxmlformats.org/drawingml/2006/main" noGrp="1"/>
          </p:cNvSpPr>
          <p:nvPr/>
        </p:nvSpPr>
        <p:spPr>
          <a:xfrm xmlns:a="http://schemas.openxmlformats.org/drawingml/2006/main" rot="0" flipH="0" flipV="0">
            <a:off x="3461385" y="2108835"/>
            <a:ext cx="198120" cy="198120"/>
          </a:xfrm>
          <a:prstGeom xmlns:a="http://schemas.openxmlformats.org/drawingml/2006/main" prst="rect">
            <a:avLst/>
          </a:prstGeom>
          <a:solidFill xmlns:a="http://schemas.openxmlformats.org/drawingml/2006/main">
            <a:srgbClr val="DDE7ED"/>
          </a:solidFill>
          <a:ln xmlns:a="http://schemas.openxmlformats.org/drawingml/2006/main" w="7620">
            <a:solidFill>
              <a:srgbClr val="FFFFFF"/>
            </a:solidFill>
          </a:ln>
        </p:spPr>
      </p:sp>
      <p:sp>
        <p:nvSpPr>
          <p:cNvPr id="33" name="02_MEASURED__observed_r0c6">
            <a:extLst xmlns:a="http://schemas.openxmlformats.org/drawingml/2006/main">
              <a:ext uri="{FF2B5EF4-FFF2-40B4-BE49-F238E27FC236}">
                <a16:creationId xmlns:a16="http://schemas.microsoft.com/office/drawing/2014/main" id="{AD55939D-057E-4930-B16E-96473E063EE3}"/>
              </a:ext>
            </a:extLst>
          </p:cNvPr>
          <p:cNvSpPr>
            <a:spLocks xmlns:a="http://schemas.openxmlformats.org/drawingml/2006/main" noGrp="1"/>
          </p:cNvSpPr>
          <p:nvPr/>
        </p:nvSpPr>
        <p:spPr>
          <a:xfrm xmlns:a="http://schemas.openxmlformats.org/drawingml/2006/main" rot="0" flipH="0" flipV="0">
            <a:off x="3659505" y="2108835"/>
            <a:ext cx="198120" cy="198120"/>
          </a:xfrm>
          <a:prstGeom xmlns:a="http://schemas.openxmlformats.org/drawingml/2006/main" prst="rect">
            <a:avLst/>
          </a:prstGeom>
          <a:solidFill xmlns:a="http://schemas.openxmlformats.org/drawingml/2006/main">
            <a:srgbClr val="DCE6ED"/>
          </a:solidFill>
          <a:ln xmlns:a="http://schemas.openxmlformats.org/drawingml/2006/main" w="7620">
            <a:solidFill>
              <a:srgbClr val="FFFFFF"/>
            </a:solidFill>
          </a:ln>
        </p:spPr>
      </p:sp>
      <p:sp>
        <p:nvSpPr>
          <p:cNvPr id="34" name="02_MEASURED__observed_r0c7">
            <a:extLst xmlns:a="http://schemas.openxmlformats.org/drawingml/2006/main">
              <a:ext uri="{FF2B5EF4-FFF2-40B4-BE49-F238E27FC236}">
                <a16:creationId xmlns:a16="http://schemas.microsoft.com/office/drawing/2014/main" id="{07F932FD-5382-4650-9546-1C9CE12EE817}"/>
              </a:ext>
            </a:extLst>
          </p:cNvPr>
          <p:cNvSpPr>
            <a:spLocks xmlns:a="http://schemas.openxmlformats.org/drawingml/2006/main" noGrp="1"/>
          </p:cNvSpPr>
          <p:nvPr/>
        </p:nvSpPr>
        <p:spPr>
          <a:xfrm xmlns:a="http://schemas.openxmlformats.org/drawingml/2006/main" rot="0" flipH="0" flipV="0">
            <a:off x="3857625" y="2108835"/>
            <a:ext cx="198120" cy="198120"/>
          </a:xfrm>
          <a:prstGeom xmlns:a="http://schemas.openxmlformats.org/drawingml/2006/main" prst="rect">
            <a:avLst/>
          </a:prstGeom>
          <a:solidFill xmlns:a="http://schemas.openxmlformats.org/drawingml/2006/main">
            <a:srgbClr val="DDE7ED"/>
          </a:solidFill>
          <a:ln xmlns:a="http://schemas.openxmlformats.org/drawingml/2006/main" w="7620">
            <a:solidFill>
              <a:srgbClr val="FFFFFF"/>
            </a:solidFill>
          </a:ln>
        </p:spPr>
      </p:sp>
      <p:sp>
        <p:nvSpPr>
          <p:cNvPr id="35" name="02_MEASURED__observed_r0c8">
            <a:extLst xmlns:a="http://schemas.openxmlformats.org/drawingml/2006/main">
              <a:ext uri="{FF2B5EF4-FFF2-40B4-BE49-F238E27FC236}">
                <a16:creationId xmlns:a16="http://schemas.microsoft.com/office/drawing/2014/main" id="{2AB4215D-7DAB-40A0-AAAF-5B3736E06404}"/>
              </a:ext>
            </a:extLst>
          </p:cNvPr>
          <p:cNvSpPr>
            <a:spLocks xmlns:a="http://schemas.openxmlformats.org/drawingml/2006/main" noGrp="1"/>
          </p:cNvSpPr>
          <p:nvPr/>
        </p:nvSpPr>
        <p:spPr>
          <a:xfrm xmlns:a="http://schemas.openxmlformats.org/drawingml/2006/main" rot="0" flipH="0" flipV="0">
            <a:off x="4055745" y="2108835"/>
            <a:ext cx="198120" cy="198120"/>
          </a:xfrm>
          <a:prstGeom xmlns:a="http://schemas.openxmlformats.org/drawingml/2006/main" prst="rect">
            <a:avLst/>
          </a:prstGeom>
          <a:solidFill xmlns:a="http://schemas.openxmlformats.org/drawingml/2006/main">
            <a:srgbClr val="DFE8EE"/>
          </a:solidFill>
          <a:ln xmlns:a="http://schemas.openxmlformats.org/drawingml/2006/main" w="7620">
            <a:solidFill>
              <a:srgbClr val="FFFFFF"/>
            </a:solidFill>
          </a:ln>
        </p:spPr>
      </p:sp>
      <p:sp>
        <p:nvSpPr>
          <p:cNvPr id="36" name="02_MEASURED__observed_r0c9">
            <a:extLst xmlns:a="http://schemas.openxmlformats.org/drawingml/2006/main">
              <a:ext uri="{FF2B5EF4-FFF2-40B4-BE49-F238E27FC236}">
                <a16:creationId xmlns:a16="http://schemas.microsoft.com/office/drawing/2014/main" id="{5237E822-40AA-4E7B-8777-D7E987B3F75D}"/>
              </a:ext>
            </a:extLst>
          </p:cNvPr>
          <p:cNvSpPr>
            <a:spLocks xmlns:a="http://schemas.openxmlformats.org/drawingml/2006/main" noGrp="1"/>
          </p:cNvSpPr>
          <p:nvPr/>
        </p:nvSpPr>
        <p:spPr>
          <a:xfrm xmlns:a="http://schemas.openxmlformats.org/drawingml/2006/main" rot="0" flipH="0" flipV="0">
            <a:off x="4253865" y="2108835"/>
            <a:ext cx="198120" cy="198120"/>
          </a:xfrm>
          <a:prstGeom xmlns:a="http://schemas.openxmlformats.org/drawingml/2006/main" prst="rect">
            <a:avLst/>
          </a:prstGeom>
          <a:solidFill xmlns:a="http://schemas.openxmlformats.org/drawingml/2006/main">
            <a:srgbClr val="E1EAEF"/>
          </a:solidFill>
          <a:ln xmlns:a="http://schemas.openxmlformats.org/drawingml/2006/main" w="7620">
            <a:solidFill>
              <a:srgbClr val="FFFFFF"/>
            </a:solidFill>
          </a:ln>
        </p:spPr>
      </p:sp>
      <p:sp>
        <p:nvSpPr>
          <p:cNvPr id="37" name="02_MEASURED__observed_r1c0">
            <a:extLst xmlns:a="http://schemas.openxmlformats.org/drawingml/2006/main">
              <a:ext uri="{FF2B5EF4-FFF2-40B4-BE49-F238E27FC236}">
                <a16:creationId xmlns:a16="http://schemas.microsoft.com/office/drawing/2014/main" id="{0C369CD9-5602-4941-883F-C9EA054BE440}"/>
              </a:ext>
            </a:extLst>
          </p:cNvPr>
          <p:cNvSpPr>
            <a:spLocks xmlns:a="http://schemas.openxmlformats.org/drawingml/2006/main" noGrp="1"/>
          </p:cNvSpPr>
          <p:nvPr/>
        </p:nvSpPr>
        <p:spPr>
          <a:xfrm xmlns:a="http://schemas.openxmlformats.org/drawingml/2006/main" rot="0" flipH="0" flipV="0">
            <a:off x="2470785" y="2306955"/>
            <a:ext cx="198120" cy="198120"/>
          </a:xfrm>
          <a:prstGeom xmlns:a="http://schemas.openxmlformats.org/drawingml/2006/main" prst="rect">
            <a:avLst/>
          </a:prstGeom>
          <a:solidFill xmlns:a="http://schemas.openxmlformats.org/drawingml/2006/main">
            <a:srgbClr val="E3EBF0"/>
          </a:solidFill>
          <a:ln xmlns:a="http://schemas.openxmlformats.org/drawingml/2006/main" w="7620">
            <a:solidFill>
              <a:srgbClr val="FFFFFF"/>
            </a:solidFill>
          </a:ln>
        </p:spPr>
      </p:sp>
      <p:sp>
        <p:nvSpPr>
          <p:cNvPr id="38" name="02_MEASURED__observed_r1c1">
            <a:extLst xmlns:a="http://schemas.openxmlformats.org/drawingml/2006/main">
              <a:ext uri="{FF2B5EF4-FFF2-40B4-BE49-F238E27FC236}">
                <a16:creationId xmlns:a16="http://schemas.microsoft.com/office/drawing/2014/main" id="{9C294AE6-0D6D-41AA-9EDF-AA12BEFD2F37}"/>
              </a:ext>
            </a:extLst>
          </p:cNvPr>
          <p:cNvSpPr>
            <a:spLocks xmlns:a="http://schemas.openxmlformats.org/drawingml/2006/main" noGrp="1"/>
          </p:cNvSpPr>
          <p:nvPr/>
        </p:nvSpPr>
        <p:spPr>
          <a:xfrm xmlns:a="http://schemas.openxmlformats.org/drawingml/2006/main" rot="0" flipH="0" flipV="0">
            <a:off x="2668905" y="2306955"/>
            <a:ext cx="198120" cy="198120"/>
          </a:xfrm>
          <a:prstGeom xmlns:a="http://schemas.openxmlformats.org/drawingml/2006/main" prst="rect">
            <a:avLst/>
          </a:prstGeom>
          <a:solidFill xmlns:a="http://schemas.openxmlformats.org/drawingml/2006/main">
            <a:srgbClr val="E1E9EF"/>
          </a:solidFill>
          <a:ln xmlns:a="http://schemas.openxmlformats.org/drawingml/2006/main" w="7620">
            <a:solidFill>
              <a:srgbClr val="FFFFFF"/>
            </a:solidFill>
          </a:ln>
        </p:spPr>
      </p:sp>
      <p:sp>
        <p:nvSpPr>
          <p:cNvPr id="39" name="02_MEASURED__observed_r1c2">
            <a:extLst xmlns:a="http://schemas.openxmlformats.org/drawingml/2006/main">
              <a:ext uri="{FF2B5EF4-FFF2-40B4-BE49-F238E27FC236}">
                <a16:creationId xmlns:a16="http://schemas.microsoft.com/office/drawing/2014/main" id="{FFA41BDA-2B7A-4575-8E7C-1576AC28A05B}"/>
              </a:ext>
            </a:extLst>
          </p:cNvPr>
          <p:cNvSpPr>
            <a:spLocks xmlns:a="http://schemas.openxmlformats.org/drawingml/2006/main" noGrp="1"/>
          </p:cNvSpPr>
          <p:nvPr/>
        </p:nvSpPr>
        <p:spPr>
          <a:xfrm xmlns:a="http://schemas.openxmlformats.org/drawingml/2006/main" rot="0" flipH="0" flipV="0">
            <a:off x="2867025" y="2306955"/>
            <a:ext cx="198120" cy="198120"/>
          </a:xfrm>
          <a:prstGeom xmlns:a="http://schemas.openxmlformats.org/drawingml/2006/main" prst="rect">
            <a:avLst/>
          </a:prstGeom>
          <a:solidFill xmlns:a="http://schemas.openxmlformats.org/drawingml/2006/main">
            <a:srgbClr val="DCE6EC"/>
          </a:solidFill>
          <a:ln xmlns:a="http://schemas.openxmlformats.org/drawingml/2006/main" w="7620">
            <a:solidFill>
              <a:srgbClr val="FFFFFF"/>
            </a:solidFill>
          </a:ln>
        </p:spPr>
      </p:sp>
      <p:sp>
        <p:nvSpPr>
          <p:cNvPr id="40" name="02_MEASURED__observed_r1c3">
            <a:extLst xmlns:a="http://schemas.openxmlformats.org/drawingml/2006/main">
              <a:ext uri="{FF2B5EF4-FFF2-40B4-BE49-F238E27FC236}">
                <a16:creationId xmlns:a16="http://schemas.microsoft.com/office/drawing/2014/main" id="{C557EA9A-BA74-451A-A60C-F58D6E241CD8}"/>
              </a:ext>
            </a:extLst>
          </p:cNvPr>
          <p:cNvSpPr>
            <a:spLocks xmlns:a="http://schemas.openxmlformats.org/drawingml/2006/main" noGrp="1"/>
          </p:cNvSpPr>
          <p:nvPr/>
        </p:nvSpPr>
        <p:spPr>
          <a:xfrm xmlns:a="http://schemas.openxmlformats.org/drawingml/2006/main" rot="0" flipH="0" flipV="0">
            <a:off x="3065145" y="2306955"/>
            <a:ext cx="198120" cy="198120"/>
          </a:xfrm>
          <a:prstGeom xmlns:a="http://schemas.openxmlformats.org/drawingml/2006/main" prst="rect">
            <a:avLst/>
          </a:prstGeom>
          <a:solidFill xmlns:a="http://schemas.openxmlformats.org/drawingml/2006/main">
            <a:srgbClr val="D4E0E9"/>
          </a:solidFill>
          <a:ln xmlns:a="http://schemas.openxmlformats.org/drawingml/2006/main" w="7620">
            <a:solidFill>
              <a:srgbClr val="FFFFFF"/>
            </a:solidFill>
          </a:ln>
        </p:spPr>
      </p:sp>
      <p:sp>
        <p:nvSpPr>
          <p:cNvPr id="41" name="02_MEASURED__observed_r1c4">
            <a:extLst xmlns:a="http://schemas.openxmlformats.org/drawingml/2006/main">
              <a:ext uri="{FF2B5EF4-FFF2-40B4-BE49-F238E27FC236}">
                <a16:creationId xmlns:a16="http://schemas.microsoft.com/office/drawing/2014/main" id="{1CCFBE46-AB66-4E17-B611-01B5F461F025}"/>
              </a:ext>
            </a:extLst>
          </p:cNvPr>
          <p:cNvSpPr>
            <a:spLocks xmlns:a="http://schemas.openxmlformats.org/drawingml/2006/main" noGrp="1"/>
          </p:cNvSpPr>
          <p:nvPr/>
        </p:nvSpPr>
        <p:spPr>
          <a:xfrm xmlns:a="http://schemas.openxmlformats.org/drawingml/2006/main" rot="0" flipH="0" flipV="0">
            <a:off x="3263265" y="2306955"/>
            <a:ext cx="198120" cy="198120"/>
          </a:xfrm>
          <a:prstGeom xmlns:a="http://schemas.openxmlformats.org/drawingml/2006/main" prst="rect">
            <a:avLst/>
          </a:prstGeom>
          <a:solidFill xmlns:a="http://schemas.openxmlformats.org/drawingml/2006/main">
            <a:srgbClr val="606C73"/>
          </a:solidFill>
          <a:ln xmlns:a="http://schemas.openxmlformats.org/drawingml/2006/main" w="7620">
            <a:solidFill>
              <a:srgbClr val="FFFFFF"/>
            </a:solidFill>
          </a:ln>
        </p:spPr>
      </p:sp>
      <p:sp>
        <p:nvSpPr>
          <p:cNvPr id="42" name="02_MEASURED__observed_r1c5">
            <a:extLst xmlns:a="http://schemas.openxmlformats.org/drawingml/2006/main">
              <a:ext uri="{FF2B5EF4-FFF2-40B4-BE49-F238E27FC236}">
                <a16:creationId xmlns:a16="http://schemas.microsoft.com/office/drawing/2014/main" id="{72A384B9-FBC7-43B2-B6BE-FC96BA2D2D55}"/>
              </a:ext>
            </a:extLst>
          </p:cNvPr>
          <p:cNvSpPr>
            <a:spLocks xmlns:a="http://schemas.openxmlformats.org/drawingml/2006/main" noGrp="1"/>
          </p:cNvSpPr>
          <p:nvPr/>
        </p:nvSpPr>
        <p:spPr>
          <a:xfrm xmlns:a="http://schemas.openxmlformats.org/drawingml/2006/main" rot="0" flipH="0" flipV="0">
            <a:off x="3461385" y="2306955"/>
            <a:ext cx="198120" cy="198120"/>
          </a:xfrm>
          <a:prstGeom xmlns:a="http://schemas.openxmlformats.org/drawingml/2006/main" prst="rect">
            <a:avLst/>
          </a:prstGeom>
          <a:solidFill xmlns:a="http://schemas.openxmlformats.org/drawingml/2006/main">
            <a:srgbClr val="C3D4E0"/>
          </a:solidFill>
          <a:ln xmlns:a="http://schemas.openxmlformats.org/drawingml/2006/main" w="7620">
            <a:solidFill>
              <a:srgbClr val="FFFFFF"/>
            </a:solidFill>
          </a:ln>
        </p:spPr>
      </p:sp>
      <p:sp>
        <p:nvSpPr>
          <p:cNvPr id="43" name="02_MEASURED__observed_r1c6">
            <a:extLst xmlns:a="http://schemas.openxmlformats.org/drawingml/2006/main">
              <a:ext uri="{FF2B5EF4-FFF2-40B4-BE49-F238E27FC236}">
                <a16:creationId xmlns:a16="http://schemas.microsoft.com/office/drawing/2014/main" id="{62D3CC8F-3D17-40DD-A799-19E4E52B5165}"/>
              </a:ext>
            </a:extLst>
          </p:cNvPr>
          <p:cNvSpPr>
            <a:spLocks xmlns:a="http://schemas.openxmlformats.org/drawingml/2006/main" noGrp="1"/>
          </p:cNvSpPr>
          <p:nvPr/>
        </p:nvSpPr>
        <p:spPr>
          <a:xfrm xmlns:a="http://schemas.openxmlformats.org/drawingml/2006/main" rot="0" flipH="0" flipV="0">
            <a:off x="3659505" y="2306955"/>
            <a:ext cx="198120" cy="198120"/>
          </a:xfrm>
          <a:prstGeom xmlns:a="http://schemas.openxmlformats.org/drawingml/2006/main" prst="rect">
            <a:avLst/>
          </a:prstGeom>
          <a:solidFill xmlns:a="http://schemas.openxmlformats.org/drawingml/2006/main">
            <a:srgbClr val="C1D3DF"/>
          </a:solidFill>
          <a:ln xmlns:a="http://schemas.openxmlformats.org/drawingml/2006/main" w="7620">
            <a:solidFill>
              <a:srgbClr val="FFFFFF"/>
            </a:solidFill>
          </a:ln>
        </p:spPr>
      </p:sp>
      <p:sp>
        <p:nvSpPr>
          <p:cNvPr id="44" name="02_MEASURED__observed_r1c7">
            <a:extLst xmlns:a="http://schemas.openxmlformats.org/drawingml/2006/main">
              <a:ext uri="{FF2B5EF4-FFF2-40B4-BE49-F238E27FC236}">
                <a16:creationId xmlns:a16="http://schemas.microsoft.com/office/drawing/2014/main" id="{F18FCEDD-0DE1-49ED-9BF5-9F46B1C8EE8A}"/>
              </a:ext>
            </a:extLst>
          </p:cNvPr>
          <p:cNvSpPr>
            <a:spLocks xmlns:a="http://schemas.openxmlformats.org/drawingml/2006/main" noGrp="1"/>
          </p:cNvSpPr>
          <p:nvPr/>
        </p:nvSpPr>
        <p:spPr>
          <a:xfrm xmlns:a="http://schemas.openxmlformats.org/drawingml/2006/main" rot="0" flipH="0" flipV="0">
            <a:off x="3857625" y="2306955"/>
            <a:ext cx="198120" cy="198120"/>
          </a:xfrm>
          <a:prstGeom xmlns:a="http://schemas.openxmlformats.org/drawingml/2006/main" prst="rect">
            <a:avLst/>
          </a:prstGeom>
          <a:solidFill xmlns:a="http://schemas.openxmlformats.org/drawingml/2006/main">
            <a:srgbClr val="C5D6E1"/>
          </a:solidFill>
          <a:ln xmlns:a="http://schemas.openxmlformats.org/drawingml/2006/main" w="7620">
            <a:solidFill>
              <a:srgbClr val="FFFFFF"/>
            </a:solidFill>
          </a:ln>
        </p:spPr>
      </p:sp>
      <p:sp>
        <p:nvSpPr>
          <p:cNvPr id="45" name="02_MEASURED__observed_r1c8">
            <a:extLst xmlns:a="http://schemas.openxmlformats.org/drawingml/2006/main">
              <a:ext uri="{FF2B5EF4-FFF2-40B4-BE49-F238E27FC236}">
                <a16:creationId xmlns:a16="http://schemas.microsoft.com/office/drawing/2014/main" id="{3579F7F4-D55B-4593-9710-6AFE40F6338F}"/>
              </a:ext>
            </a:extLst>
          </p:cNvPr>
          <p:cNvSpPr>
            <a:spLocks xmlns:a="http://schemas.openxmlformats.org/drawingml/2006/main" noGrp="1"/>
          </p:cNvSpPr>
          <p:nvPr/>
        </p:nvSpPr>
        <p:spPr>
          <a:xfrm xmlns:a="http://schemas.openxmlformats.org/drawingml/2006/main" rot="0" flipH="0" flipV="0">
            <a:off x="4055745" y="2306955"/>
            <a:ext cx="198120" cy="198120"/>
          </a:xfrm>
          <a:prstGeom xmlns:a="http://schemas.openxmlformats.org/drawingml/2006/main" prst="rect">
            <a:avLst/>
          </a:prstGeom>
          <a:solidFill xmlns:a="http://schemas.openxmlformats.org/drawingml/2006/main">
            <a:srgbClr val="CEDCE6"/>
          </a:solidFill>
          <a:ln xmlns:a="http://schemas.openxmlformats.org/drawingml/2006/main" w="7620">
            <a:solidFill>
              <a:srgbClr val="FFFFFF"/>
            </a:solidFill>
          </a:ln>
        </p:spPr>
      </p:sp>
      <p:sp>
        <p:nvSpPr>
          <p:cNvPr id="46" name="02_MEASURED__observed_r1c9">
            <a:extLst xmlns:a="http://schemas.openxmlformats.org/drawingml/2006/main">
              <a:ext uri="{FF2B5EF4-FFF2-40B4-BE49-F238E27FC236}">
                <a16:creationId xmlns:a16="http://schemas.microsoft.com/office/drawing/2014/main" id="{766430E2-7D69-4C98-B58F-F67E0E0339E0}"/>
              </a:ext>
            </a:extLst>
          </p:cNvPr>
          <p:cNvSpPr>
            <a:spLocks xmlns:a="http://schemas.openxmlformats.org/drawingml/2006/main" noGrp="1"/>
          </p:cNvSpPr>
          <p:nvPr/>
        </p:nvSpPr>
        <p:spPr>
          <a:xfrm xmlns:a="http://schemas.openxmlformats.org/drawingml/2006/main" rot="0" flipH="0" flipV="0">
            <a:off x="4253865" y="2306955"/>
            <a:ext cx="198120" cy="198120"/>
          </a:xfrm>
          <a:prstGeom xmlns:a="http://schemas.openxmlformats.org/drawingml/2006/main" prst="rect">
            <a:avLst/>
          </a:prstGeom>
          <a:solidFill xmlns:a="http://schemas.openxmlformats.org/drawingml/2006/main">
            <a:srgbClr val="D7E3EA"/>
          </a:solidFill>
          <a:ln xmlns:a="http://schemas.openxmlformats.org/drawingml/2006/main" w="7620">
            <a:solidFill>
              <a:srgbClr val="FFFFFF"/>
            </a:solidFill>
          </a:ln>
        </p:spPr>
      </p:sp>
      <p:sp>
        <p:nvSpPr>
          <p:cNvPr id="47" name="02_MEASURED__observed_r2c0">
            <a:extLst xmlns:a="http://schemas.openxmlformats.org/drawingml/2006/main">
              <a:ext uri="{FF2B5EF4-FFF2-40B4-BE49-F238E27FC236}">
                <a16:creationId xmlns:a16="http://schemas.microsoft.com/office/drawing/2014/main" id="{3C6EF672-6C1F-423F-B9A7-FD1D4DC58CD1}"/>
              </a:ext>
            </a:extLst>
          </p:cNvPr>
          <p:cNvSpPr>
            <a:spLocks xmlns:a="http://schemas.openxmlformats.org/drawingml/2006/main" noGrp="1"/>
          </p:cNvSpPr>
          <p:nvPr/>
        </p:nvSpPr>
        <p:spPr>
          <a:xfrm xmlns:a="http://schemas.openxmlformats.org/drawingml/2006/main" rot="0" flipH="0" flipV="0">
            <a:off x="2470785" y="2505075"/>
            <a:ext cx="198120" cy="198120"/>
          </a:xfrm>
          <a:prstGeom xmlns:a="http://schemas.openxmlformats.org/drawingml/2006/main" prst="rect">
            <a:avLst/>
          </a:prstGeom>
          <a:solidFill xmlns:a="http://schemas.openxmlformats.org/drawingml/2006/main">
            <a:srgbClr val="E1EAEF"/>
          </a:solidFill>
          <a:ln xmlns:a="http://schemas.openxmlformats.org/drawingml/2006/main" w="7620">
            <a:solidFill>
              <a:srgbClr val="FFFFFF"/>
            </a:solidFill>
          </a:ln>
        </p:spPr>
      </p:sp>
      <p:sp>
        <p:nvSpPr>
          <p:cNvPr id="48" name="02_MEASURED__observed_r2c1">
            <a:extLst xmlns:a="http://schemas.openxmlformats.org/drawingml/2006/main">
              <a:ext uri="{FF2B5EF4-FFF2-40B4-BE49-F238E27FC236}">
                <a16:creationId xmlns:a16="http://schemas.microsoft.com/office/drawing/2014/main" id="{F209D8E0-6A6A-496B-A24E-CCE99ABCECFD}"/>
              </a:ext>
            </a:extLst>
          </p:cNvPr>
          <p:cNvSpPr>
            <a:spLocks xmlns:a="http://schemas.openxmlformats.org/drawingml/2006/main" noGrp="1"/>
          </p:cNvSpPr>
          <p:nvPr/>
        </p:nvSpPr>
        <p:spPr>
          <a:xfrm xmlns:a="http://schemas.openxmlformats.org/drawingml/2006/main" rot="0" flipH="0" flipV="0">
            <a:off x="2668905" y="2505075"/>
            <a:ext cx="198120" cy="198120"/>
          </a:xfrm>
          <a:prstGeom xmlns:a="http://schemas.openxmlformats.org/drawingml/2006/main" prst="rect">
            <a:avLst/>
          </a:prstGeom>
          <a:solidFill xmlns:a="http://schemas.openxmlformats.org/drawingml/2006/main">
            <a:srgbClr val="DBE5EC"/>
          </a:solidFill>
          <a:ln xmlns:a="http://schemas.openxmlformats.org/drawingml/2006/main" w="7620">
            <a:solidFill>
              <a:srgbClr val="FFFFFF"/>
            </a:solidFill>
          </a:ln>
        </p:spPr>
      </p:sp>
      <p:sp>
        <p:nvSpPr>
          <p:cNvPr id="49" name="02_MEASURED__observed_r2c2">
            <a:extLst xmlns:a="http://schemas.openxmlformats.org/drawingml/2006/main">
              <a:ext uri="{FF2B5EF4-FFF2-40B4-BE49-F238E27FC236}">
                <a16:creationId xmlns:a16="http://schemas.microsoft.com/office/drawing/2014/main" id="{A6687CD5-41AD-4FBA-B50C-57A55AE3384F}"/>
              </a:ext>
            </a:extLst>
          </p:cNvPr>
          <p:cNvSpPr>
            <a:spLocks xmlns:a="http://schemas.openxmlformats.org/drawingml/2006/main" noGrp="1"/>
          </p:cNvSpPr>
          <p:nvPr/>
        </p:nvSpPr>
        <p:spPr>
          <a:xfrm xmlns:a="http://schemas.openxmlformats.org/drawingml/2006/main" rot="0" flipH="0" flipV="0">
            <a:off x="2867025" y="2505075"/>
            <a:ext cx="198120" cy="198120"/>
          </a:xfrm>
          <a:prstGeom xmlns:a="http://schemas.openxmlformats.org/drawingml/2006/main" prst="rect">
            <a:avLst/>
          </a:prstGeom>
          <a:solidFill xmlns:a="http://schemas.openxmlformats.org/drawingml/2006/main">
            <a:srgbClr val="CEDCE6"/>
          </a:solidFill>
          <a:ln xmlns:a="http://schemas.openxmlformats.org/drawingml/2006/main" w="7620">
            <a:solidFill>
              <a:srgbClr val="FFFFFF"/>
            </a:solidFill>
          </a:ln>
        </p:spPr>
      </p:sp>
      <p:sp>
        <p:nvSpPr>
          <p:cNvPr id="50" name="02_MEASURED__observed_r2c3">
            <a:extLst xmlns:a="http://schemas.openxmlformats.org/drawingml/2006/main">
              <a:ext uri="{FF2B5EF4-FFF2-40B4-BE49-F238E27FC236}">
                <a16:creationId xmlns:a16="http://schemas.microsoft.com/office/drawing/2014/main" id="{F674242B-5854-4BB5-B820-2F93998C8DC6}"/>
              </a:ext>
            </a:extLst>
          </p:cNvPr>
          <p:cNvSpPr>
            <a:spLocks xmlns:a="http://schemas.openxmlformats.org/drawingml/2006/main" noGrp="1"/>
          </p:cNvSpPr>
          <p:nvPr/>
        </p:nvSpPr>
        <p:spPr>
          <a:xfrm xmlns:a="http://schemas.openxmlformats.org/drawingml/2006/main" rot="0" flipH="0" flipV="0">
            <a:off x="3065145" y="2505075"/>
            <a:ext cx="198120" cy="198120"/>
          </a:xfrm>
          <a:prstGeom xmlns:a="http://schemas.openxmlformats.org/drawingml/2006/main" prst="rect">
            <a:avLst/>
          </a:prstGeom>
          <a:solidFill xmlns:a="http://schemas.openxmlformats.org/drawingml/2006/main">
            <a:srgbClr val="B9CDDC"/>
          </a:solidFill>
          <a:ln xmlns:a="http://schemas.openxmlformats.org/drawingml/2006/main" w="7620">
            <a:solidFill>
              <a:srgbClr val="FFFFFF"/>
            </a:solidFill>
          </a:ln>
        </p:spPr>
      </p:sp>
      <p:sp>
        <p:nvSpPr>
          <p:cNvPr id="51" name="02_MEASURED__observed_r2c4">
            <a:extLst xmlns:a="http://schemas.openxmlformats.org/drawingml/2006/main">
              <a:ext uri="{FF2B5EF4-FFF2-40B4-BE49-F238E27FC236}">
                <a16:creationId xmlns:a16="http://schemas.microsoft.com/office/drawing/2014/main" id="{DBBA1238-9078-49DD-8C3A-0772B8218B54}"/>
              </a:ext>
            </a:extLst>
          </p:cNvPr>
          <p:cNvSpPr>
            <a:spLocks xmlns:a="http://schemas.openxmlformats.org/drawingml/2006/main" noGrp="1"/>
          </p:cNvSpPr>
          <p:nvPr/>
        </p:nvSpPr>
        <p:spPr>
          <a:xfrm xmlns:a="http://schemas.openxmlformats.org/drawingml/2006/main" rot="0" flipH="0" flipV="0">
            <a:off x="3263265" y="2505075"/>
            <a:ext cx="198120" cy="198120"/>
          </a:xfrm>
          <a:prstGeom xmlns:a="http://schemas.openxmlformats.org/drawingml/2006/main" prst="rect">
            <a:avLst/>
          </a:prstGeom>
          <a:solidFill xmlns:a="http://schemas.openxmlformats.org/drawingml/2006/main">
            <a:srgbClr val="606C73"/>
          </a:solidFill>
          <a:ln xmlns:a="http://schemas.openxmlformats.org/drawingml/2006/main" w="7620">
            <a:solidFill>
              <a:srgbClr val="FFFFFF"/>
            </a:solidFill>
          </a:ln>
        </p:spPr>
      </p:sp>
      <p:sp>
        <p:nvSpPr>
          <p:cNvPr id="52" name="02_MEASURED__observed_r2c5">
            <a:extLst xmlns:a="http://schemas.openxmlformats.org/drawingml/2006/main">
              <a:ext uri="{FF2B5EF4-FFF2-40B4-BE49-F238E27FC236}">
                <a16:creationId xmlns:a16="http://schemas.microsoft.com/office/drawing/2014/main" id="{E65ACAC0-6D5A-4083-968D-0A646C90B02D}"/>
              </a:ext>
            </a:extLst>
          </p:cNvPr>
          <p:cNvSpPr>
            <a:spLocks xmlns:a="http://schemas.openxmlformats.org/drawingml/2006/main" noGrp="1"/>
          </p:cNvSpPr>
          <p:nvPr/>
        </p:nvSpPr>
        <p:spPr>
          <a:xfrm xmlns:a="http://schemas.openxmlformats.org/drawingml/2006/main" rot="0" flipH="0" flipV="0">
            <a:off x="3461385" y="2505075"/>
            <a:ext cx="198120" cy="198120"/>
          </a:xfrm>
          <a:prstGeom xmlns:a="http://schemas.openxmlformats.org/drawingml/2006/main" prst="rect">
            <a:avLst/>
          </a:prstGeom>
          <a:solidFill xmlns:a="http://schemas.openxmlformats.org/drawingml/2006/main">
            <a:srgbClr val="8CADC6"/>
          </a:solidFill>
          <a:ln xmlns:a="http://schemas.openxmlformats.org/drawingml/2006/main" w="7620">
            <a:solidFill>
              <a:srgbClr val="FFFFFF"/>
            </a:solidFill>
          </a:ln>
        </p:spPr>
      </p:sp>
      <p:sp>
        <p:nvSpPr>
          <p:cNvPr id="53" name="02_MEASURED__observed_r2c6">
            <a:extLst xmlns:a="http://schemas.openxmlformats.org/drawingml/2006/main">
              <a:ext uri="{FF2B5EF4-FFF2-40B4-BE49-F238E27FC236}">
                <a16:creationId xmlns:a16="http://schemas.microsoft.com/office/drawing/2014/main" id="{BD760102-5809-4AEA-83FE-0F06E8A749AC}"/>
              </a:ext>
            </a:extLst>
          </p:cNvPr>
          <p:cNvSpPr>
            <a:spLocks xmlns:a="http://schemas.openxmlformats.org/drawingml/2006/main" noGrp="1"/>
          </p:cNvSpPr>
          <p:nvPr/>
        </p:nvSpPr>
        <p:spPr>
          <a:xfrm xmlns:a="http://schemas.openxmlformats.org/drawingml/2006/main" rot="0" flipH="0" flipV="0">
            <a:off x="3659505" y="2505075"/>
            <a:ext cx="198120" cy="198120"/>
          </a:xfrm>
          <a:prstGeom xmlns:a="http://schemas.openxmlformats.org/drawingml/2006/main" prst="rect">
            <a:avLst/>
          </a:prstGeom>
          <a:solidFill xmlns:a="http://schemas.openxmlformats.org/drawingml/2006/main">
            <a:srgbClr val="87A9C3"/>
          </a:solidFill>
          <a:ln xmlns:a="http://schemas.openxmlformats.org/drawingml/2006/main" w="7620">
            <a:solidFill>
              <a:srgbClr val="FFFFFF"/>
            </a:solidFill>
          </a:ln>
        </p:spPr>
      </p:sp>
      <p:sp>
        <p:nvSpPr>
          <p:cNvPr id="54" name="02_MEASURED__observed_r2c7">
            <a:extLst xmlns:a="http://schemas.openxmlformats.org/drawingml/2006/main">
              <a:ext uri="{FF2B5EF4-FFF2-40B4-BE49-F238E27FC236}">
                <a16:creationId xmlns:a16="http://schemas.microsoft.com/office/drawing/2014/main" id="{101B08A4-0932-47F4-8193-E88913BAC08F}"/>
              </a:ext>
            </a:extLst>
          </p:cNvPr>
          <p:cNvSpPr>
            <a:spLocks xmlns:a="http://schemas.openxmlformats.org/drawingml/2006/main" noGrp="1"/>
          </p:cNvSpPr>
          <p:nvPr/>
        </p:nvSpPr>
        <p:spPr>
          <a:xfrm xmlns:a="http://schemas.openxmlformats.org/drawingml/2006/main" rot="0" flipH="0" flipV="0">
            <a:off x="3857625" y="2505075"/>
            <a:ext cx="198120" cy="198120"/>
          </a:xfrm>
          <a:prstGeom xmlns:a="http://schemas.openxmlformats.org/drawingml/2006/main" prst="rect">
            <a:avLst/>
          </a:prstGeom>
          <a:solidFill xmlns:a="http://schemas.openxmlformats.org/drawingml/2006/main">
            <a:srgbClr val="93B2C9"/>
          </a:solidFill>
          <a:ln xmlns:a="http://schemas.openxmlformats.org/drawingml/2006/main" w="7620">
            <a:solidFill>
              <a:srgbClr val="FFFFFF"/>
            </a:solidFill>
          </a:ln>
        </p:spPr>
      </p:sp>
      <p:sp>
        <p:nvSpPr>
          <p:cNvPr id="55" name="02_MEASURED__observed_r2c8">
            <a:extLst xmlns:a="http://schemas.openxmlformats.org/drawingml/2006/main">
              <a:ext uri="{FF2B5EF4-FFF2-40B4-BE49-F238E27FC236}">
                <a16:creationId xmlns:a16="http://schemas.microsoft.com/office/drawing/2014/main" id="{17E60216-111A-4725-80E9-853B3A9AEE51}"/>
              </a:ext>
            </a:extLst>
          </p:cNvPr>
          <p:cNvSpPr>
            <a:spLocks xmlns:a="http://schemas.openxmlformats.org/drawingml/2006/main" noGrp="1"/>
          </p:cNvSpPr>
          <p:nvPr/>
        </p:nvSpPr>
        <p:spPr>
          <a:xfrm xmlns:a="http://schemas.openxmlformats.org/drawingml/2006/main" rot="0" flipH="0" flipV="0">
            <a:off x="4055745" y="2505075"/>
            <a:ext cx="198120" cy="198120"/>
          </a:xfrm>
          <a:prstGeom xmlns:a="http://schemas.openxmlformats.org/drawingml/2006/main" prst="rect">
            <a:avLst/>
          </a:prstGeom>
          <a:solidFill xmlns:a="http://schemas.openxmlformats.org/drawingml/2006/main">
            <a:srgbClr val="AAC3D4"/>
          </a:solidFill>
          <a:ln xmlns:a="http://schemas.openxmlformats.org/drawingml/2006/main" w="7620">
            <a:solidFill>
              <a:srgbClr val="FFFFFF"/>
            </a:solidFill>
          </a:ln>
        </p:spPr>
      </p:sp>
      <p:sp>
        <p:nvSpPr>
          <p:cNvPr id="56" name="02_MEASURED__observed_r2c9">
            <a:extLst xmlns:a="http://schemas.openxmlformats.org/drawingml/2006/main">
              <a:ext uri="{FF2B5EF4-FFF2-40B4-BE49-F238E27FC236}">
                <a16:creationId xmlns:a16="http://schemas.microsoft.com/office/drawing/2014/main" id="{60EFDBF8-AD44-4B44-9CA6-9CC6C470822D}"/>
              </a:ext>
            </a:extLst>
          </p:cNvPr>
          <p:cNvSpPr>
            <a:spLocks xmlns:a="http://schemas.openxmlformats.org/drawingml/2006/main" noGrp="1"/>
          </p:cNvSpPr>
          <p:nvPr/>
        </p:nvSpPr>
        <p:spPr>
          <a:xfrm xmlns:a="http://schemas.openxmlformats.org/drawingml/2006/main" rot="0" flipH="0" flipV="0">
            <a:off x="4253865" y="2505075"/>
            <a:ext cx="198120" cy="198120"/>
          </a:xfrm>
          <a:prstGeom xmlns:a="http://schemas.openxmlformats.org/drawingml/2006/main" prst="rect">
            <a:avLst/>
          </a:prstGeom>
          <a:solidFill xmlns:a="http://schemas.openxmlformats.org/drawingml/2006/main">
            <a:srgbClr val="C2D4E0"/>
          </a:solidFill>
          <a:ln xmlns:a="http://schemas.openxmlformats.org/drawingml/2006/main" w="7620">
            <a:solidFill>
              <a:srgbClr val="FFFFFF"/>
            </a:solidFill>
          </a:ln>
        </p:spPr>
      </p:sp>
      <p:sp>
        <p:nvSpPr>
          <p:cNvPr id="57" name="02_MEASURED__observed_r3c0">
            <a:extLst xmlns:a="http://schemas.openxmlformats.org/drawingml/2006/main">
              <a:ext uri="{FF2B5EF4-FFF2-40B4-BE49-F238E27FC236}">
                <a16:creationId xmlns:a16="http://schemas.microsoft.com/office/drawing/2014/main" id="{6D13B590-4318-4466-94B2-9A6CD2EB7D34}"/>
              </a:ext>
            </a:extLst>
          </p:cNvPr>
          <p:cNvSpPr>
            <a:spLocks xmlns:a="http://schemas.openxmlformats.org/drawingml/2006/main" noGrp="1"/>
          </p:cNvSpPr>
          <p:nvPr/>
        </p:nvSpPr>
        <p:spPr>
          <a:xfrm xmlns:a="http://schemas.openxmlformats.org/drawingml/2006/main" rot="0" flipH="0" flipV="0">
            <a:off x="2470785" y="2703195"/>
            <a:ext cx="198120" cy="198120"/>
          </a:xfrm>
          <a:prstGeom xmlns:a="http://schemas.openxmlformats.org/drawingml/2006/main" prst="rect">
            <a:avLst/>
          </a:prstGeom>
          <a:solidFill xmlns:a="http://schemas.openxmlformats.org/drawingml/2006/main">
            <a:srgbClr val="DFE8EE"/>
          </a:solidFill>
          <a:ln xmlns:a="http://schemas.openxmlformats.org/drawingml/2006/main" w="7620">
            <a:solidFill>
              <a:srgbClr val="FFFFFF"/>
            </a:solidFill>
          </a:ln>
        </p:spPr>
      </p:sp>
      <p:sp>
        <p:nvSpPr>
          <p:cNvPr id="58" name="02_MEASURED__observed_r3c1">
            <a:extLst xmlns:a="http://schemas.openxmlformats.org/drawingml/2006/main">
              <a:ext uri="{FF2B5EF4-FFF2-40B4-BE49-F238E27FC236}">
                <a16:creationId xmlns:a16="http://schemas.microsoft.com/office/drawing/2014/main" id="{0397FA1C-0DE3-4B2E-A036-21332D472CB2}"/>
              </a:ext>
            </a:extLst>
          </p:cNvPr>
          <p:cNvSpPr>
            <a:spLocks xmlns:a="http://schemas.openxmlformats.org/drawingml/2006/main" noGrp="1"/>
          </p:cNvSpPr>
          <p:nvPr/>
        </p:nvSpPr>
        <p:spPr>
          <a:xfrm xmlns:a="http://schemas.openxmlformats.org/drawingml/2006/main" rot="0" flipH="0" flipV="0">
            <a:off x="2668905" y="2703195"/>
            <a:ext cx="198120" cy="198120"/>
          </a:xfrm>
          <a:prstGeom xmlns:a="http://schemas.openxmlformats.org/drawingml/2006/main" prst="rect">
            <a:avLst/>
          </a:prstGeom>
          <a:solidFill xmlns:a="http://schemas.openxmlformats.org/drawingml/2006/main">
            <a:srgbClr val="D6E2E9"/>
          </a:solidFill>
          <a:ln xmlns:a="http://schemas.openxmlformats.org/drawingml/2006/main" w="7620">
            <a:solidFill>
              <a:srgbClr val="FFFFFF"/>
            </a:solidFill>
          </a:ln>
        </p:spPr>
      </p:sp>
      <p:sp>
        <p:nvSpPr>
          <p:cNvPr id="59" name="02_MEASURED__observed_r3c2">
            <a:extLst xmlns:a="http://schemas.openxmlformats.org/drawingml/2006/main">
              <a:ext uri="{FF2B5EF4-FFF2-40B4-BE49-F238E27FC236}">
                <a16:creationId xmlns:a16="http://schemas.microsoft.com/office/drawing/2014/main" id="{A1177738-F087-4E94-9105-8DFB9DA26C8B}"/>
              </a:ext>
            </a:extLst>
          </p:cNvPr>
          <p:cNvSpPr>
            <a:spLocks xmlns:a="http://schemas.openxmlformats.org/drawingml/2006/main" noGrp="1"/>
          </p:cNvSpPr>
          <p:nvPr/>
        </p:nvSpPr>
        <p:spPr>
          <a:xfrm xmlns:a="http://schemas.openxmlformats.org/drawingml/2006/main" rot="0" flipH="0" flipV="0">
            <a:off x="2867025" y="2703195"/>
            <a:ext cx="198120" cy="198120"/>
          </a:xfrm>
          <a:prstGeom xmlns:a="http://schemas.openxmlformats.org/drawingml/2006/main" prst="rect">
            <a:avLst/>
          </a:prstGeom>
          <a:solidFill xmlns:a="http://schemas.openxmlformats.org/drawingml/2006/main">
            <a:srgbClr val="C2D4E0"/>
          </a:solidFill>
          <a:ln xmlns:a="http://schemas.openxmlformats.org/drawingml/2006/main" w="7620">
            <a:solidFill>
              <a:srgbClr val="FFFFFF"/>
            </a:solidFill>
          </a:ln>
        </p:spPr>
      </p:sp>
      <p:sp>
        <p:nvSpPr>
          <p:cNvPr id="60" name="02_MEASURED__observed_r3c3">
            <a:extLst xmlns:a="http://schemas.openxmlformats.org/drawingml/2006/main">
              <a:ext uri="{FF2B5EF4-FFF2-40B4-BE49-F238E27FC236}">
                <a16:creationId xmlns:a16="http://schemas.microsoft.com/office/drawing/2014/main" id="{11D8A29D-2220-417F-9930-2CA1AE9123D9}"/>
              </a:ext>
            </a:extLst>
          </p:cNvPr>
          <p:cNvSpPr>
            <a:spLocks xmlns:a="http://schemas.openxmlformats.org/drawingml/2006/main" noGrp="1"/>
          </p:cNvSpPr>
          <p:nvPr/>
        </p:nvSpPr>
        <p:spPr>
          <a:xfrm xmlns:a="http://schemas.openxmlformats.org/drawingml/2006/main" rot="0" flipH="0" flipV="0">
            <a:off x="3065145" y="2703195"/>
            <a:ext cx="198120" cy="198120"/>
          </a:xfrm>
          <a:prstGeom xmlns:a="http://schemas.openxmlformats.org/drawingml/2006/main" prst="rect">
            <a:avLst/>
          </a:prstGeom>
          <a:solidFill xmlns:a="http://schemas.openxmlformats.org/drawingml/2006/main">
            <a:srgbClr val="A2BDD0"/>
          </a:solidFill>
          <a:ln xmlns:a="http://schemas.openxmlformats.org/drawingml/2006/main" w="7620">
            <a:solidFill>
              <a:srgbClr val="FFFFFF"/>
            </a:solidFill>
          </a:ln>
        </p:spPr>
      </p:sp>
      <p:sp>
        <p:nvSpPr>
          <p:cNvPr id="61" name="02_MEASURED__observed_r3c4">
            <a:extLst xmlns:a="http://schemas.openxmlformats.org/drawingml/2006/main">
              <a:ext uri="{FF2B5EF4-FFF2-40B4-BE49-F238E27FC236}">
                <a16:creationId xmlns:a16="http://schemas.microsoft.com/office/drawing/2014/main" id="{04F1738E-4CD3-43F0-8149-64806DF13565}"/>
              </a:ext>
            </a:extLst>
          </p:cNvPr>
          <p:cNvSpPr>
            <a:spLocks xmlns:a="http://schemas.openxmlformats.org/drawingml/2006/main" noGrp="1"/>
          </p:cNvSpPr>
          <p:nvPr/>
        </p:nvSpPr>
        <p:spPr>
          <a:xfrm xmlns:a="http://schemas.openxmlformats.org/drawingml/2006/main" rot="0" flipH="0" flipV="0">
            <a:off x="3263265" y="2703195"/>
            <a:ext cx="198120" cy="198120"/>
          </a:xfrm>
          <a:prstGeom xmlns:a="http://schemas.openxmlformats.org/drawingml/2006/main" prst="rect">
            <a:avLst/>
          </a:prstGeom>
          <a:solidFill xmlns:a="http://schemas.openxmlformats.org/drawingml/2006/main">
            <a:srgbClr val="7BA1BE"/>
          </a:solidFill>
          <a:ln xmlns:a="http://schemas.openxmlformats.org/drawingml/2006/main" w="7620">
            <a:solidFill>
              <a:srgbClr val="FFFFFF"/>
            </a:solidFill>
          </a:ln>
        </p:spPr>
      </p:sp>
      <p:sp>
        <p:nvSpPr>
          <p:cNvPr id="62" name="02_MEASURED__observed_r3c5">
            <a:extLst xmlns:a="http://schemas.openxmlformats.org/drawingml/2006/main">
              <a:ext uri="{FF2B5EF4-FFF2-40B4-BE49-F238E27FC236}">
                <a16:creationId xmlns:a16="http://schemas.microsoft.com/office/drawing/2014/main" id="{E19BCACE-BE68-4A46-A45F-BA0C641107EE}"/>
              </a:ext>
            </a:extLst>
          </p:cNvPr>
          <p:cNvSpPr>
            <a:spLocks xmlns:a="http://schemas.openxmlformats.org/drawingml/2006/main" noGrp="1"/>
          </p:cNvSpPr>
          <p:nvPr/>
        </p:nvSpPr>
        <p:spPr>
          <a:xfrm xmlns:a="http://schemas.openxmlformats.org/drawingml/2006/main" rot="0" flipH="0" flipV="0">
            <a:off x="3461385" y="2703195"/>
            <a:ext cx="198120" cy="198120"/>
          </a:xfrm>
          <a:prstGeom xmlns:a="http://schemas.openxmlformats.org/drawingml/2006/main" prst="rect">
            <a:avLst/>
          </a:prstGeom>
          <a:solidFill xmlns:a="http://schemas.openxmlformats.org/drawingml/2006/main">
            <a:srgbClr val="5C8BAE"/>
          </a:solidFill>
          <a:ln xmlns:a="http://schemas.openxmlformats.org/drawingml/2006/main" w="7620">
            <a:solidFill>
              <a:srgbClr val="FFFFFF"/>
            </a:solidFill>
          </a:ln>
        </p:spPr>
      </p:sp>
      <p:sp>
        <p:nvSpPr>
          <p:cNvPr id="63" name="02_MEASURED__observed_r3c6">
            <a:extLst xmlns:a="http://schemas.openxmlformats.org/drawingml/2006/main">
              <a:ext uri="{FF2B5EF4-FFF2-40B4-BE49-F238E27FC236}">
                <a16:creationId xmlns:a16="http://schemas.microsoft.com/office/drawing/2014/main" id="{9A8B7207-5F2E-4E9A-8701-4390766F3518}"/>
              </a:ext>
            </a:extLst>
          </p:cNvPr>
          <p:cNvSpPr>
            <a:spLocks xmlns:a="http://schemas.openxmlformats.org/drawingml/2006/main" noGrp="1"/>
          </p:cNvSpPr>
          <p:nvPr/>
        </p:nvSpPr>
        <p:spPr>
          <a:xfrm xmlns:a="http://schemas.openxmlformats.org/drawingml/2006/main" rot="0" flipH="0" flipV="0">
            <a:off x="3659505" y="2703195"/>
            <a:ext cx="198120" cy="198120"/>
          </a:xfrm>
          <a:prstGeom xmlns:a="http://schemas.openxmlformats.org/drawingml/2006/main" prst="rect">
            <a:avLst/>
          </a:prstGeom>
          <a:solidFill xmlns:a="http://schemas.openxmlformats.org/drawingml/2006/main">
            <a:srgbClr val="5485AA"/>
          </a:solidFill>
          <a:ln xmlns:a="http://schemas.openxmlformats.org/drawingml/2006/main" w="7620">
            <a:solidFill>
              <a:srgbClr val="FFFFFF"/>
            </a:solidFill>
          </a:ln>
        </p:spPr>
      </p:sp>
      <p:sp>
        <p:nvSpPr>
          <p:cNvPr id="64" name="02_MEASURED__observed_r3c7">
            <a:extLst xmlns:a="http://schemas.openxmlformats.org/drawingml/2006/main">
              <a:ext uri="{FF2B5EF4-FFF2-40B4-BE49-F238E27FC236}">
                <a16:creationId xmlns:a16="http://schemas.microsoft.com/office/drawing/2014/main" id="{CC964B81-BC0E-465B-92CB-262D9A073981}"/>
              </a:ext>
            </a:extLst>
          </p:cNvPr>
          <p:cNvSpPr>
            <a:spLocks xmlns:a="http://schemas.openxmlformats.org/drawingml/2006/main" noGrp="1"/>
          </p:cNvSpPr>
          <p:nvPr/>
        </p:nvSpPr>
        <p:spPr>
          <a:xfrm xmlns:a="http://schemas.openxmlformats.org/drawingml/2006/main" rot="0" flipH="0" flipV="0">
            <a:off x="3857625" y="2703195"/>
            <a:ext cx="198120" cy="198120"/>
          </a:xfrm>
          <a:prstGeom xmlns:a="http://schemas.openxmlformats.org/drawingml/2006/main" prst="rect">
            <a:avLst/>
          </a:prstGeom>
          <a:solidFill xmlns:a="http://schemas.openxmlformats.org/drawingml/2006/main">
            <a:srgbClr val="6793B4"/>
          </a:solidFill>
          <a:ln xmlns:a="http://schemas.openxmlformats.org/drawingml/2006/main" w="7620">
            <a:solidFill>
              <a:srgbClr val="FFFFFF"/>
            </a:solidFill>
          </a:ln>
        </p:spPr>
      </p:sp>
      <p:sp>
        <p:nvSpPr>
          <p:cNvPr id="65" name="02_MEASURED__observed_r3c8">
            <a:extLst xmlns:a="http://schemas.openxmlformats.org/drawingml/2006/main">
              <a:ext uri="{FF2B5EF4-FFF2-40B4-BE49-F238E27FC236}">
                <a16:creationId xmlns:a16="http://schemas.microsoft.com/office/drawing/2014/main" id="{DA903A0B-BF56-4687-9554-48C3C4690E44}"/>
              </a:ext>
            </a:extLst>
          </p:cNvPr>
          <p:cNvSpPr>
            <a:spLocks xmlns:a="http://schemas.openxmlformats.org/drawingml/2006/main" noGrp="1"/>
          </p:cNvSpPr>
          <p:nvPr/>
        </p:nvSpPr>
        <p:spPr>
          <a:xfrm xmlns:a="http://schemas.openxmlformats.org/drawingml/2006/main" rot="0" flipH="0" flipV="0">
            <a:off x="4055745" y="2703195"/>
            <a:ext cx="198120" cy="198120"/>
          </a:xfrm>
          <a:prstGeom xmlns:a="http://schemas.openxmlformats.org/drawingml/2006/main" prst="rect">
            <a:avLst/>
          </a:prstGeom>
          <a:solidFill xmlns:a="http://schemas.openxmlformats.org/drawingml/2006/main">
            <a:srgbClr val="8BACC5"/>
          </a:solidFill>
          <a:ln xmlns:a="http://schemas.openxmlformats.org/drawingml/2006/main" w="7620">
            <a:solidFill>
              <a:srgbClr val="FFFFFF"/>
            </a:solidFill>
          </a:ln>
        </p:spPr>
      </p:sp>
      <p:sp>
        <p:nvSpPr>
          <p:cNvPr id="66" name="02_MEASURED__observed_r3c9">
            <a:extLst xmlns:a="http://schemas.openxmlformats.org/drawingml/2006/main">
              <a:ext uri="{FF2B5EF4-FFF2-40B4-BE49-F238E27FC236}">
                <a16:creationId xmlns:a16="http://schemas.microsoft.com/office/drawing/2014/main" id="{F0215374-3866-4133-9EDC-74C3510AC98B}"/>
              </a:ext>
            </a:extLst>
          </p:cNvPr>
          <p:cNvSpPr>
            <a:spLocks xmlns:a="http://schemas.openxmlformats.org/drawingml/2006/main" noGrp="1"/>
          </p:cNvSpPr>
          <p:nvPr/>
        </p:nvSpPr>
        <p:spPr>
          <a:xfrm xmlns:a="http://schemas.openxmlformats.org/drawingml/2006/main" rot="0" flipH="0" flipV="0">
            <a:off x="4253865" y="2703195"/>
            <a:ext cx="198120" cy="198120"/>
          </a:xfrm>
          <a:prstGeom xmlns:a="http://schemas.openxmlformats.org/drawingml/2006/main" prst="rect">
            <a:avLst/>
          </a:prstGeom>
          <a:solidFill xmlns:a="http://schemas.openxmlformats.org/drawingml/2006/main">
            <a:srgbClr val="B0C7D7"/>
          </a:solidFill>
          <a:ln xmlns:a="http://schemas.openxmlformats.org/drawingml/2006/main" w="7620">
            <a:solidFill>
              <a:srgbClr val="FFFFFF"/>
            </a:solidFill>
          </a:ln>
        </p:spPr>
      </p:sp>
      <p:sp>
        <p:nvSpPr>
          <p:cNvPr id="67" name="02_MEASURED__observed_r4c0">
            <a:extLst xmlns:a="http://schemas.openxmlformats.org/drawingml/2006/main">
              <a:ext uri="{FF2B5EF4-FFF2-40B4-BE49-F238E27FC236}">
                <a16:creationId xmlns:a16="http://schemas.microsoft.com/office/drawing/2014/main" id="{143661AC-520A-47AC-BC4F-A3F565CEDF5E}"/>
              </a:ext>
            </a:extLst>
          </p:cNvPr>
          <p:cNvSpPr>
            <a:spLocks xmlns:a="http://schemas.openxmlformats.org/drawingml/2006/main" noGrp="1"/>
          </p:cNvSpPr>
          <p:nvPr/>
        </p:nvSpPr>
        <p:spPr>
          <a:xfrm xmlns:a="http://schemas.openxmlformats.org/drawingml/2006/main" rot="0" flipH="0" flipV="0">
            <a:off x="2470785" y="2901315"/>
            <a:ext cx="198120" cy="198120"/>
          </a:xfrm>
          <a:prstGeom xmlns:a="http://schemas.openxmlformats.org/drawingml/2006/main" prst="rect">
            <a:avLst/>
          </a:prstGeom>
          <a:solidFill xmlns:a="http://schemas.openxmlformats.org/drawingml/2006/main">
            <a:srgbClr val="E0E9EE"/>
          </a:solidFill>
          <a:ln xmlns:a="http://schemas.openxmlformats.org/drawingml/2006/main" w="7620">
            <a:solidFill>
              <a:srgbClr val="FFFFFF"/>
            </a:solidFill>
          </a:ln>
        </p:spPr>
      </p:sp>
      <p:sp>
        <p:nvSpPr>
          <p:cNvPr id="68" name="02_MEASURED__observed_r4c1">
            <a:extLst xmlns:a="http://schemas.openxmlformats.org/drawingml/2006/main">
              <a:ext uri="{FF2B5EF4-FFF2-40B4-BE49-F238E27FC236}">
                <a16:creationId xmlns:a16="http://schemas.microsoft.com/office/drawing/2014/main" id="{97DC39CC-26F0-4B96-801F-715EF8654765}"/>
              </a:ext>
            </a:extLst>
          </p:cNvPr>
          <p:cNvSpPr>
            <a:spLocks xmlns:a="http://schemas.openxmlformats.org/drawingml/2006/main" noGrp="1"/>
          </p:cNvSpPr>
          <p:nvPr/>
        </p:nvSpPr>
        <p:spPr>
          <a:xfrm xmlns:a="http://schemas.openxmlformats.org/drawingml/2006/main" rot="0" flipH="0" flipV="0">
            <a:off x="2668905" y="2901315"/>
            <a:ext cx="198120" cy="198120"/>
          </a:xfrm>
          <a:prstGeom xmlns:a="http://schemas.openxmlformats.org/drawingml/2006/main" prst="rect">
            <a:avLst/>
          </a:prstGeom>
          <a:solidFill xmlns:a="http://schemas.openxmlformats.org/drawingml/2006/main">
            <a:srgbClr val="D7E3EA"/>
          </a:solidFill>
          <a:ln xmlns:a="http://schemas.openxmlformats.org/drawingml/2006/main" w="7620">
            <a:solidFill>
              <a:srgbClr val="FFFFFF"/>
            </a:solidFill>
          </a:ln>
        </p:spPr>
      </p:sp>
      <p:sp>
        <p:nvSpPr>
          <p:cNvPr id="69" name="02_MEASURED__observed_r4c2">
            <a:extLst xmlns:a="http://schemas.openxmlformats.org/drawingml/2006/main">
              <a:ext uri="{FF2B5EF4-FFF2-40B4-BE49-F238E27FC236}">
                <a16:creationId xmlns:a16="http://schemas.microsoft.com/office/drawing/2014/main" id="{08FF44FB-DDE7-456C-A42C-09608FF34814}"/>
              </a:ext>
            </a:extLst>
          </p:cNvPr>
          <p:cNvSpPr>
            <a:spLocks xmlns:a="http://schemas.openxmlformats.org/drawingml/2006/main" noGrp="1"/>
          </p:cNvSpPr>
          <p:nvPr/>
        </p:nvSpPr>
        <p:spPr>
          <a:xfrm xmlns:a="http://schemas.openxmlformats.org/drawingml/2006/main" rot="0" flipH="0" flipV="0">
            <a:off x="2867025" y="2901315"/>
            <a:ext cx="198120" cy="198120"/>
          </a:xfrm>
          <a:prstGeom xmlns:a="http://schemas.openxmlformats.org/drawingml/2006/main" prst="rect">
            <a:avLst/>
          </a:prstGeom>
          <a:solidFill xmlns:a="http://schemas.openxmlformats.org/drawingml/2006/main">
            <a:srgbClr val="C6D6E2"/>
          </a:solidFill>
          <a:ln xmlns:a="http://schemas.openxmlformats.org/drawingml/2006/main" w="7620">
            <a:solidFill>
              <a:srgbClr val="FFFFFF"/>
            </a:solidFill>
          </a:ln>
        </p:spPr>
      </p:sp>
      <p:sp>
        <p:nvSpPr>
          <p:cNvPr id="70" name="02_MEASURED__observed_r4c3">
            <a:extLst xmlns:a="http://schemas.openxmlformats.org/drawingml/2006/main">
              <a:ext uri="{FF2B5EF4-FFF2-40B4-BE49-F238E27FC236}">
                <a16:creationId xmlns:a16="http://schemas.microsoft.com/office/drawing/2014/main" id="{98ACC701-7CBB-4949-A8F7-4F0C29937AF0}"/>
              </a:ext>
            </a:extLst>
          </p:cNvPr>
          <p:cNvSpPr>
            <a:spLocks xmlns:a="http://schemas.openxmlformats.org/drawingml/2006/main" noGrp="1"/>
          </p:cNvSpPr>
          <p:nvPr/>
        </p:nvSpPr>
        <p:spPr>
          <a:xfrm xmlns:a="http://schemas.openxmlformats.org/drawingml/2006/main" rot="0" flipH="0" flipV="0">
            <a:off x="3065145" y="2901315"/>
            <a:ext cx="198120" cy="198120"/>
          </a:xfrm>
          <a:prstGeom xmlns:a="http://schemas.openxmlformats.org/drawingml/2006/main" prst="rect">
            <a:avLst/>
          </a:prstGeom>
          <a:solidFill xmlns:a="http://schemas.openxmlformats.org/drawingml/2006/main">
            <a:srgbClr val="A9C2D4"/>
          </a:solidFill>
          <a:ln xmlns:a="http://schemas.openxmlformats.org/drawingml/2006/main" w="7620">
            <a:solidFill>
              <a:srgbClr val="FFFFFF"/>
            </a:solidFill>
          </a:ln>
        </p:spPr>
      </p:sp>
      <p:sp>
        <p:nvSpPr>
          <p:cNvPr id="71" name="02_MEASURED__observed_r4c4">
            <a:extLst xmlns:a="http://schemas.openxmlformats.org/drawingml/2006/main">
              <a:ext uri="{FF2B5EF4-FFF2-40B4-BE49-F238E27FC236}">
                <a16:creationId xmlns:a16="http://schemas.microsoft.com/office/drawing/2014/main" id="{E9C2B6D4-9349-481A-918A-302750424954}"/>
              </a:ext>
            </a:extLst>
          </p:cNvPr>
          <p:cNvSpPr>
            <a:spLocks xmlns:a="http://schemas.openxmlformats.org/drawingml/2006/main" noGrp="1"/>
          </p:cNvSpPr>
          <p:nvPr/>
        </p:nvSpPr>
        <p:spPr>
          <a:xfrm xmlns:a="http://schemas.openxmlformats.org/drawingml/2006/main" rot="0" flipH="0" flipV="0">
            <a:off x="3263265" y="2901315"/>
            <a:ext cx="198120" cy="198120"/>
          </a:xfrm>
          <a:prstGeom xmlns:a="http://schemas.openxmlformats.org/drawingml/2006/main" prst="rect">
            <a:avLst/>
          </a:prstGeom>
          <a:solidFill xmlns:a="http://schemas.openxmlformats.org/drawingml/2006/main">
            <a:srgbClr val="86A9C3"/>
          </a:solidFill>
          <a:ln xmlns:a="http://schemas.openxmlformats.org/drawingml/2006/main" w="7620">
            <a:solidFill>
              <a:srgbClr val="FFFFFF"/>
            </a:solidFill>
          </a:ln>
        </p:spPr>
      </p:sp>
      <p:sp>
        <p:nvSpPr>
          <p:cNvPr id="72" name="02_MEASURED__observed_r4c5">
            <a:extLst xmlns:a="http://schemas.openxmlformats.org/drawingml/2006/main">
              <a:ext uri="{FF2B5EF4-FFF2-40B4-BE49-F238E27FC236}">
                <a16:creationId xmlns:a16="http://schemas.microsoft.com/office/drawing/2014/main" id="{B41DE2FF-BC26-423F-9C18-A0B189767046}"/>
              </a:ext>
            </a:extLst>
          </p:cNvPr>
          <p:cNvSpPr>
            <a:spLocks xmlns:a="http://schemas.openxmlformats.org/drawingml/2006/main" noGrp="1"/>
          </p:cNvSpPr>
          <p:nvPr/>
        </p:nvSpPr>
        <p:spPr>
          <a:xfrm xmlns:a="http://schemas.openxmlformats.org/drawingml/2006/main" rot="0" flipH="0" flipV="0">
            <a:off x="3461385" y="2901315"/>
            <a:ext cx="198120" cy="198120"/>
          </a:xfrm>
          <a:prstGeom xmlns:a="http://schemas.openxmlformats.org/drawingml/2006/main" prst="rect">
            <a:avLst/>
          </a:prstGeom>
          <a:solidFill xmlns:a="http://schemas.openxmlformats.org/drawingml/2006/main">
            <a:srgbClr val="6A95B5"/>
          </a:solidFill>
          <a:ln xmlns:a="http://schemas.openxmlformats.org/drawingml/2006/main" w="7620">
            <a:solidFill>
              <a:srgbClr val="FFFFFF"/>
            </a:solidFill>
          </a:ln>
        </p:spPr>
      </p:sp>
      <p:sp>
        <p:nvSpPr>
          <p:cNvPr id="73" name="02_MEASURED__observed_r4c6">
            <a:extLst xmlns:a="http://schemas.openxmlformats.org/drawingml/2006/main">
              <a:ext uri="{FF2B5EF4-FFF2-40B4-BE49-F238E27FC236}">
                <a16:creationId xmlns:a16="http://schemas.microsoft.com/office/drawing/2014/main" id="{8B3D488B-FB1C-46F1-88AE-B9C8DD9C266E}"/>
              </a:ext>
            </a:extLst>
          </p:cNvPr>
          <p:cNvSpPr>
            <a:spLocks xmlns:a="http://schemas.openxmlformats.org/drawingml/2006/main" noGrp="1"/>
          </p:cNvSpPr>
          <p:nvPr/>
        </p:nvSpPr>
        <p:spPr>
          <a:xfrm xmlns:a="http://schemas.openxmlformats.org/drawingml/2006/main" rot="0" flipH="0" flipV="0">
            <a:off x="3659505" y="2901315"/>
            <a:ext cx="198120" cy="198120"/>
          </a:xfrm>
          <a:prstGeom xmlns:a="http://schemas.openxmlformats.org/drawingml/2006/main" prst="rect">
            <a:avLst/>
          </a:prstGeom>
          <a:solidFill xmlns:a="http://schemas.openxmlformats.org/drawingml/2006/main">
            <a:srgbClr val="6390B2"/>
          </a:solidFill>
          <a:ln xmlns:a="http://schemas.openxmlformats.org/drawingml/2006/main" w="7620">
            <a:solidFill>
              <a:srgbClr val="FFFFFF"/>
            </a:solidFill>
          </a:ln>
        </p:spPr>
      </p:sp>
      <p:sp>
        <p:nvSpPr>
          <p:cNvPr id="74" name="02_MEASURED__observed_r4c7">
            <a:extLst xmlns:a="http://schemas.openxmlformats.org/drawingml/2006/main">
              <a:ext uri="{FF2B5EF4-FFF2-40B4-BE49-F238E27FC236}">
                <a16:creationId xmlns:a16="http://schemas.microsoft.com/office/drawing/2014/main" id="{36FA4B6B-344B-4389-B95E-5EE39AA45572}"/>
              </a:ext>
            </a:extLst>
          </p:cNvPr>
          <p:cNvSpPr>
            <a:spLocks xmlns:a="http://schemas.openxmlformats.org/drawingml/2006/main" noGrp="1"/>
          </p:cNvSpPr>
          <p:nvPr/>
        </p:nvSpPr>
        <p:spPr>
          <a:xfrm xmlns:a="http://schemas.openxmlformats.org/drawingml/2006/main" rot="0" flipH="0" flipV="0">
            <a:off x="3857625" y="2901315"/>
            <a:ext cx="198120" cy="198120"/>
          </a:xfrm>
          <a:prstGeom xmlns:a="http://schemas.openxmlformats.org/drawingml/2006/main" prst="rect">
            <a:avLst/>
          </a:prstGeom>
          <a:solidFill xmlns:a="http://schemas.openxmlformats.org/drawingml/2006/main">
            <a:srgbClr val="749CBA"/>
          </a:solidFill>
          <a:ln xmlns:a="http://schemas.openxmlformats.org/drawingml/2006/main" w="7620">
            <a:solidFill>
              <a:srgbClr val="FFFFFF"/>
            </a:solidFill>
          </a:ln>
        </p:spPr>
      </p:sp>
      <p:sp>
        <p:nvSpPr>
          <p:cNvPr id="75" name="02_MEASURED__observed_r4c8">
            <a:extLst xmlns:a="http://schemas.openxmlformats.org/drawingml/2006/main">
              <a:ext uri="{FF2B5EF4-FFF2-40B4-BE49-F238E27FC236}">
                <a16:creationId xmlns:a16="http://schemas.microsoft.com/office/drawing/2014/main" id="{ABB74B62-B9E3-4A07-AB94-4C4E01141F43}"/>
              </a:ext>
            </a:extLst>
          </p:cNvPr>
          <p:cNvSpPr>
            <a:spLocks xmlns:a="http://schemas.openxmlformats.org/drawingml/2006/main" noGrp="1"/>
          </p:cNvSpPr>
          <p:nvPr/>
        </p:nvSpPr>
        <p:spPr>
          <a:xfrm xmlns:a="http://schemas.openxmlformats.org/drawingml/2006/main" rot="0" flipH="0" flipV="0">
            <a:off x="4055745" y="2901315"/>
            <a:ext cx="198120" cy="198120"/>
          </a:xfrm>
          <a:prstGeom xmlns:a="http://schemas.openxmlformats.org/drawingml/2006/main" prst="rect">
            <a:avLst/>
          </a:prstGeom>
          <a:solidFill xmlns:a="http://schemas.openxmlformats.org/drawingml/2006/main">
            <a:srgbClr val="94B3CA"/>
          </a:solidFill>
          <a:ln xmlns:a="http://schemas.openxmlformats.org/drawingml/2006/main" w="7620">
            <a:solidFill>
              <a:srgbClr val="FFFFFF"/>
            </a:solidFill>
          </a:ln>
        </p:spPr>
      </p:sp>
      <p:sp>
        <p:nvSpPr>
          <p:cNvPr id="76" name="02_MEASURED__observed_r4c9">
            <a:extLst xmlns:a="http://schemas.openxmlformats.org/drawingml/2006/main">
              <a:ext uri="{FF2B5EF4-FFF2-40B4-BE49-F238E27FC236}">
                <a16:creationId xmlns:a16="http://schemas.microsoft.com/office/drawing/2014/main" id="{D9BAEB9D-DDF6-443E-BF04-248F0DD6A1C2}"/>
              </a:ext>
            </a:extLst>
          </p:cNvPr>
          <p:cNvSpPr>
            <a:spLocks xmlns:a="http://schemas.openxmlformats.org/drawingml/2006/main" noGrp="1"/>
          </p:cNvSpPr>
          <p:nvPr/>
        </p:nvSpPr>
        <p:spPr>
          <a:xfrm xmlns:a="http://schemas.openxmlformats.org/drawingml/2006/main" rot="0" flipH="0" flipV="0">
            <a:off x="4253865" y="2901315"/>
            <a:ext cx="198120" cy="198120"/>
          </a:xfrm>
          <a:prstGeom xmlns:a="http://schemas.openxmlformats.org/drawingml/2006/main" prst="rect">
            <a:avLst/>
          </a:prstGeom>
          <a:solidFill xmlns:a="http://schemas.openxmlformats.org/drawingml/2006/main">
            <a:srgbClr val="B5CBDA"/>
          </a:solidFill>
          <a:ln xmlns:a="http://schemas.openxmlformats.org/drawingml/2006/main" w="7620">
            <a:solidFill>
              <a:srgbClr val="FFFFFF"/>
            </a:solidFill>
          </a:ln>
        </p:spPr>
      </p:sp>
      <p:sp>
        <p:nvSpPr>
          <p:cNvPr id="77" name="02_MEASURED__observed_r5c0">
            <a:extLst xmlns:a="http://schemas.openxmlformats.org/drawingml/2006/main">
              <a:ext uri="{FF2B5EF4-FFF2-40B4-BE49-F238E27FC236}">
                <a16:creationId xmlns:a16="http://schemas.microsoft.com/office/drawing/2014/main" id="{5375E58E-6D3B-48E3-BC45-110F9739646B}"/>
              </a:ext>
            </a:extLst>
          </p:cNvPr>
          <p:cNvSpPr>
            <a:spLocks xmlns:a="http://schemas.openxmlformats.org/drawingml/2006/main" noGrp="1"/>
          </p:cNvSpPr>
          <p:nvPr/>
        </p:nvSpPr>
        <p:spPr>
          <a:xfrm xmlns:a="http://schemas.openxmlformats.org/drawingml/2006/main" rot="0" flipH="0" flipV="0">
            <a:off x="2470785" y="3099435"/>
            <a:ext cx="198120" cy="198120"/>
          </a:xfrm>
          <a:prstGeom xmlns:a="http://schemas.openxmlformats.org/drawingml/2006/main" prst="rect">
            <a:avLst/>
          </a:prstGeom>
          <a:solidFill xmlns:a="http://schemas.openxmlformats.org/drawingml/2006/main">
            <a:srgbClr val="E2EAEF"/>
          </a:solidFill>
          <a:ln xmlns:a="http://schemas.openxmlformats.org/drawingml/2006/main" w="7620">
            <a:solidFill>
              <a:srgbClr val="FFFFFF"/>
            </a:solidFill>
          </a:ln>
        </p:spPr>
      </p:sp>
      <p:sp>
        <p:nvSpPr>
          <p:cNvPr id="78" name="02_MEASURED__observed_r5c1">
            <a:extLst xmlns:a="http://schemas.openxmlformats.org/drawingml/2006/main">
              <a:ext uri="{FF2B5EF4-FFF2-40B4-BE49-F238E27FC236}">
                <a16:creationId xmlns:a16="http://schemas.microsoft.com/office/drawing/2014/main" id="{C54E15FB-1B90-4560-83EB-B5E69C1522F4}"/>
              </a:ext>
            </a:extLst>
          </p:cNvPr>
          <p:cNvSpPr>
            <a:spLocks xmlns:a="http://schemas.openxmlformats.org/drawingml/2006/main" noGrp="1"/>
          </p:cNvSpPr>
          <p:nvPr/>
        </p:nvSpPr>
        <p:spPr>
          <a:xfrm xmlns:a="http://schemas.openxmlformats.org/drawingml/2006/main" rot="0" flipH="0" flipV="0">
            <a:off x="2668905" y="3099435"/>
            <a:ext cx="198120" cy="198120"/>
          </a:xfrm>
          <a:prstGeom xmlns:a="http://schemas.openxmlformats.org/drawingml/2006/main" prst="rect">
            <a:avLst/>
          </a:prstGeom>
          <a:solidFill xmlns:a="http://schemas.openxmlformats.org/drawingml/2006/main">
            <a:srgbClr val="DDE7ED"/>
          </a:solidFill>
          <a:ln xmlns:a="http://schemas.openxmlformats.org/drawingml/2006/main" w="7620">
            <a:solidFill>
              <a:srgbClr val="FFFFFF"/>
            </a:solidFill>
          </a:ln>
        </p:spPr>
      </p:sp>
      <p:sp>
        <p:nvSpPr>
          <p:cNvPr id="79" name="02_MEASURED__observed_r5c2">
            <a:extLst xmlns:a="http://schemas.openxmlformats.org/drawingml/2006/main">
              <a:ext uri="{FF2B5EF4-FFF2-40B4-BE49-F238E27FC236}">
                <a16:creationId xmlns:a16="http://schemas.microsoft.com/office/drawing/2014/main" id="{36FA0844-2961-484B-8345-39DBA1457167}"/>
              </a:ext>
            </a:extLst>
          </p:cNvPr>
          <p:cNvSpPr>
            <a:spLocks xmlns:a="http://schemas.openxmlformats.org/drawingml/2006/main" noGrp="1"/>
          </p:cNvSpPr>
          <p:nvPr/>
        </p:nvSpPr>
        <p:spPr>
          <a:xfrm xmlns:a="http://schemas.openxmlformats.org/drawingml/2006/main" rot="0" flipH="0" flipV="0">
            <a:off x="2867025" y="3099435"/>
            <a:ext cx="198120" cy="198120"/>
          </a:xfrm>
          <a:prstGeom xmlns:a="http://schemas.openxmlformats.org/drawingml/2006/main" prst="rect">
            <a:avLst/>
          </a:prstGeom>
          <a:solidFill xmlns:a="http://schemas.openxmlformats.org/drawingml/2006/main">
            <a:srgbClr val="D4E0E9"/>
          </a:solidFill>
          <a:ln xmlns:a="http://schemas.openxmlformats.org/drawingml/2006/main" w="7620">
            <a:solidFill>
              <a:srgbClr val="FFFFFF"/>
            </a:solidFill>
          </a:ln>
        </p:spPr>
      </p:sp>
      <p:sp>
        <p:nvSpPr>
          <p:cNvPr id="80" name="02_MEASURED__observed_r5c3">
            <a:extLst xmlns:a="http://schemas.openxmlformats.org/drawingml/2006/main">
              <a:ext uri="{FF2B5EF4-FFF2-40B4-BE49-F238E27FC236}">
                <a16:creationId xmlns:a16="http://schemas.microsoft.com/office/drawing/2014/main" id="{ADB87ECA-CF0F-4350-837D-521587825D96}"/>
              </a:ext>
            </a:extLst>
          </p:cNvPr>
          <p:cNvSpPr>
            <a:spLocks xmlns:a="http://schemas.openxmlformats.org/drawingml/2006/main" noGrp="1"/>
          </p:cNvSpPr>
          <p:nvPr/>
        </p:nvSpPr>
        <p:spPr>
          <a:xfrm xmlns:a="http://schemas.openxmlformats.org/drawingml/2006/main" rot="0" flipH="0" flipV="0">
            <a:off x="3065145" y="3099435"/>
            <a:ext cx="198120" cy="198120"/>
          </a:xfrm>
          <a:prstGeom xmlns:a="http://schemas.openxmlformats.org/drawingml/2006/main" prst="rect">
            <a:avLst/>
          </a:prstGeom>
          <a:solidFill xmlns:a="http://schemas.openxmlformats.org/drawingml/2006/main">
            <a:srgbClr val="C5D6E1"/>
          </a:solidFill>
          <a:ln xmlns:a="http://schemas.openxmlformats.org/drawingml/2006/main" w="7620">
            <a:solidFill>
              <a:srgbClr val="FFFFFF"/>
            </a:solidFill>
          </a:ln>
        </p:spPr>
      </p:sp>
      <p:sp>
        <p:nvSpPr>
          <p:cNvPr id="81" name="02_MEASURED__observed_r5c4">
            <a:extLst xmlns:a="http://schemas.openxmlformats.org/drawingml/2006/main">
              <a:ext uri="{FF2B5EF4-FFF2-40B4-BE49-F238E27FC236}">
                <a16:creationId xmlns:a16="http://schemas.microsoft.com/office/drawing/2014/main" id="{F108CD49-0533-475E-A39C-4292255A00C6}"/>
              </a:ext>
            </a:extLst>
          </p:cNvPr>
          <p:cNvSpPr>
            <a:spLocks xmlns:a="http://schemas.openxmlformats.org/drawingml/2006/main" noGrp="1"/>
          </p:cNvSpPr>
          <p:nvPr/>
        </p:nvSpPr>
        <p:spPr>
          <a:xfrm xmlns:a="http://schemas.openxmlformats.org/drawingml/2006/main" rot="0" flipH="0" flipV="0">
            <a:off x="3263265" y="3099435"/>
            <a:ext cx="198120" cy="198120"/>
          </a:xfrm>
          <a:prstGeom xmlns:a="http://schemas.openxmlformats.org/drawingml/2006/main" prst="rect">
            <a:avLst/>
          </a:prstGeom>
          <a:solidFill xmlns:a="http://schemas.openxmlformats.org/drawingml/2006/main">
            <a:srgbClr val="606C73"/>
          </a:solidFill>
          <a:ln xmlns:a="http://schemas.openxmlformats.org/drawingml/2006/main" w="7620">
            <a:solidFill>
              <a:srgbClr val="FFFFFF"/>
            </a:solidFill>
          </a:ln>
        </p:spPr>
      </p:sp>
      <p:sp>
        <p:nvSpPr>
          <p:cNvPr id="82" name="02_MEASURED__observed_r5c5">
            <a:extLst xmlns:a="http://schemas.openxmlformats.org/drawingml/2006/main">
              <a:ext uri="{FF2B5EF4-FFF2-40B4-BE49-F238E27FC236}">
                <a16:creationId xmlns:a16="http://schemas.microsoft.com/office/drawing/2014/main" id="{ABD4E5E6-ABDE-48FB-9D67-DCE85FEECC2E}"/>
              </a:ext>
            </a:extLst>
          </p:cNvPr>
          <p:cNvSpPr>
            <a:spLocks xmlns:a="http://schemas.openxmlformats.org/drawingml/2006/main" noGrp="1"/>
          </p:cNvSpPr>
          <p:nvPr/>
        </p:nvSpPr>
        <p:spPr>
          <a:xfrm xmlns:a="http://schemas.openxmlformats.org/drawingml/2006/main" rot="0" flipH="0" flipV="0">
            <a:off x="3461385" y="3099435"/>
            <a:ext cx="198120" cy="198120"/>
          </a:xfrm>
          <a:prstGeom xmlns:a="http://schemas.openxmlformats.org/drawingml/2006/main" prst="rect">
            <a:avLst/>
          </a:prstGeom>
          <a:solidFill xmlns:a="http://schemas.openxmlformats.org/drawingml/2006/main">
            <a:srgbClr val="A4BED1"/>
          </a:solidFill>
          <a:ln xmlns:a="http://schemas.openxmlformats.org/drawingml/2006/main" w="7620">
            <a:solidFill>
              <a:srgbClr val="FFFFFF"/>
            </a:solidFill>
          </a:ln>
        </p:spPr>
      </p:sp>
      <p:sp>
        <p:nvSpPr>
          <p:cNvPr id="83" name="02_MEASURED__observed_r5c6">
            <a:extLst xmlns:a="http://schemas.openxmlformats.org/drawingml/2006/main">
              <a:ext uri="{FF2B5EF4-FFF2-40B4-BE49-F238E27FC236}">
                <a16:creationId xmlns:a16="http://schemas.microsoft.com/office/drawing/2014/main" id="{E83FC0F1-1CE2-40BB-8BFD-543444F2F5B9}"/>
              </a:ext>
            </a:extLst>
          </p:cNvPr>
          <p:cNvSpPr>
            <a:spLocks xmlns:a="http://schemas.openxmlformats.org/drawingml/2006/main" noGrp="1"/>
          </p:cNvSpPr>
          <p:nvPr/>
        </p:nvSpPr>
        <p:spPr>
          <a:xfrm xmlns:a="http://schemas.openxmlformats.org/drawingml/2006/main" rot="0" flipH="0" flipV="0">
            <a:off x="3659505" y="3099435"/>
            <a:ext cx="198120" cy="198120"/>
          </a:xfrm>
          <a:prstGeom xmlns:a="http://schemas.openxmlformats.org/drawingml/2006/main" prst="rect">
            <a:avLst/>
          </a:prstGeom>
          <a:solidFill xmlns:a="http://schemas.openxmlformats.org/drawingml/2006/main">
            <a:srgbClr val="A0BCD0"/>
          </a:solidFill>
          <a:ln xmlns:a="http://schemas.openxmlformats.org/drawingml/2006/main" w="7620">
            <a:solidFill>
              <a:srgbClr val="FFFFFF"/>
            </a:solidFill>
          </a:ln>
        </p:spPr>
      </p:sp>
      <p:sp>
        <p:nvSpPr>
          <p:cNvPr id="84" name="02_MEASURED__observed_r5c7">
            <a:extLst xmlns:a="http://schemas.openxmlformats.org/drawingml/2006/main">
              <a:ext uri="{FF2B5EF4-FFF2-40B4-BE49-F238E27FC236}">
                <a16:creationId xmlns:a16="http://schemas.microsoft.com/office/drawing/2014/main" id="{F7745A49-6E80-4FE5-92A5-484E970A2117}"/>
              </a:ext>
            </a:extLst>
          </p:cNvPr>
          <p:cNvSpPr>
            <a:spLocks xmlns:a="http://schemas.openxmlformats.org/drawingml/2006/main" noGrp="1"/>
          </p:cNvSpPr>
          <p:nvPr/>
        </p:nvSpPr>
        <p:spPr>
          <a:xfrm xmlns:a="http://schemas.openxmlformats.org/drawingml/2006/main" rot="0" flipH="0" flipV="0">
            <a:off x="3857625" y="3099435"/>
            <a:ext cx="198120" cy="198120"/>
          </a:xfrm>
          <a:prstGeom xmlns:a="http://schemas.openxmlformats.org/drawingml/2006/main" prst="rect">
            <a:avLst/>
          </a:prstGeom>
          <a:solidFill xmlns:a="http://schemas.openxmlformats.org/drawingml/2006/main">
            <a:srgbClr val="606C73"/>
          </a:solidFill>
          <a:ln xmlns:a="http://schemas.openxmlformats.org/drawingml/2006/main" w="7620">
            <a:solidFill>
              <a:srgbClr val="FFFFFF"/>
            </a:solidFill>
          </a:ln>
        </p:spPr>
      </p:sp>
      <p:sp>
        <p:nvSpPr>
          <p:cNvPr id="85" name="02_MEASURED__observed_r5c8">
            <a:extLst xmlns:a="http://schemas.openxmlformats.org/drawingml/2006/main">
              <a:ext uri="{FF2B5EF4-FFF2-40B4-BE49-F238E27FC236}">
                <a16:creationId xmlns:a16="http://schemas.microsoft.com/office/drawing/2014/main" id="{C29FAB3D-579C-4F4A-8358-15BE5AC26136}"/>
              </a:ext>
            </a:extLst>
          </p:cNvPr>
          <p:cNvSpPr>
            <a:spLocks xmlns:a="http://schemas.openxmlformats.org/drawingml/2006/main" noGrp="1"/>
          </p:cNvSpPr>
          <p:nvPr/>
        </p:nvSpPr>
        <p:spPr>
          <a:xfrm xmlns:a="http://schemas.openxmlformats.org/drawingml/2006/main" rot="0" flipH="0" flipV="0">
            <a:off x="4055745" y="3099435"/>
            <a:ext cx="198120" cy="198120"/>
          </a:xfrm>
          <a:prstGeom xmlns:a="http://schemas.openxmlformats.org/drawingml/2006/main" prst="rect">
            <a:avLst/>
          </a:prstGeom>
          <a:solidFill xmlns:a="http://schemas.openxmlformats.org/drawingml/2006/main">
            <a:srgbClr val="606C73"/>
          </a:solidFill>
          <a:ln xmlns:a="http://schemas.openxmlformats.org/drawingml/2006/main" w="7620">
            <a:solidFill>
              <a:srgbClr val="FFFFFF"/>
            </a:solidFill>
          </a:ln>
        </p:spPr>
      </p:sp>
      <p:sp>
        <p:nvSpPr>
          <p:cNvPr id="86" name="02_MEASURED__observed_r5c9">
            <a:extLst xmlns:a="http://schemas.openxmlformats.org/drawingml/2006/main">
              <a:ext uri="{FF2B5EF4-FFF2-40B4-BE49-F238E27FC236}">
                <a16:creationId xmlns:a16="http://schemas.microsoft.com/office/drawing/2014/main" id="{3900AAEF-C7AF-4458-AE33-839AD9C97F92}"/>
              </a:ext>
            </a:extLst>
          </p:cNvPr>
          <p:cNvSpPr>
            <a:spLocks xmlns:a="http://schemas.openxmlformats.org/drawingml/2006/main" noGrp="1"/>
          </p:cNvSpPr>
          <p:nvPr/>
        </p:nvSpPr>
        <p:spPr>
          <a:xfrm xmlns:a="http://schemas.openxmlformats.org/drawingml/2006/main" rot="0" flipH="0" flipV="0">
            <a:off x="4253865" y="3099435"/>
            <a:ext cx="198120" cy="198120"/>
          </a:xfrm>
          <a:prstGeom xmlns:a="http://schemas.openxmlformats.org/drawingml/2006/main" prst="rect">
            <a:avLst/>
          </a:prstGeom>
          <a:solidFill xmlns:a="http://schemas.openxmlformats.org/drawingml/2006/main">
            <a:srgbClr val="606C73"/>
          </a:solidFill>
          <a:ln xmlns:a="http://schemas.openxmlformats.org/drawingml/2006/main" w="7620">
            <a:solidFill>
              <a:srgbClr val="FFFFFF"/>
            </a:solidFill>
          </a:ln>
        </p:spPr>
      </p:sp>
      <p:sp>
        <p:nvSpPr>
          <p:cNvPr id="87" name="02_MEASURED__observed_r6c0">
            <a:extLst xmlns:a="http://schemas.openxmlformats.org/drawingml/2006/main">
              <a:ext uri="{FF2B5EF4-FFF2-40B4-BE49-F238E27FC236}">
                <a16:creationId xmlns:a16="http://schemas.microsoft.com/office/drawing/2014/main" id="{A650040E-2EAF-4013-AA4A-06A9EF40D6E5}"/>
              </a:ext>
            </a:extLst>
          </p:cNvPr>
          <p:cNvSpPr>
            <a:spLocks xmlns:a="http://schemas.openxmlformats.org/drawingml/2006/main" noGrp="1"/>
          </p:cNvSpPr>
          <p:nvPr/>
        </p:nvSpPr>
        <p:spPr>
          <a:xfrm xmlns:a="http://schemas.openxmlformats.org/drawingml/2006/main" rot="0" flipH="0" flipV="0">
            <a:off x="2470785" y="3297555"/>
            <a:ext cx="198120" cy="198120"/>
          </a:xfrm>
          <a:prstGeom xmlns:a="http://schemas.openxmlformats.org/drawingml/2006/main" prst="rect">
            <a:avLst/>
          </a:prstGeom>
          <a:solidFill xmlns:a="http://schemas.openxmlformats.org/drawingml/2006/main">
            <a:srgbClr val="E3EBF0"/>
          </a:solidFill>
          <a:ln xmlns:a="http://schemas.openxmlformats.org/drawingml/2006/main" w="7620">
            <a:solidFill>
              <a:srgbClr val="FFFFFF"/>
            </a:solidFill>
          </a:ln>
        </p:spPr>
      </p:sp>
      <p:sp>
        <p:nvSpPr>
          <p:cNvPr id="88" name="02_MEASURED__observed_r6c1">
            <a:extLst xmlns:a="http://schemas.openxmlformats.org/drawingml/2006/main">
              <a:ext uri="{FF2B5EF4-FFF2-40B4-BE49-F238E27FC236}">
                <a16:creationId xmlns:a16="http://schemas.microsoft.com/office/drawing/2014/main" id="{E327F257-97AC-49BC-BE38-44ADA142AE41}"/>
              </a:ext>
            </a:extLst>
          </p:cNvPr>
          <p:cNvSpPr>
            <a:spLocks xmlns:a="http://schemas.openxmlformats.org/drawingml/2006/main" noGrp="1"/>
          </p:cNvSpPr>
          <p:nvPr/>
        </p:nvSpPr>
        <p:spPr>
          <a:xfrm xmlns:a="http://schemas.openxmlformats.org/drawingml/2006/main" rot="0" flipH="0" flipV="0">
            <a:off x="2668905" y="3297555"/>
            <a:ext cx="198120" cy="198120"/>
          </a:xfrm>
          <a:prstGeom xmlns:a="http://schemas.openxmlformats.org/drawingml/2006/main" prst="rect">
            <a:avLst/>
          </a:prstGeom>
          <a:solidFill xmlns:a="http://schemas.openxmlformats.org/drawingml/2006/main">
            <a:srgbClr val="E2EAEF"/>
          </a:solidFill>
          <a:ln xmlns:a="http://schemas.openxmlformats.org/drawingml/2006/main" w="7620">
            <a:solidFill>
              <a:srgbClr val="FFFFFF"/>
            </a:solidFill>
          </a:ln>
        </p:spPr>
      </p:sp>
      <p:sp>
        <p:nvSpPr>
          <p:cNvPr id="89" name="02_MEASURED__observed_r6c2">
            <a:extLst xmlns:a="http://schemas.openxmlformats.org/drawingml/2006/main">
              <a:ext uri="{FF2B5EF4-FFF2-40B4-BE49-F238E27FC236}">
                <a16:creationId xmlns:a16="http://schemas.microsoft.com/office/drawing/2014/main" id="{8A8AD40A-E786-4435-A43E-618266A778AE}"/>
              </a:ext>
            </a:extLst>
          </p:cNvPr>
          <p:cNvSpPr>
            <a:spLocks xmlns:a="http://schemas.openxmlformats.org/drawingml/2006/main" noGrp="1"/>
          </p:cNvSpPr>
          <p:nvPr/>
        </p:nvSpPr>
        <p:spPr>
          <a:xfrm xmlns:a="http://schemas.openxmlformats.org/drawingml/2006/main" rot="0" flipH="0" flipV="0">
            <a:off x="2867025" y="3297555"/>
            <a:ext cx="198120" cy="198120"/>
          </a:xfrm>
          <a:prstGeom xmlns:a="http://schemas.openxmlformats.org/drawingml/2006/main" prst="rect">
            <a:avLst/>
          </a:prstGeom>
          <a:solidFill xmlns:a="http://schemas.openxmlformats.org/drawingml/2006/main">
            <a:srgbClr val="DFE8EE"/>
          </a:solidFill>
          <a:ln xmlns:a="http://schemas.openxmlformats.org/drawingml/2006/main" w="7620">
            <a:solidFill>
              <a:srgbClr val="FFFFFF"/>
            </a:solidFill>
          </a:ln>
        </p:spPr>
      </p:sp>
      <p:sp>
        <p:nvSpPr>
          <p:cNvPr id="90" name="02_MEASURED__observed_r6c3">
            <a:extLst xmlns:a="http://schemas.openxmlformats.org/drawingml/2006/main">
              <a:ext uri="{FF2B5EF4-FFF2-40B4-BE49-F238E27FC236}">
                <a16:creationId xmlns:a16="http://schemas.microsoft.com/office/drawing/2014/main" id="{E9EA455C-05E3-4552-B0AC-FB2082041C8E}"/>
              </a:ext>
            </a:extLst>
          </p:cNvPr>
          <p:cNvSpPr>
            <a:spLocks xmlns:a="http://schemas.openxmlformats.org/drawingml/2006/main" noGrp="1"/>
          </p:cNvSpPr>
          <p:nvPr/>
        </p:nvSpPr>
        <p:spPr>
          <a:xfrm xmlns:a="http://schemas.openxmlformats.org/drawingml/2006/main" rot="0" flipH="0" flipV="0">
            <a:off x="3065145" y="3297555"/>
            <a:ext cx="198120" cy="198120"/>
          </a:xfrm>
          <a:prstGeom xmlns:a="http://schemas.openxmlformats.org/drawingml/2006/main" prst="rect">
            <a:avLst/>
          </a:prstGeom>
          <a:solidFill xmlns:a="http://schemas.openxmlformats.org/drawingml/2006/main">
            <a:srgbClr val="DBE5EC"/>
          </a:solidFill>
          <a:ln xmlns:a="http://schemas.openxmlformats.org/drawingml/2006/main" w="7620">
            <a:solidFill>
              <a:srgbClr val="FFFFFF"/>
            </a:solidFill>
          </a:ln>
        </p:spPr>
      </p:sp>
      <p:sp>
        <p:nvSpPr>
          <p:cNvPr id="91" name="02_MEASURED__observed_r6c4">
            <a:extLst xmlns:a="http://schemas.openxmlformats.org/drawingml/2006/main">
              <a:ext uri="{FF2B5EF4-FFF2-40B4-BE49-F238E27FC236}">
                <a16:creationId xmlns:a16="http://schemas.microsoft.com/office/drawing/2014/main" id="{FFC86889-09E0-4BDA-9C3E-75EB98B04858}"/>
              </a:ext>
            </a:extLst>
          </p:cNvPr>
          <p:cNvSpPr>
            <a:spLocks xmlns:a="http://schemas.openxmlformats.org/drawingml/2006/main" noGrp="1"/>
          </p:cNvSpPr>
          <p:nvPr/>
        </p:nvSpPr>
        <p:spPr>
          <a:xfrm xmlns:a="http://schemas.openxmlformats.org/drawingml/2006/main" rot="0" flipH="0" flipV="0">
            <a:off x="3263265" y="3297555"/>
            <a:ext cx="198120" cy="198120"/>
          </a:xfrm>
          <a:prstGeom xmlns:a="http://schemas.openxmlformats.org/drawingml/2006/main" prst="rect">
            <a:avLst/>
          </a:prstGeom>
          <a:solidFill xmlns:a="http://schemas.openxmlformats.org/drawingml/2006/main">
            <a:srgbClr val="606C73"/>
          </a:solidFill>
          <a:ln xmlns:a="http://schemas.openxmlformats.org/drawingml/2006/main" w="7620">
            <a:solidFill>
              <a:srgbClr val="FFFFFF"/>
            </a:solidFill>
          </a:ln>
        </p:spPr>
      </p:sp>
      <p:sp>
        <p:nvSpPr>
          <p:cNvPr id="92" name="02_MEASURED__observed_r6c5">
            <a:extLst xmlns:a="http://schemas.openxmlformats.org/drawingml/2006/main">
              <a:ext uri="{FF2B5EF4-FFF2-40B4-BE49-F238E27FC236}">
                <a16:creationId xmlns:a16="http://schemas.microsoft.com/office/drawing/2014/main" id="{4EC43DFF-4731-453D-8BC5-E5217D3CCF85}"/>
              </a:ext>
            </a:extLst>
          </p:cNvPr>
          <p:cNvSpPr>
            <a:spLocks xmlns:a="http://schemas.openxmlformats.org/drawingml/2006/main" noGrp="1"/>
          </p:cNvSpPr>
          <p:nvPr/>
        </p:nvSpPr>
        <p:spPr>
          <a:xfrm xmlns:a="http://schemas.openxmlformats.org/drawingml/2006/main" rot="0" flipH="0" flipV="0">
            <a:off x="3461385" y="3297555"/>
            <a:ext cx="198120" cy="198120"/>
          </a:xfrm>
          <a:prstGeom xmlns:a="http://schemas.openxmlformats.org/drawingml/2006/main" prst="rect">
            <a:avLst/>
          </a:prstGeom>
          <a:solidFill xmlns:a="http://schemas.openxmlformats.org/drawingml/2006/main">
            <a:srgbClr val="D1DEE7"/>
          </a:solidFill>
          <a:ln xmlns:a="http://schemas.openxmlformats.org/drawingml/2006/main" w="7620">
            <a:solidFill>
              <a:srgbClr val="FFFFFF"/>
            </a:solidFill>
          </a:ln>
        </p:spPr>
      </p:sp>
      <p:sp>
        <p:nvSpPr>
          <p:cNvPr id="93" name="02_MEASURED__observed_r6c6">
            <a:extLst xmlns:a="http://schemas.openxmlformats.org/drawingml/2006/main">
              <a:ext uri="{FF2B5EF4-FFF2-40B4-BE49-F238E27FC236}">
                <a16:creationId xmlns:a16="http://schemas.microsoft.com/office/drawing/2014/main" id="{03392742-0EAC-47E4-ACFD-F018BEFEF1C7}"/>
              </a:ext>
            </a:extLst>
          </p:cNvPr>
          <p:cNvSpPr>
            <a:spLocks xmlns:a="http://schemas.openxmlformats.org/drawingml/2006/main" noGrp="1"/>
          </p:cNvSpPr>
          <p:nvPr/>
        </p:nvSpPr>
        <p:spPr>
          <a:xfrm xmlns:a="http://schemas.openxmlformats.org/drawingml/2006/main" rot="0" flipH="0" flipV="0">
            <a:off x="3659505" y="3297555"/>
            <a:ext cx="198120" cy="198120"/>
          </a:xfrm>
          <a:prstGeom xmlns:a="http://schemas.openxmlformats.org/drawingml/2006/main" prst="rect">
            <a:avLst/>
          </a:prstGeom>
          <a:solidFill xmlns:a="http://schemas.openxmlformats.org/drawingml/2006/main">
            <a:srgbClr val="D0DDE6"/>
          </a:solidFill>
          <a:ln xmlns:a="http://schemas.openxmlformats.org/drawingml/2006/main" w="7620">
            <a:solidFill>
              <a:srgbClr val="FFFFFF"/>
            </a:solidFill>
          </a:ln>
        </p:spPr>
      </p:sp>
      <p:sp>
        <p:nvSpPr>
          <p:cNvPr id="94" name="02_MEASURED__observed_r6c7">
            <a:extLst xmlns:a="http://schemas.openxmlformats.org/drawingml/2006/main">
              <a:ext uri="{FF2B5EF4-FFF2-40B4-BE49-F238E27FC236}">
                <a16:creationId xmlns:a16="http://schemas.microsoft.com/office/drawing/2014/main" id="{EF502E5C-E019-4A8E-8108-7B7E3D568B15}"/>
              </a:ext>
            </a:extLst>
          </p:cNvPr>
          <p:cNvSpPr>
            <a:spLocks xmlns:a="http://schemas.openxmlformats.org/drawingml/2006/main" noGrp="1"/>
          </p:cNvSpPr>
          <p:nvPr/>
        </p:nvSpPr>
        <p:spPr>
          <a:xfrm xmlns:a="http://schemas.openxmlformats.org/drawingml/2006/main" rot="0" flipH="0" flipV="0">
            <a:off x="3857625" y="3297555"/>
            <a:ext cx="198120" cy="198120"/>
          </a:xfrm>
          <a:prstGeom xmlns:a="http://schemas.openxmlformats.org/drawingml/2006/main" prst="rect">
            <a:avLst/>
          </a:prstGeom>
          <a:solidFill xmlns:a="http://schemas.openxmlformats.org/drawingml/2006/main">
            <a:srgbClr val="D2DFE8"/>
          </a:solidFill>
          <a:ln xmlns:a="http://schemas.openxmlformats.org/drawingml/2006/main" w="7620">
            <a:solidFill>
              <a:srgbClr val="FFFFFF"/>
            </a:solidFill>
          </a:ln>
        </p:spPr>
      </p:sp>
      <p:sp>
        <p:nvSpPr>
          <p:cNvPr id="95" name="02_MEASURED__observed_r6c8">
            <a:extLst xmlns:a="http://schemas.openxmlformats.org/drawingml/2006/main">
              <a:ext uri="{FF2B5EF4-FFF2-40B4-BE49-F238E27FC236}">
                <a16:creationId xmlns:a16="http://schemas.microsoft.com/office/drawing/2014/main" id="{10B07C52-8B5A-4F78-B743-F7DCCC742FA8}"/>
              </a:ext>
            </a:extLst>
          </p:cNvPr>
          <p:cNvSpPr>
            <a:spLocks xmlns:a="http://schemas.openxmlformats.org/drawingml/2006/main" noGrp="1"/>
          </p:cNvSpPr>
          <p:nvPr/>
        </p:nvSpPr>
        <p:spPr>
          <a:xfrm xmlns:a="http://schemas.openxmlformats.org/drawingml/2006/main" rot="0" flipH="0" flipV="0">
            <a:off x="4055745" y="3297555"/>
            <a:ext cx="198120" cy="198120"/>
          </a:xfrm>
          <a:prstGeom xmlns:a="http://schemas.openxmlformats.org/drawingml/2006/main" prst="rect">
            <a:avLst/>
          </a:prstGeom>
          <a:solidFill xmlns:a="http://schemas.openxmlformats.org/drawingml/2006/main">
            <a:srgbClr val="D7E3EA"/>
          </a:solidFill>
          <a:ln xmlns:a="http://schemas.openxmlformats.org/drawingml/2006/main" w="7620">
            <a:solidFill>
              <a:srgbClr val="FFFFFF"/>
            </a:solidFill>
          </a:ln>
        </p:spPr>
      </p:sp>
      <p:sp>
        <p:nvSpPr>
          <p:cNvPr id="96" name="02_MEASURED__observed_r6c9">
            <a:extLst xmlns:a="http://schemas.openxmlformats.org/drawingml/2006/main">
              <a:ext uri="{FF2B5EF4-FFF2-40B4-BE49-F238E27FC236}">
                <a16:creationId xmlns:a16="http://schemas.microsoft.com/office/drawing/2014/main" id="{BD64484C-689B-45F7-A56B-15EC62B87968}"/>
              </a:ext>
            </a:extLst>
          </p:cNvPr>
          <p:cNvSpPr>
            <a:spLocks xmlns:a="http://schemas.openxmlformats.org/drawingml/2006/main" noGrp="1"/>
          </p:cNvSpPr>
          <p:nvPr/>
        </p:nvSpPr>
        <p:spPr>
          <a:xfrm xmlns:a="http://schemas.openxmlformats.org/drawingml/2006/main" rot="0" flipH="0" flipV="0">
            <a:off x="4253865" y="3297555"/>
            <a:ext cx="198120" cy="198120"/>
          </a:xfrm>
          <a:prstGeom xmlns:a="http://schemas.openxmlformats.org/drawingml/2006/main" prst="rect">
            <a:avLst/>
          </a:prstGeom>
          <a:solidFill xmlns:a="http://schemas.openxmlformats.org/drawingml/2006/main">
            <a:srgbClr val="DDE7ED"/>
          </a:solidFill>
          <a:ln xmlns:a="http://schemas.openxmlformats.org/drawingml/2006/main" w="7620">
            <a:solidFill>
              <a:srgbClr val="FFFFFF"/>
            </a:solidFill>
          </a:ln>
        </p:spPr>
      </p:sp>
      <p:sp>
        <p:nvSpPr>
          <p:cNvPr id="97" name="02_MEASURED__observed_frame">
            <a:extLst xmlns:a="http://schemas.openxmlformats.org/drawingml/2006/main">
              <a:ext uri="{FF2B5EF4-FFF2-40B4-BE49-F238E27FC236}">
                <a16:creationId xmlns:a16="http://schemas.microsoft.com/office/drawing/2014/main" id="{AA759E30-0914-48C4-BAB0-C84975EF523D}"/>
              </a:ext>
            </a:extLst>
          </p:cNvPr>
          <p:cNvSpPr>
            <a:spLocks xmlns:a="http://schemas.openxmlformats.org/drawingml/2006/main" noGrp="1"/>
          </p:cNvSpPr>
          <p:nvPr/>
        </p:nvSpPr>
        <p:spPr>
          <a:xfrm xmlns:a="http://schemas.openxmlformats.org/drawingml/2006/main" rot="0" flipH="0" flipV="0">
            <a:off x="2470785" y="2108835"/>
            <a:ext cx="1981200" cy="1386840"/>
          </a:xfrm>
          <a:prstGeom xmlns:a="http://schemas.openxmlformats.org/drawingml/2006/main" prst="rect">
            <a:avLst/>
          </a:prstGeom>
          <a:noFill xmlns:a="http://schemas.openxmlformats.org/drawingml/2006/main"/>
          <a:ln xmlns:a="http://schemas.openxmlformats.org/drawingml/2006/main" w="10478">
            <a:solidFill>
              <a:srgbClr val="B6C4CC"/>
            </a:solidFill>
          </a:ln>
        </p:spPr>
      </p:sp>
      <p:sp>
        <p:nvSpPr>
          <p:cNvPr id="98" name="02_MEASURED__map_measurements_track">
            <a:extLst xmlns:a="http://schemas.openxmlformats.org/drawingml/2006/main">
              <a:ext uri="{FF2B5EF4-FFF2-40B4-BE49-F238E27FC236}">
                <a16:creationId xmlns:a16="http://schemas.microsoft.com/office/drawing/2014/main" id="{3BB53456-C369-4125-9F45-4834C34A7772}"/>
              </a:ext>
            </a:extLst>
          </p:cNvPr>
          <p:cNvSpPr>
            <a:spLocks xmlns:a="http://schemas.openxmlformats.org/drawingml/2006/main" noGrp="1"/>
          </p:cNvSpPr>
          <p:nvPr/>
        </p:nvSpPr>
        <p:spPr>
          <a:xfrm xmlns:a="http://schemas.openxmlformats.org/drawingml/2006/main" rot="0" flipH="0" flipV="0">
            <a:off x="2767965" y="2604135"/>
            <a:ext cx="1386840" cy="396240"/>
          </a:xfrm>
          <a:custGeom xmlns:a="http://schemas.openxmlformats.org/drawingml/2006/main">
            <a:rect l="0" t="0" r="0" b="0"/>
            <a:pathLst>
              <a:path w="1733550" h="495300">
                <a:moveTo>
                  <a:pt x="0" y="495300"/>
                </a:moveTo>
                <a:lnTo>
                  <a:pt x="247650" y="495300"/>
                </a:lnTo>
                <a:lnTo>
                  <a:pt x="495300" y="247650"/>
                </a:lnTo>
                <a:lnTo>
                  <a:pt x="990600" y="247650"/>
                </a:lnTo>
                <a:lnTo>
                  <a:pt x="1238250" y="0"/>
                </a:lnTo>
                <a:lnTo>
                  <a:pt x="1733550" y="0"/>
                </a:lnTo>
              </a:path>
            </a:pathLst>
          </a:custGeom>
          <a:noFill xmlns:a="http://schemas.openxmlformats.org/drawingml/2006/main"/>
          <a:ln xmlns:a="http://schemas.openxmlformats.org/drawingml/2006/main" w="23813">
            <a:solidFill>
              <a:srgbClr val="233440"/>
            </a:solidFill>
            <a:prstDash val="solid"/>
          </a:ln>
        </p:spPr>
      </p:sp>
      <p:sp>
        <p:nvSpPr>
          <p:cNvPr id="99" name="02_MEASURED__map_measurements_sample0">
            <a:extLst xmlns:a="http://schemas.openxmlformats.org/drawingml/2006/main">
              <a:ext uri="{FF2B5EF4-FFF2-40B4-BE49-F238E27FC236}">
                <a16:creationId xmlns:a16="http://schemas.microsoft.com/office/drawing/2014/main" id="{2CFF352D-DE62-4576-AC05-29EA19CF9610}"/>
              </a:ext>
            </a:extLst>
          </p:cNvPr>
          <p:cNvSpPr>
            <a:spLocks xmlns:a="http://schemas.openxmlformats.org/drawingml/2006/main" noGrp="1"/>
          </p:cNvSpPr>
          <p:nvPr/>
        </p:nvSpPr>
        <p:spPr>
          <a:xfrm xmlns:a="http://schemas.openxmlformats.org/drawingml/2006/main" rot="0" flipH="0" flipV="0">
            <a:off x="2735961" y="2968371"/>
            <a:ext cx="64008" cy="64008"/>
          </a:xfrm>
          <a:prstGeom xmlns:a="http://schemas.openxmlformats.org/drawingml/2006/main" prst="ellipse">
            <a:avLst/>
          </a:prstGeom>
          <a:solidFill xmlns:a="http://schemas.openxmlformats.org/drawingml/2006/main">
            <a:srgbClr val="FFFFFF"/>
          </a:solidFill>
          <a:ln xmlns:a="http://schemas.openxmlformats.org/drawingml/2006/main" w="17145">
            <a:solidFill>
              <a:srgbClr val="233440"/>
            </a:solidFill>
          </a:ln>
        </p:spPr>
      </p:sp>
      <p:sp>
        <p:nvSpPr>
          <p:cNvPr id="100" name="02_MEASURED__map_measurements_sample1">
            <a:extLst xmlns:a="http://schemas.openxmlformats.org/drawingml/2006/main">
              <a:ext uri="{FF2B5EF4-FFF2-40B4-BE49-F238E27FC236}">
                <a16:creationId xmlns:a16="http://schemas.microsoft.com/office/drawing/2014/main" id="{418B27C9-A2F4-42DA-A8A8-8D621B0ED2C9}"/>
              </a:ext>
            </a:extLst>
          </p:cNvPr>
          <p:cNvSpPr>
            <a:spLocks xmlns:a="http://schemas.openxmlformats.org/drawingml/2006/main" noGrp="1"/>
          </p:cNvSpPr>
          <p:nvPr/>
        </p:nvSpPr>
        <p:spPr>
          <a:xfrm xmlns:a="http://schemas.openxmlformats.org/drawingml/2006/main" rot="0" flipH="0" flipV="0">
            <a:off x="2934081" y="2968371"/>
            <a:ext cx="64008" cy="64008"/>
          </a:xfrm>
          <a:prstGeom xmlns:a="http://schemas.openxmlformats.org/drawingml/2006/main" prst="ellipse">
            <a:avLst/>
          </a:prstGeom>
          <a:solidFill xmlns:a="http://schemas.openxmlformats.org/drawingml/2006/main">
            <a:srgbClr val="FFFFFF"/>
          </a:solidFill>
          <a:ln xmlns:a="http://schemas.openxmlformats.org/drawingml/2006/main" w="17145">
            <a:solidFill>
              <a:srgbClr val="233440"/>
            </a:solidFill>
          </a:ln>
        </p:spPr>
      </p:sp>
      <p:sp>
        <p:nvSpPr>
          <p:cNvPr id="101" name="02_MEASURED__map_measurements_sample2">
            <a:extLst xmlns:a="http://schemas.openxmlformats.org/drawingml/2006/main">
              <a:ext uri="{FF2B5EF4-FFF2-40B4-BE49-F238E27FC236}">
                <a16:creationId xmlns:a16="http://schemas.microsoft.com/office/drawing/2014/main" id="{A26F30E5-5301-49B8-95A9-F573D082B062}"/>
              </a:ext>
            </a:extLst>
          </p:cNvPr>
          <p:cNvSpPr>
            <a:spLocks xmlns:a="http://schemas.openxmlformats.org/drawingml/2006/main" noGrp="1"/>
          </p:cNvSpPr>
          <p:nvPr/>
        </p:nvSpPr>
        <p:spPr>
          <a:xfrm xmlns:a="http://schemas.openxmlformats.org/drawingml/2006/main" rot="0" flipH="0" flipV="0">
            <a:off x="3132201" y="2770251"/>
            <a:ext cx="64008" cy="64008"/>
          </a:xfrm>
          <a:prstGeom xmlns:a="http://schemas.openxmlformats.org/drawingml/2006/main" prst="ellipse">
            <a:avLst/>
          </a:prstGeom>
          <a:solidFill xmlns:a="http://schemas.openxmlformats.org/drawingml/2006/main">
            <a:srgbClr val="FFFFFF"/>
          </a:solidFill>
          <a:ln xmlns:a="http://schemas.openxmlformats.org/drawingml/2006/main" w="17145">
            <a:solidFill>
              <a:srgbClr val="233440"/>
            </a:solidFill>
          </a:ln>
        </p:spPr>
      </p:sp>
      <p:sp>
        <p:nvSpPr>
          <p:cNvPr id="102" name="02_MEASURED__map_measurements_sample3">
            <a:extLst xmlns:a="http://schemas.openxmlformats.org/drawingml/2006/main">
              <a:ext uri="{FF2B5EF4-FFF2-40B4-BE49-F238E27FC236}">
                <a16:creationId xmlns:a16="http://schemas.microsoft.com/office/drawing/2014/main" id="{01A67FAA-DC75-41E2-A083-D91A51511894}"/>
              </a:ext>
            </a:extLst>
          </p:cNvPr>
          <p:cNvSpPr>
            <a:spLocks xmlns:a="http://schemas.openxmlformats.org/drawingml/2006/main" noGrp="1"/>
          </p:cNvSpPr>
          <p:nvPr/>
        </p:nvSpPr>
        <p:spPr>
          <a:xfrm xmlns:a="http://schemas.openxmlformats.org/drawingml/2006/main" rot="0" flipH="0" flipV="0">
            <a:off x="3528441" y="2770251"/>
            <a:ext cx="64008" cy="64008"/>
          </a:xfrm>
          <a:prstGeom xmlns:a="http://schemas.openxmlformats.org/drawingml/2006/main" prst="ellipse">
            <a:avLst/>
          </a:prstGeom>
          <a:solidFill xmlns:a="http://schemas.openxmlformats.org/drawingml/2006/main">
            <a:srgbClr val="FFFFFF"/>
          </a:solidFill>
          <a:ln xmlns:a="http://schemas.openxmlformats.org/drawingml/2006/main" w="17145">
            <a:solidFill>
              <a:srgbClr val="233440"/>
            </a:solidFill>
          </a:ln>
        </p:spPr>
      </p:sp>
      <p:sp>
        <p:nvSpPr>
          <p:cNvPr id="103" name="02_MEASURED__map_measurements_sample4">
            <a:extLst xmlns:a="http://schemas.openxmlformats.org/drawingml/2006/main">
              <a:ext uri="{FF2B5EF4-FFF2-40B4-BE49-F238E27FC236}">
                <a16:creationId xmlns:a16="http://schemas.microsoft.com/office/drawing/2014/main" id="{FA9F36C7-4363-48CD-BB4A-660033A37C5F}"/>
              </a:ext>
            </a:extLst>
          </p:cNvPr>
          <p:cNvSpPr>
            <a:spLocks xmlns:a="http://schemas.openxmlformats.org/drawingml/2006/main" noGrp="1"/>
          </p:cNvSpPr>
          <p:nvPr/>
        </p:nvSpPr>
        <p:spPr>
          <a:xfrm xmlns:a="http://schemas.openxmlformats.org/drawingml/2006/main" rot="0" flipH="0" flipV="0">
            <a:off x="3726561" y="2572131"/>
            <a:ext cx="64008" cy="64008"/>
          </a:xfrm>
          <a:prstGeom xmlns:a="http://schemas.openxmlformats.org/drawingml/2006/main" prst="ellipse">
            <a:avLst/>
          </a:prstGeom>
          <a:solidFill xmlns:a="http://schemas.openxmlformats.org/drawingml/2006/main">
            <a:srgbClr val="FFFFFF"/>
          </a:solidFill>
          <a:ln xmlns:a="http://schemas.openxmlformats.org/drawingml/2006/main" w="17145">
            <a:solidFill>
              <a:srgbClr val="233440"/>
            </a:solidFill>
          </a:ln>
        </p:spPr>
      </p:sp>
      <p:sp>
        <p:nvSpPr>
          <p:cNvPr id="104" name="02_MEASURED__map_measurements_sample5">
            <a:extLst xmlns:a="http://schemas.openxmlformats.org/drawingml/2006/main">
              <a:ext uri="{FF2B5EF4-FFF2-40B4-BE49-F238E27FC236}">
                <a16:creationId xmlns:a16="http://schemas.microsoft.com/office/drawing/2014/main" id="{74F49C17-FAA0-4229-AC67-46DE4BF29326}"/>
              </a:ext>
            </a:extLst>
          </p:cNvPr>
          <p:cNvSpPr>
            <a:spLocks xmlns:a="http://schemas.openxmlformats.org/drawingml/2006/main" noGrp="1"/>
          </p:cNvSpPr>
          <p:nvPr/>
        </p:nvSpPr>
        <p:spPr>
          <a:xfrm xmlns:a="http://schemas.openxmlformats.org/drawingml/2006/main" rot="0" flipH="0" flipV="0">
            <a:off x="4122801" y="2572131"/>
            <a:ext cx="64008" cy="64008"/>
          </a:xfrm>
          <a:prstGeom xmlns:a="http://schemas.openxmlformats.org/drawingml/2006/main" prst="ellipse">
            <a:avLst/>
          </a:prstGeom>
          <a:solidFill xmlns:a="http://schemas.openxmlformats.org/drawingml/2006/main">
            <a:srgbClr val="FFFFFF"/>
          </a:solidFill>
          <a:ln xmlns:a="http://schemas.openxmlformats.org/drawingml/2006/main" w="17145">
            <a:solidFill>
              <a:srgbClr val="233440"/>
            </a:solidFill>
          </a:ln>
        </p:spPr>
      </p:sp>
      <p:sp>
        <p:nvSpPr>
          <p:cNvPr id="105" name="02_MEASURED__f_observed">
            <a:extLst xmlns:a="http://schemas.openxmlformats.org/drawingml/2006/main">
              <a:ext uri="{FF2B5EF4-FFF2-40B4-BE49-F238E27FC236}">
                <a16:creationId xmlns:a16="http://schemas.microsoft.com/office/drawing/2014/main" id="{A9E7FB61-9988-4C50-A651-9122D154FD28}"/>
              </a:ext>
            </a:extLst>
          </p:cNvPr>
          <p:cNvSpPr>
            <a:spLocks xmlns:a="http://schemas.openxmlformats.org/drawingml/2006/main" noGrp="1"/>
          </p:cNvSpPr>
          <p:nvPr/>
        </p:nvSpPr>
        <p:spPr>
          <a:xfrm xmlns:a="http://schemas.openxmlformats.org/drawingml/2006/main" rot="0" flipH="0" flipV="0">
            <a:off x="2283333" y="3709543"/>
            <a:ext cx="2171700" cy="259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575" b="0">
                <a:solidFill>
                  <a:srgbClr val="233440"/>
                </a:solidFill>
                <a:latin typeface="Noto Sans CJK SC"/>
                <a:ea typeface="Noto Sans CJK SC"/>
                <a:cs typeface="Noto Sans CJK SC"/>
              </a:defRPr>
            </a:defPPr>
            <a:lvl1pPr algn="l">
              <a:defRPr sz="1575" b="0">
                <a:solidFill>
                  <a:srgbClr val="233440"/>
                </a:solidFill>
                <a:latin typeface="Noto Sans CJK SC"/>
                <a:ea typeface="Noto Sans CJK SC"/>
                <a:cs typeface="Noto Sans CJK SC"/>
              </a:defRPr>
            </a:lvl1pPr>
            <a:lvl2pPr algn="l">
              <a:defRPr sz="1575" b="0">
                <a:solidFill>
                  <a:srgbClr val="233440"/>
                </a:solidFill>
                <a:latin typeface="Noto Sans CJK SC"/>
                <a:ea typeface="Noto Sans CJK SC"/>
                <a:cs typeface="Noto Sans CJK SC"/>
              </a:defRPr>
            </a:lvl2pPr>
            <a:lvl3pPr algn="l">
              <a:defRPr sz="1575" b="0">
                <a:solidFill>
                  <a:srgbClr val="233440"/>
                </a:solidFill>
                <a:latin typeface="Noto Sans CJK SC"/>
                <a:ea typeface="Noto Sans CJK SC"/>
                <a:cs typeface="Noto Sans CJK SC"/>
              </a:defRPr>
            </a:lvl3pPr>
            <a:lvl4pPr algn="l">
              <a:defRPr sz="1575" b="0">
                <a:solidFill>
                  <a:srgbClr val="233440"/>
                </a:solidFill>
                <a:latin typeface="Noto Sans CJK SC"/>
                <a:ea typeface="Noto Sans CJK SC"/>
                <a:cs typeface="Noto Sans CJK SC"/>
              </a:defRPr>
            </a:lvl4pPr>
            <a:lvl5pPr algn="l">
              <a:defRPr sz="1575" b="0">
                <a:solidFill>
                  <a:srgbClr val="233440"/>
                </a:solidFill>
                <a:latin typeface="Noto Sans CJK SC"/>
                <a:ea typeface="Noto Sans CJK SC"/>
                <a:cs typeface="Noto Sans CJK SC"/>
              </a:defRPr>
            </a:lvl5pPr>
            <a:lvl6pPr algn="l">
              <a:defRPr sz="1575" b="0">
                <a:solidFill>
                  <a:srgbClr val="233440"/>
                </a:solidFill>
                <a:latin typeface="Noto Sans CJK SC"/>
                <a:ea typeface="Noto Sans CJK SC"/>
                <a:cs typeface="Noto Sans CJK SC"/>
              </a:defRPr>
            </a:lvl6pPr>
            <a:lvl7pPr algn="l">
              <a:defRPr sz="1575" b="0">
                <a:solidFill>
                  <a:srgbClr val="233440"/>
                </a:solidFill>
                <a:latin typeface="Noto Sans CJK SC"/>
                <a:ea typeface="Noto Sans CJK SC"/>
                <a:cs typeface="Noto Sans CJK SC"/>
              </a:defRPr>
            </a:lvl7pPr>
            <a:lvl8pPr algn="l">
              <a:defRPr sz="1575" b="0">
                <a:solidFill>
                  <a:srgbClr val="233440"/>
                </a:solidFill>
                <a:latin typeface="Noto Sans CJK SC"/>
                <a:ea typeface="Noto Sans CJK SC"/>
                <a:cs typeface="Noto Sans CJK SC"/>
              </a:defRPr>
            </a:lvl8pPr>
            <a:lvl9pPr algn="l">
              <a:defRPr sz="1575" b="0">
                <a:solidFill>
                  <a:srgbClr val="233440"/>
                </a:solidFill>
                <a:latin typeface="Noto Sans CJK SC"/>
                <a:ea typeface="Noto Sans CJK SC"/>
                <a:cs typeface="Noto Sans CJK SC"/>
              </a:defRPr>
            </a:lvl9pPr>
          </a:lstStyle>
          <a:p xmlns:a="http://schemas.openxmlformats.org/drawingml/2006/main">
            <a:pPr algn="l">
              <a:buNone/>
              <a:defRPr sz="1575" b="0">
                <a:solidFill>
                  <a:srgbClr val="233440"/>
                </a:solidFill>
                <a:latin typeface="Noto Sans CJK SC"/>
                <a:ea typeface="Noto Sans CJK SC"/>
                <a:cs typeface="Noto Sans CJK SC"/>
              </a:defRPr>
            </a:pPr>
            <a:r>
              <a:rPr sz="1575" b="0">
                <a:solidFill>
                  <a:srgbClr val="233440"/>
                </a:solidFill>
                <a:latin typeface="Noto Sans CJK SC"/>
                <a:ea typeface="Noto Sans CJK SC"/>
                <a:cs typeface="Noto Sans CJK SC"/>
              </a:rPr>
              <a:t>fᶻᵢ = p(Hᵢ | Z)</a:t>
            </a:r>
            <a:endParaRPr sz="2025" b="0">
              <a:solidFill>
                <a:srgbClr val="326D9A"/>
              </a:solidFill>
              <a:latin typeface="Arial"/>
              <a:ea typeface="Arial"/>
              <a:cs typeface="Arial"/>
            </a:endParaRPr>
          </a:p>
        </p:txBody>
      </p:sp>
      <p:sp>
        <p:nvSpPr>
          <p:cNvPr id="106" name="08_ROUTES__observations_to_map_port0">
            <a:extLst xmlns:a="http://schemas.openxmlformats.org/drawingml/2006/main">
              <a:ext uri="{FF2B5EF4-FFF2-40B4-BE49-F238E27FC236}">
                <a16:creationId xmlns:a16="http://schemas.microsoft.com/office/drawing/2014/main" id="{EA2B1022-9827-4DFC-BAE3-9F8C279D795F}"/>
              </a:ext>
            </a:extLst>
          </p:cNvPr>
          <p:cNvSpPr>
            <a:spLocks xmlns:a="http://schemas.openxmlformats.org/drawingml/2006/main" noGrp="1"/>
          </p:cNvSpPr>
          <p:nvPr/>
        </p:nvSpPr>
        <p:spPr>
          <a:xfrm xmlns:a="http://schemas.openxmlformats.org/drawingml/2006/main" rot="0" flipH="0" flipV="0">
            <a:off x="2127123" y="2801493"/>
            <a:ext cx="1524" cy="1524"/>
          </a:xfrm>
          <a:prstGeom xmlns:a="http://schemas.openxmlformats.org/drawingml/2006/main" prst="rect">
            <a:avLst/>
          </a:prstGeom>
          <a:noFill xmlns:a="http://schemas.openxmlformats.org/drawingml/2006/main"/>
          <a:ln xmlns:a="http://schemas.openxmlformats.org/drawingml/2006/main" w="0">
            <a:noFill/>
          </a:ln>
        </p:spPr>
      </p:sp>
      <p:sp>
        <p:nvSpPr>
          <p:cNvPr id="107" name="08_ROUTES__observations_to_map_port1">
            <a:extLst xmlns:a="http://schemas.openxmlformats.org/drawingml/2006/main">
              <a:ext uri="{FF2B5EF4-FFF2-40B4-BE49-F238E27FC236}">
                <a16:creationId xmlns:a16="http://schemas.microsoft.com/office/drawing/2014/main" id="{64908257-C4C2-4DE8-B7F1-0213C38F5385}"/>
              </a:ext>
            </a:extLst>
          </p:cNvPr>
          <p:cNvSpPr>
            <a:spLocks xmlns:a="http://schemas.openxmlformats.org/drawingml/2006/main" noGrp="1"/>
          </p:cNvSpPr>
          <p:nvPr/>
        </p:nvSpPr>
        <p:spPr>
          <a:xfrm xmlns:a="http://schemas.openxmlformats.org/drawingml/2006/main" rot="0" flipH="0" flipV="0">
            <a:off x="2332863" y="2801493"/>
            <a:ext cx="1524" cy="1524"/>
          </a:xfrm>
          <a:prstGeom xmlns:a="http://schemas.openxmlformats.org/drawingml/2006/main" prst="rect">
            <a:avLst/>
          </a:prstGeom>
          <a:noFill xmlns:a="http://schemas.openxmlformats.org/drawingml/2006/main"/>
          <a:ln xmlns:a="http://schemas.openxmlformats.org/drawingml/2006/main" w="0">
            <a:noFill/>
          </a:ln>
        </p:spPr>
      </p:sp>
      <p:cxnSp>
        <p:nvCxnSpPr>
          <p:cNvPr id="828" name="08_ROUTES__observations_to_map_segment0">
            <a:extLst xmlns:a="http://schemas.openxmlformats.org/drawingml/2006/main">
              <a:ext uri="{FF2B5EF4-FFF2-40B4-BE49-F238E27FC236}">
                <a16:creationId xmlns:a16="http://schemas.microsoft.com/office/drawing/2014/main" id="{325B71E9-EC13-4E84-8712-EDEF84D1DAF1}"/>
              </a:ext>
            </a:extLst>
          </p:cNvPr>
          <p:cNvCxnSpPr>
            <a:stCxn xmlns:a="http://schemas.openxmlformats.org/drawingml/2006/main" id="106" idx="3"/>
            <a:endCxn xmlns:a="http://schemas.openxmlformats.org/drawingml/2006/main" id="107" idx="1"/>
          </p:cNvCxnSpPr>
          <p:nvPr/>
        </p:nvCxnSpPr>
        <p:spPr>
          <a:xfrm xmlns:a="http://schemas.openxmlformats.org/drawingml/2006/main" rot="0" flipH="0" flipV="0">
            <a:off x="2128647" y="2802256"/>
            <a:ext cx="204216" cy="0"/>
          </a:xfrm>
          <a:prstGeom xmlns:a="http://schemas.openxmlformats.org/drawingml/2006/main" prst="straightConnector1">
            <a:avLst/>
          </a:prstGeom>
          <a:ln xmlns:a="http://schemas.openxmlformats.org/drawingml/2006/main" w="22860">
            <a:solidFill>
              <a:srgbClr val="326D9A"/>
            </a:solidFill>
            <a:headEnd type="none"/>
            <a:tailEnd type="triangle" w="med" len="med"/>
          </a:ln>
        </p:spPr>
      </p:cxnSp>
      <p:sp>
        <p:nvSpPr>
          <p:cNvPr id="109" name="02_MEASURED__confidence_title">
            <a:extLst xmlns:a="http://schemas.openxmlformats.org/drawingml/2006/main">
              <a:ext uri="{FF2B5EF4-FFF2-40B4-BE49-F238E27FC236}">
                <a16:creationId xmlns:a16="http://schemas.microsoft.com/office/drawing/2014/main" id="{0EF623CF-E66E-4BAF-ABC7-ADD0B1BB6953}"/>
              </a:ext>
            </a:extLst>
          </p:cNvPr>
          <p:cNvSpPr>
            <a:spLocks xmlns:a="http://schemas.openxmlformats.org/drawingml/2006/main" noGrp="1"/>
          </p:cNvSpPr>
          <p:nvPr/>
        </p:nvSpPr>
        <p:spPr>
          <a:xfrm xmlns:a="http://schemas.openxmlformats.org/drawingml/2006/main" rot="0" flipH="0" flipV="0">
            <a:off x="550545" y="4189095"/>
            <a:ext cx="2339340" cy="259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575" b="1">
                <a:solidFill>
                  <a:srgbClr val="233440"/>
                </a:solidFill>
                <a:latin typeface="Noto Sans CJK SC"/>
                <a:ea typeface="Noto Sans CJK SC"/>
                <a:cs typeface="Noto Sans CJK SC"/>
              </a:defRPr>
            </a:defPPr>
            <a:lvl1pPr algn="l">
              <a:defRPr sz="1575" b="1">
                <a:solidFill>
                  <a:srgbClr val="233440"/>
                </a:solidFill>
                <a:latin typeface="Noto Sans CJK SC"/>
                <a:ea typeface="Noto Sans CJK SC"/>
                <a:cs typeface="Noto Sans CJK SC"/>
              </a:defRPr>
            </a:lvl1pPr>
            <a:lvl2pPr algn="l">
              <a:defRPr sz="1575" b="1">
                <a:solidFill>
                  <a:srgbClr val="233440"/>
                </a:solidFill>
                <a:latin typeface="Noto Sans CJK SC"/>
                <a:ea typeface="Noto Sans CJK SC"/>
                <a:cs typeface="Noto Sans CJK SC"/>
              </a:defRPr>
            </a:lvl2pPr>
            <a:lvl3pPr algn="l">
              <a:defRPr sz="1575" b="1">
                <a:solidFill>
                  <a:srgbClr val="233440"/>
                </a:solidFill>
                <a:latin typeface="Noto Sans CJK SC"/>
                <a:ea typeface="Noto Sans CJK SC"/>
                <a:cs typeface="Noto Sans CJK SC"/>
              </a:defRPr>
            </a:lvl3pPr>
            <a:lvl4pPr algn="l">
              <a:defRPr sz="1575" b="1">
                <a:solidFill>
                  <a:srgbClr val="233440"/>
                </a:solidFill>
                <a:latin typeface="Noto Sans CJK SC"/>
                <a:ea typeface="Noto Sans CJK SC"/>
                <a:cs typeface="Noto Sans CJK SC"/>
              </a:defRPr>
            </a:lvl4pPr>
            <a:lvl5pPr algn="l">
              <a:defRPr sz="1575" b="1">
                <a:solidFill>
                  <a:srgbClr val="233440"/>
                </a:solidFill>
                <a:latin typeface="Noto Sans CJK SC"/>
                <a:ea typeface="Noto Sans CJK SC"/>
                <a:cs typeface="Noto Sans CJK SC"/>
              </a:defRPr>
            </a:lvl5pPr>
            <a:lvl6pPr algn="l">
              <a:defRPr sz="1575" b="1">
                <a:solidFill>
                  <a:srgbClr val="233440"/>
                </a:solidFill>
                <a:latin typeface="Noto Sans CJK SC"/>
                <a:ea typeface="Noto Sans CJK SC"/>
                <a:cs typeface="Noto Sans CJK SC"/>
              </a:defRPr>
            </a:lvl6pPr>
            <a:lvl7pPr algn="l">
              <a:defRPr sz="1575" b="1">
                <a:solidFill>
                  <a:srgbClr val="233440"/>
                </a:solidFill>
                <a:latin typeface="Noto Sans CJK SC"/>
                <a:ea typeface="Noto Sans CJK SC"/>
                <a:cs typeface="Noto Sans CJK SC"/>
              </a:defRPr>
            </a:lvl7pPr>
            <a:lvl8pPr algn="l">
              <a:defRPr sz="1575" b="1">
                <a:solidFill>
                  <a:srgbClr val="233440"/>
                </a:solidFill>
                <a:latin typeface="Noto Sans CJK SC"/>
                <a:ea typeface="Noto Sans CJK SC"/>
                <a:cs typeface="Noto Sans CJK SC"/>
              </a:defRPr>
            </a:lvl8pPr>
            <a:lvl9pPr algn="l">
              <a:defRPr sz="1575" b="1">
                <a:solidFill>
                  <a:srgbClr val="233440"/>
                </a:solidFill>
                <a:latin typeface="Noto Sans CJK SC"/>
                <a:ea typeface="Noto Sans CJK SC"/>
                <a:cs typeface="Noto Sans CJK SC"/>
              </a:defRPr>
            </a:lvl9pPr>
          </a:lstStyle>
          <a:p xmlns:a="http://schemas.openxmlformats.org/drawingml/2006/main">
            <a:pPr algn="l">
              <a:buNone/>
              <a:defRPr sz="1575" b="1">
                <a:solidFill>
                  <a:srgbClr val="233440"/>
                </a:solidFill>
                <a:latin typeface="Noto Sans CJK SC"/>
                <a:ea typeface="Noto Sans CJK SC"/>
                <a:cs typeface="Noto Sans CJK SC"/>
              </a:defRPr>
            </a:pPr>
            <a:r>
              <a:rPr sz="1575" b="1">
                <a:solidFill>
                  <a:srgbClr val="233440"/>
                </a:solidFill>
                <a:latin typeface="Noto Sans CJK SC"/>
                <a:ea typeface="Noto Sans CJK SC"/>
                <a:cs typeface="Noto Sans CJK SC"/>
              </a:rPr>
              <a:t>空间采样置信度 αᵢ</a:t>
            </a:r>
            <a:endParaRPr sz="1875" b="0">
              <a:solidFill>
                <a:srgbClr val="233440"/>
              </a:solidFill>
              <a:latin typeface="Arial"/>
              <a:ea typeface="Arial"/>
              <a:cs typeface="Arial"/>
            </a:endParaRPr>
          </a:p>
        </p:txBody>
      </p:sp>
      <p:sp>
        <p:nvSpPr>
          <p:cNvPr id="110" name="02_MEASURED__confidence0">
            <a:extLst xmlns:a="http://schemas.openxmlformats.org/drawingml/2006/main">
              <a:ext uri="{FF2B5EF4-FFF2-40B4-BE49-F238E27FC236}">
                <a16:creationId xmlns:a16="http://schemas.microsoft.com/office/drawing/2014/main" id="{E066BF30-AE21-45B9-B342-BB3A8F36CAD1}"/>
              </a:ext>
            </a:extLst>
          </p:cNvPr>
          <p:cNvSpPr>
            <a:spLocks xmlns:a="http://schemas.openxmlformats.org/drawingml/2006/main" noGrp="1"/>
          </p:cNvSpPr>
          <p:nvPr/>
        </p:nvSpPr>
        <p:spPr>
          <a:xfrm xmlns:a="http://schemas.openxmlformats.org/drawingml/2006/main" rot="0" flipH="0" flipV="0">
            <a:off x="2897505" y="4242435"/>
            <a:ext cx="190500" cy="160020"/>
          </a:xfrm>
          <a:prstGeom xmlns:a="http://schemas.openxmlformats.org/drawingml/2006/main" prst="rect">
            <a:avLst/>
          </a:prstGeom>
          <a:solidFill xmlns:a="http://schemas.openxmlformats.org/drawingml/2006/main">
            <a:srgbClr val="F3F6F9"/>
          </a:solidFill>
          <a:ln xmlns:a="http://schemas.openxmlformats.org/drawingml/2006/main" w="6668">
            <a:solidFill>
              <a:srgbClr val="FFFFFF"/>
            </a:solidFill>
          </a:ln>
        </p:spPr>
      </p:sp>
      <p:sp>
        <p:nvSpPr>
          <p:cNvPr id="111" name="02_MEASURED__confidence1">
            <a:extLst xmlns:a="http://schemas.openxmlformats.org/drawingml/2006/main">
              <a:ext uri="{FF2B5EF4-FFF2-40B4-BE49-F238E27FC236}">
                <a16:creationId xmlns:a16="http://schemas.microsoft.com/office/drawing/2014/main" id="{78844240-C51F-4B19-B558-1B57C2A1B992}"/>
              </a:ext>
            </a:extLst>
          </p:cNvPr>
          <p:cNvSpPr>
            <a:spLocks xmlns:a="http://schemas.openxmlformats.org/drawingml/2006/main" noGrp="1"/>
          </p:cNvSpPr>
          <p:nvPr/>
        </p:nvSpPr>
        <p:spPr>
          <a:xfrm xmlns:a="http://schemas.openxmlformats.org/drawingml/2006/main" rot="0" flipH="0" flipV="0">
            <a:off x="3110865" y="4242435"/>
            <a:ext cx="190500" cy="160020"/>
          </a:xfrm>
          <a:prstGeom xmlns:a="http://schemas.openxmlformats.org/drawingml/2006/main" prst="rect">
            <a:avLst/>
          </a:prstGeom>
          <a:solidFill xmlns:a="http://schemas.openxmlformats.org/drawingml/2006/main">
            <a:srgbClr val="D3DFE9"/>
          </a:solidFill>
          <a:ln xmlns:a="http://schemas.openxmlformats.org/drawingml/2006/main" w="6668">
            <a:solidFill>
              <a:srgbClr val="FFFFFF"/>
            </a:solidFill>
          </a:ln>
        </p:spPr>
      </p:sp>
      <p:sp>
        <p:nvSpPr>
          <p:cNvPr id="112" name="02_MEASURED__confidence2">
            <a:extLst xmlns:a="http://schemas.openxmlformats.org/drawingml/2006/main">
              <a:ext uri="{FF2B5EF4-FFF2-40B4-BE49-F238E27FC236}">
                <a16:creationId xmlns:a16="http://schemas.microsoft.com/office/drawing/2014/main" id="{F2BF5FD3-E2E4-493C-9130-ED02B3E00A65}"/>
              </a:ext>
            </a:extLst>
          </p:cNvPr>
          <p:cNvSpPr>
            <a:spLocks xmlns:a="http://schemas.openxmlformats.org/drawingml/2006/main" noGrp="1"/>
          </p:cNvSpPr>
          <p:nvPr/>
        </p:nvSpPr>
        <p:spPr>
          <a:xfrm xmlns:a="http://schemas.openxmlformats.org/drawingml/2006/main" rot="0" flipH="0" flipV="0">
            <a:off x="3324225" y="4242435"/>
            <a:ext cx="190500" cy="160020"/>
          </a:xfrm>
          <a:prstGeom xmlns:a="http://schemas.openxmlformats.org/drawingml/2006/main" prst="rect">
            <a:avLst/>
          </a:prstGeom>
          <a:solidFill xmlns:a="http://schemas.openxmlformats.org/drawingml/2006/main">
            <a:srgbClr val="B3C8D9"/>
          </a:solidFill>
          <a:ln xmlns:a="http://schemas.openxmlformats.org/drawingml/2006/main" w="6668">
            <a:solidFill>
              <a:srgbClr val="FFFFFF"/>
            </a:solidFill>
          </a:ln>
        </p:spPr>
      </p:sp>
      <p:sp>
        <p:nvSpPr>
          <p:cNvPr id="113" name="02_MEASURED__confidence3">
            <a:extLst xmlns:a="http://schemas.openxmlformats.org/drawingml/2006/main">
              <a:ext uri="{FF2B5EF4-FFF2-40B4-BE49-F238E27FC236}">
                <a16:creationId xmlns:a16="http://schemas.microsoft.com/office/drawing/2014/main" id="{BB458DCD-F1CB-400E-8F69-C750017A4403}"/>
              </a:ext>
            </a:extLst>
          </p:cNvPr>
          <p:cNvSpPr>
            <a:spLocks xmlns:a="http://schemas.openxmlformats.org/drawingml/2006/main" noGrp="1"/>
          </p:cNvSpPr>
          <p:nvPr/>
        </p:nvSpPr>
        <p:spPr>
          <a:xfrm xmlns:a="http://schemas.openxmlformats.org/drawingml/2006/main" rot="0" flipH="0" flipV="0">
            <a:off x="3537585" y="4242435"/>
            <a:ext cx="190500" cy="160020"/>
          </a:xfrm>
          <a:prstGeom xmlns:a="http://schemas.openxmlformats.org/drawingml/2006/main" prst="rect">
            <a:avLst/>
          </a:prstGeom>
          <a:solidFill xmlns:a="http://schemas.openxmlformats.org/drawingml/2006/main">
            <a:srgbClr val="93B2CA"/>
          </a:solidFill>
          <a:ln xmlns:a="http://schemas.openxmlformats.org/drawingml/2006/main" w="6668">
            <a:solidFill>
              <a:srgbClr val="FFFFFF"/>
            </a:solidFill>
          </a:ln>
        </p:spPr>
      </p:sp>
      <p:sp>
        <p:nvSpPr>
          <p:cNvPr id="114" name="02_MEASURED__confidence4">
            <a:extLst xmlns:a="http://schemas.openxmlformats.org/drawingml/2006/main">
              <a:ext uri="{FF2B5EF4-FFF2-40B4-BE49-F238E27FC236}">
                <a16:creationId xmlns:a16="http://schemas.microsoft.com/office/drawing/2014/main" id="{415EB997-F89D-44A5-893D-1C6A3D893E82}"/>
              </a:ext>
            </a:extLst>
          </p:cNvPr>
          <p:cNvSpPr>
            <a:spLocks xmlns:a="http://schemas.openxmlformats.org/drawingml/2006/main" noGrp="1"/>
          </p:cNvSpPr>
          <p:nvPr/>
        </p:nvSpPr>
        <p:spPr>
          <a:xfrm xmlns:a="http://schemas.openxmlformats.org/drawingml/2006/main" rot="0" flipH="0" flipV="0">
            <a:off x="3750945" y="4242435"/>
            <a:ext cx="190500" cy="160020"/>
          </a:xfrm>
          <a:prstGeom xmlns:a="http://schemas.openxmlformats.org/drawingml/2006/main" prst="rect">
            <a:avLst/>
          </a:prstGeom>
          <a:solidFill xmlns:a="http://schemas.openxmlformats.org/drawingml/2006/main">
            <a:srgbClr val="729BBA"/>
          </a:solidFill>
          <a:ln xmlns:a="http://schemas.openxmlformats.org/drawingml/2006/main" w="6668">
            <a:solidFill>
              <a:srgbClr val="FFFFFF"/>
            </a:solidFill>
          </a:ln>
        </p:spPr>
      </p:sp>
      <p:sp>
        <p:nvSpPr>
          <p:cNvPr id="115" name="02_MEASURED__confidence5">
            <a:extLst xmlns:a="http://schemas.openxmlformats.org/drawingml/2006/main">
              <a:ext uri="{FF2B5EF4-FFF2-40B4-BE49-F238E27FC236}">
                <a16:creationId xmlns:a16="http://schemas.microsoft.com/office/drawing/2014/main" id="{74BA17F5-5883-4BC1-BFDA-B76E6C73BD7A}"/>
              </a:ext>
            </a:extLst>
          </p:cNvPr>
          <p:cNvSpPr>
            <a:spLocks xmlns:a="http://schemas.openxmlformats.org/drawingml/2006/main" noGrp="1"/>
          </p:cNvSpPr>
          <p:nvPr/>
        </p:nvSpPr>
        <p:spPr>
          <a:xfrm xmlns:a="http://schemas.openxmlformats.org/drawingml/2006/main" rot="0" flipH="0" flipV="0">
            <a:off x="3964305" y="4242435"/>
            <a:ext cx="190500" cy="160020"/>
          </a:xfrm>
          <a:prstGeom xmlns:a="http://schemas.openxmlformats.org/drawingml/2006/main" prst="rect">
            <a:avLst/>
          </a:prstGeom>
          <a:solidFill xmlns:a="http://schemas.openxmlformats.org/drawingml/2006/main">
            <a:srgbClr val="5284AA"/>
          </a:solidFill>
          <a:ln xmlns:a="http://schemas.openxmlformats.org/drawingml/2006/main" w="6668">
            <a:solidFill>
              <a:srgbClr val="FFFFFF"/>
            </a:solidFill>
          </a:ln>
        </p:spPr>
      </p:sp>
      <p:sp>
        <p:nvSpPr>
          <p:cNvPr id="116" name="02_MEASURED__confidence6">
            <a:extLst xmlns:a="http://schemas.openxmlformats.org/drawingml/2006/main">
              <a:ext uri="{FF2B5EF4-FFF2-40B4-BE49-F238E27FC236}">
                <a16:creationId xmlns:a16="http://schemas.microsoft.com/office/drawing/2014/main" id="{58CC7675-CD5C-4B1C-A5FA-B6039C0714FA}"/>
              </a:ext>
            </a:extLst>
          </p:cNvPr>
          <p:cNvSpPr>
            <a:spLocks xmlns:a="http://schemas.openxmlformats.org/drawingml/2006/main" noGrp="1"/>
          </p:cNvSpPr>
          <p:nvPr/>
        </p:nvSpPr>
        <p:spPr>
          <a:xfrm xmlns:a="http://schemas.openxmlformats.org/drawingml/2006/main" rot="0" flipH="0" flipV="0">
            <a:off x="4177665" y="4242435"/>
            <a:ext cx="190500" cy="160020"/>
          </a:xfrm>
          <a:prstGeom xmlns:a="http://schemas.openxmlformats.org/drawingml/2006/main" prst="rect">
            <a:avLst/>
          </a:prstGeom>
          <a:solidFill xmlns:a="http://schemas.openxmlformats.org/drawingml/2006/main">
            <a:srgbClr val="326D9A"/>
          </a:solidFill>
          <a:ln xmlns:a="http://schemas.openxmlformats.org/drawingml/2006/main" w="6668">
            <a:solidFill>
              <a:srgbClr val="FFFFFF"/>
            </a:solidFill>
          </a:ln>
        </p:spPr>
      </p:sp>
      <p:sp>
        <p:nvSpPr>
          <p:cNvPr id="688" name="08_ROUTES__context_to_mapping_port1">
            <a:extLst xmlns:a="http://schemas.openxmlformats.org/drawingml/2006/main">
              <a:ext uri="{FF2B5EF4-FFF2-40B4-BE49-F238E27FC236}">
                <a16:creationId xmlns:a16="http://schemas.microsoft.com/office/drawing/2014/main" id="{ECEE39A7-EB9F-41A4-9FFA-6F3F7532E08C}"/>
              </a:ext>
            </a:extLst>
          </p:cNvPr>
          <p:cNvSpPr>
            <a:spLocks xmlns:a="http://schemas.openxmlformats.org/drawingml/2006/main" noGrp="1"/>
          </p:cNvSpPr>
          <p:nvPr/>
        </p:nvSpPr>
        <p:spPr>
          <a:xfrm xmlns:a="http://schemas.openxmlformats.org/drawingml/2006/main" rot="0" flipH="0" flipV="0">
            <a:off x="4458843" y="2702433"/>
            <a:ext cx="1524" cy="1524"/>
          </a:xfrm>
          <a:prstGeom xmlns:a="http://schemas.openxmlformats.org/drawingml/2006/main" prst="rect">
            <a:avLst/>
          </a:prstGeom>
          <a:noFill xmlns:a="http://schemas.openxmlformats.org/drawingml/2006/main"/>
          <a:ln xmlns:a="http://schemas.openxmlformats.org/drawingml/2006/main" w="0">
            <a:noFill/>
          </a:ln>
        </p:spPr>
      </p:sp>
      <p:sp>
        <p:nvSpPr>
          <p:cNvPr id="690" name="08_ROUTES__measured_to_comparison_port0">
            <a:extLst xmlns:a="http://schemas.openxmlformats.org/drawingml/2006/main">
              <a:ext uri="{FF2B5EF4-FFF2-40B4-BE49-F238E27FC236}">
                <a16:creationId xmlns:a16="http://schemas.microsoft.com/office/drawing/2014/main" id="{F08919B0-1A78-4397-BC3B-D1E93DA82796}"/>
              </a:ext>
            </a:extLst>
          </p:cNvPr>
          <p:cNvSpPr>
            <a:spLocks xmlns:a="http://schemas.openxmlformats.org/drawingml/2006/main" noGrp="1"/>
          </p:cNvSpPr>
          <p:nvPr/>
        </p:nvSpPr>
        <p:spPr>
          <a:xfrm xmlns:a="http://schemas.openxmlformats.org/drawingml/2006/main" rot="0" flipH="0" flipV="0">
            <a:off x="2492883" y="4676013"/>
            <a:ext cx="1524" cy="1524"/>
          </a:xfrm>
          <a:prstGeom xmlns:a="http://schemas.openxmlformats.org/drawingml/2006/main" prst="rect">
            <a:avLst/>
          </a:prstGeom>
          <a:noFill xmlns:a="http://schemas.openxmlformats.org/drawingml/2006/main"/>
          <a:ln xmlns:a="http://schemas.openxmlformats.org/drawingml/2006/main" w="0">
            <a:noFill/>
          </a:ln>
        </p:spPr>
      </p:sp>
      <p:sp>
        <p:nvSpPr>
          <p:cNvPr id="710" name="08_ROUTES__move_and_resample_port4">
            <a:extLst xmlns:a="http://schemas.openxmlformats.org/drawingml/2006/main">
              <a:ext uri="{FF2B5EF4-FFF2-40B4-BE49-F238E27FC236}">
                <a16:creationId xmlns:a16="http://schemas.microsoft.com/office/drawing/2014/main" id="{7534607C-F41C-400D-B08B-1FBAA0E53F5B}"/>
              </a:ext>
            </a:extLst>
          </p:cNvPr>
          <p:cNvSpPr>
            <a:spLocks xmlns:a="http://schemas.openxmlformats.org/drawingml/2006/main" noGrp="1"/>
          </p:cNvSpPr>
          <p:nvPr/>
        </p:nvSpPr>
        <p:spPr>
          <a:xfrm xmlns:a="http://schemas.openxmlformats.org/drawingml/2006/main" rot="0" flipH="0" flipV="0">
            <a:off x="344043" y="2809113"/>
            <a:ext cx="1524" cy="1524"/>
          </a:xfrm>
          <a:prstGeom xmlns:a="http://schemas.openxmlformats.org/drawingml/2006/main" prst="rect">
            <a:avLst/>
          </a:prstGeom>
          <a:noFill xmlns:a="http://schemas.openxmlformats.org/drawingml/2006/main"/>
          <a:ln xmlns:a="http://schemas.openxmlformats.org/drawingml/2006/main" w="0">
            <a:noFill/>
          </a:ln>
        </p:spPr>
      </p:sp>
      <p:sp>
        <p:nvSpPr>
          <p:cNvPr id="715" name="09_LEGEND__feedback_label">
            <a:extLst xmlns:a="http://schemas.openxmlformats.org/drawingml/2006/main">
              <a:ext uri="{FF2B5EF4-FFF2-40B4-BE49-F238E27FC236}">
                <a16:creationId xmlns:a16="http://schemas.microsoft.com/office/drawing/2014/main" id="{23116AA2-466E-42CF-95AD-FB7409B5CB92}"/>
              </a:ext>
            </a:extLst>
          </p:cNvPr>
          <p:cNvSpPr>
            <a:spLocks xmlns:a="http://schemas.openxmlformats.org/drawingml/2006/main" noGrp="1"/>
          </p:cNvSpPr>
          <p:nvPr/>
        </p:nvSpPr>
        <p:spPr>
          <a:xfrm xmlns:a="http://schemas.openxmlformats.org/drawingml/2006/main">
            <a:off x="3156585" y="7252335"/>
            <a:ext cx="5905500" cy="259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575" b="1">
                <a:solidFill>
                  <a:srgbClr val="233440"/>
                </a:solidFill>
                <a:latin typeface="Noto Sans CJK SC"/>
                <a:ea typeface="Noto Sans CJK SC"/>
                <a:cs typeface="Noto Sans CJK SC"/>
              </a:defRPr>
            </a:defPPr>
            <a:lvl1pPr algn="l">
              <a:defRPr sz="1575" b="1">
                <a:solidFill>
                  <a:srgbClr val="233440"/>
                </a:solidFill>
                <a:latin typeface="Noto Sans CJK SC"/>
                <a:ea typeface="Noto Sans CJK SC"/>
                <a:cs typeface="Noto Sans CJK SC"/>
              </a:defRPr>
            </a:lvl1pPr>
            <a:lvl2pPr algn="l">
              <a:defRPr sz="1575" b="1">
                <a:solidFill>
                  <a:srgbClr val="233440"/>
                </a:solidFill>
                <a:latin typeface="Noto Sans CJK SC"/>
                <a:ea typeface="Noto Sans CJK SC"/>
                <a:cs typeface="Noto Sans CJK SC"/>
              </a:defRPr>
            </a:lvl2pPr>
            <a:lvl3pPr algn="l">
              <a:defRPr sz="1575" b="1">
                <a:solidFill>
                  <a:srgbClr val="233440"/>
                </a:solidFill>
                <a:latin typeface="Noto Sans CJK SC"/>
                <a:ea typeface="Noto Sans CJK SC"/>
                <a:cs typeface="Noto Sans CJK SC"/>
              </a:defRPr>
            </a:lvl3pPr>
            <a:lvl4pPr algn="l">
              <a:defRPr sz="1575" b="1">
                <a:solidFill>
                  <a:srgbClr val="233440"/>
                </a:solidFill>
                <a:latin typeface="Noto Sans CJK SC"/>
                <a:ea typeface="Noto Sans CJK SC"/>
                <a:cs typeface="Noto Sans CJK SC"/>
              </a:defRPr>
            </a:lvl4pPr>
            <a:lvl5pPr algn="l">
              <a:defRPr sz="1575" b="1">
                <a:solidFill>
                  <a:srgbClr val="233440"/>
                </a:solidFill>
                <a:latin typeface="Noto Sans CJK SC"/>
                <a:ea typeface="Noto Sans CJK SC"/>
                <a:cs typeface="Noto Sans CJK SC"/>
              </a:defRPr>
            </a:lvl5pPr>
            <a:lvl6pPr algn="l">
              <a:defRPr sz="1575" b="1">
                <a:solidFill>
                  <a:srgbClr val="233440"/>
                </a:solidFill>
                <a:latin typeface="Noto Sans CJK SC"/>
                <a:ea typeface="Noto Sans CJK SC"/>
                <a:cs typeface="Noto Sans CJK SC"/>
              </a:defRPr>
            </a:lvl6pPr>
            <a:lvl7pPr algn="l">
              <a:defRPr sz="1575" b="1">
                <a:solidFill>
                  <a:srgbClr val="233440"/>
                </a:solidFill>
                <a:latin typeface="Noto Sans CJK SC"/>
                <a:ea typeface="Noto Sans CJK SC"/>
                <a:cs typeface="Noto Sans CJK SC"/>
              </a:defRPr>
            </a:lvl7pPr>
            <a:lvl8pPr algn="l">
              <a:defRPr sz="1575" b="1">
                <a:solidFill>
                  <a:srgbClr val="233440"/>
                </a:solidFill>
                <a:latin typeface="Noto Sans CJK SC"/>
                <a:ea typeface="Noto Sans CJK SC"/>
                <a:cs typeface="Noto Sans CJK SC"/>
              </a:defRPr>
            </a:lvl8pPr>
            <a:lvl9pPr algn="l">
              <a:defRPr sz="1575" b="1">
                <a:solidFill>
                  <a:srgbClr val="233440"/>
                </a:solidFill>
                <a:latin typeface="Noto Sans CJK SC"/>
                <a:ea typeface="Noto Sans CJK SC"/>
                <a:cs typeface="Noto Sans CJK SC"/>
              </a:defRPr>
            </a:lvl9pPr>
          </a:lstStyle>
          <a:p xmlns:a="http://schemas.openxmlformats.org/drawingml/2006/main">
            <a:pPr algn="l">
              <a:buNone/>
              <a:defRPr sz="1575" b="1">
                <a:solidFill>
                  <a:srgbClr val="233440"/>
                </a:solidFill>
                <a:latin typeface="Noto Sans CJK SC"/>
                <a:ea typeface="Noto Sans CJK SC"/>
                <a:cs typeface="Noto Sans CJK SC"/>
              </a:defRPr>
            </a:pPr>
            <a:r>
              <a:rPr sz="1575" b="1">
                <a:solidFill>
                  <a:srgbClr val="233440"/>
                </a:solidFill>
                <a:latin typeface="Noto Sans CJK SC"/>
                <a:ea typeface="Noto Sans CJK SC"/>
                <a:cs typeface="Noto Sans CJK SC"/>
              </a:rPr>
              <a:t>移动、采集气体与风、更新地图</a:t>
            </a:r>
            <a:endParaRPr sz="2025" b="0">
              <a:solidFill>
                <a:srgbClr val="233440"/>
              </a:solidFill>
              <a:latin typeface="Arial"/>
              <a:ea typeface="Arial"/>
              <a:cs typeface="Arial"/>
            </a:endParaRPr>
          </a:p>
        </p:txBody>
      </p:sp>
      <p:sp>
        <p:nvSpPr>
          <p:cNvPr id="716" name="09_LEGEND__disclosure">
            <a:extLst xmlns:a="http://schemas.openxmlformats.org/drawingml/2006/main">
              <a:ext uri="{FF2B5EF4-FFF2-40B4-BE49-F238E27FC236}">
                <a16:creationId xmlns:a16="http://schemas.microsoft.com/office/drawing/2014/main" id="{1F0B7C72-09BD-49F0-BCD3-FA7A96845B14}"/>
              </a:ext>
            </a:extLst>
          </p:cNvPr>
          <p:cNvSpPr>
            <a:spLocks xmlns:a="http://schemas.openxmlformats.org/drawingml/2006/main" noGrp="1"/>
          </p:cNvSpPr>
          <p:nvPr/>
        </p:nvSpPr>
        <p:spPr>
          <a:xfrm xmlns:a="http://schemas.openxmlformats.org/drawingml/2006/main">
            <a:off x="352425" y="7679055"/>
            <a:ext cx="8001000" cy="2209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575" b="0">
                <a:solidFill>
                  <a:srgbClr val="233440"/>
                </a:solidFill>
                <a:latin typeface="Noto Sans CJK SC"/>
                <a:ea typeface="Noto Sans CJK SC"/>
                <a:cs typeface="Noto Sans CJK SC"/>
              </a:defRPr>
            </a:defPPr>
            <a:lvl1pPr algn="l">
              <a:defRPr sz="1575" b="0">
                <a:solidFill>
                  <a:srgbClr val="233440"/>
                </a:solidFill>
                <a:latin typeface="Noto Sans CJK SC"/>
                <a:ea typeface="Noto Sans CJK SC"/>
                <a:cs typeface="Noto Sans CJK SC"/>
              </a:defRPr>
            </a:lvl1pPr>
            <a:lvl2pPr algn="l">
              <a:defRPr sz="1575" b="0">
                <a:solidFill>
                  <a:srgbClr val="233440"/>
                </a:solidFill>
                <a:latin typeface="Noto Sans CJK SC"/>
                <a:ea typeface="Noto Sans CJK SC"/>
                <a:cs typeface="Noto Sans CJK SC"/>
              </a:defRPr>
            </a:lvl2pPr>
            <a:lvl3pPr algn="l">
              <a:defRPr sz="1575" b="0">
                <a:solidFill>
                  <a:srgbClr val="233440"/>
                </a:solidFill>
                <a:latin typeface="Noto Sans CJK SC"/>
                <a:ea typeface="Noto Sans CJK SC"/>
                <a:cs typeface="Noto Sans CJK SC"/>
              </a:defRPr>
            </a:lvl3pPr>
            <a:lvl4pPr algn="l">
              <a:defRPr sz="1575" b="0">
                <a:solidFill>
                  <a:srgbClr val="233440"/>
                </a:solidFill>
                <a:latin typeface="Noto Sans CJK SC"/>
                <a:ea typeface="Noto Sans CJK SC"/>
                <a:cs typeface="Noto Sans CJK SC"/>
              </a:defRPr>
            </a:lvl4pPr>
            <a:lvl5pPr algn="l">
              <a:defRPr sz="1575" b="0">
                <a:solidFill>
                  <a:srgbClr val="233440"/>
                </a:solidFill>
                <a:latin typeface="Noto Sans CJK SC"/>
                <a:ea typeface="Noto Sans CJK SC"/>
                <a:cs typeface="Noto Sans CJK SC"/>
              </a:defRPr>
            </a:lvl5pPr>
            <a:lvl6pPr algn="l">
              <a:defRPr sz="1575" b="0">
                <a:solidFill>
                  <a:srgbClr val="233440"/>
                </a:solidFill>
                <a:latin typeface="Noto Sans CJK SC"/>
                <a:ea typeface="Noto Sans CJK SC"/>
                <a:cs typeface="Noto Sans CJK SC"/>
              </a:defRPr>
            </a:lvl6pPr>
            <a:lvl7pPr algn="l">
              <a:defRPr sz="1575" b="0">
                <a:solidFill>
                  <a:srgbClr val="233440"/>
                </a:solidFill>
                <a:latin typeface="Noto Sans CJK SC"/>
                <a:ea typeface="Noto Sans CJK SC"/>
                <a:cs typeface="Noto Sans CJK SC"/>
              </a:defRPr>
            </a:lvl7pPr>
            <a:lvl8pPr algn="l">
              <a:defRPr sz="1575" b="0">
                <a:solidFill>
                  <a:srgbClr val="233440"/>
                </a:solidFill>
                <a:latin typeface="Noto Sans CJK SC"/>
                <a:ea typeface="Noto Sans CJK SC"/>
                <a:cs typeface="Noto Sans CJK SC"/>
              </a:defRPr>
            </a:lvl8pPr>
            <a:lvl9pPr algn="l">
              <a:defRPr sz="1575" b="0">
                <a:solidFill>
                  <a:srgbClr val="233440"/>
                </a:solidFill>
                <a:latin typeface="Noto Sans CJK SC"/>
                <a:ea typeface="Noto Sans CJK SC"/>
                <a:cs typeface="Noto Sans CJK SC"/>
              </a:defRPr>
            </a:lvl9pPr>
          </a:lstStyle>
          <a:p xmlns:a="http://schemas.openxmlformats.org/drawingml/2006/main">
            <a:pPr algn="l">
              <a:buNone/>
              <a:defRPr sz="1575" b="0">
                <a:solidFill>
                  <a:srgbClr val="233440"/>
                </a:solidFill>
                <a:latin typeface="Noto Sans CJK SC"/>
                <a:ea typeface="Noto Sans CJK SC"/>
                <a:cs typeface="Noto Sans CJK SC"/>
              </a:defRPr>
            </a:pPr>
            <a:r>
              <a:rPr sz="1575" b="0">
                <a:solidFill>
                  <a:srgbClr val="233440"/>
                </a:solidFill>
                <a:latin typeface="Noto Sans CJK SC"/>
                <a:ea typeface="Noto Sans CJK SC"/>
                <a:cs typeface="Noto Sans CJK SC"/>
              </a:rPr>
              <a:t>原 PMFS 可编辑示意图，IEEE T-RO 2024</a:t>
            </a:r>
            <a:endParaRPr sz="1575" b="0">
              <a:solidFill>
                <a:srgbClr val="546572"/>
              </a:solidFill>
              <a:latin typeface="Arial"/>
              <a:ea typeface="Arial"/>
              <a:cs typeface="Arial"/>
            </a:endParaRPr>
          </a:p>
        </p:txBody>
      </p:sp>
      <p:sp>
        <p:nvSpPr>
          <p:cNvPr id="717" name="09_LEGEND__wall_legend">
            <a:extLst xmlns:a="http://schemas.openxmlformats.org/drawingml/2006/main">
              <a:ext uri="{FF2B5EF4-FFF2-40B4-BE49-F238E27FC236}">
                <a16:creationId xmlns:a16="http://schemas.microsoft.com/office/drawing/2014/main" id="{D0611D83-9D35-4098-AE6B-82DB0B393DF7}"/>
              </a:ext>
            </a:extLst>
          </p:cNvPr>
          <p:cNvSpPr>
            <a:spLocks xmlns:a="http://schemas.openxmlformats.org/drawingml/2006/main" noGrp="1"/>
          </p:cNvSpPr>
          <p:nvPr/>
        </p:nvSpPr>
        <p:spPr>
          <a:xfrm xmlns:a="http://schemas.openxmlformats.org/drawingml/2006/main">
            <a:off x="9839325" y="7717155"/>
            <a:ext cx="137160" cy="137160"/>
          </a:xfrm>
          <a:prstGeom xmlns:a="http://schemas.openxmlformats.org/drawingml/2006/main" prst="rect">
            <a:avLst/>
          </a:prstGeom>
          <a:solidFill xmlns:a="http://schemas.openxmlformats.org/drawingml/2006/main">
            <a:srgbClr val="606C73"/>
          </a:solidFill>
          <a:ln xmlns:a="http://schemas.openxmlformats.org/drawingml/2006/main" w="0">
            <a:noFill/>
          </a:ln>
        </p:spPr>
      </p:sp>
      <p:sp>
        <p:nvSpPr>
          <p:cNvPr id="718" name="09_LEGEND__wall_label">
            <a:extLst xmlns:a="http://schemas.openxmlformats.org/drawingml/2006/main">
              <a:ext uri="{FF2B5EF4-FFF2-40B4-BE49-F238E27FC236}">
                <a16:creationId xmlns:a16="http://schemas.microsoft.com/office/drawing/2014/main" id="{EDD09D8C-1BEA-4A12-A73F-040E099B0C95}"/>
              </a:ext>
            </a:extLst>
          </p:cNvPr>
          <p:cNvSpPr>
            <a:spLocks xmlns:a="http://schemas.openxmlformats.org/drawingml/2006/main" noGrp="1"/>
          </p:cNvSpPr>
          <p:nvPr/>
        </p:nvSpPr>
        <p:spPr>
          <a:xfrm xmlns:a="http://schemas.openxmlformats.org/drawingml/2006/main">
            <a:off x="10029825" y="7648575"/>
            <a:ext cx="807720" cy="2438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575" b="1">
                <a:solidFill>
                  <a:srgbClr val="233440"/>
                </a:solidFill>
                <a:latin typeface="Noto Sans CJK SC"/>
                <a:ea typeface="Noto Sans CJK SC"/>
                <a:cs typeface="Noto Sans CJK SC"/>
              </a:defRPr>
            </a:defPPr>
            <a:lvl1pPr algn="l">
              <a:defRPr sz="1575" b="1">
                <a:solidFill>
                  <a:srgbClr val="233440"/>
                </a:solidFill>
                <a:latin typeface="Noto Sans CJK SC"/>
                <a:ea typeface="Noto Sans CJK SC"/>
                <a:cs typeface="Noto Sans CJK SC"/>
              </a:defRPr>
            </a:lvl1pPr>
            <a:lvl2pPr algn="l">
              <a:defRPr sz="1575" b="1">
                <a:solidFill>
                  <a:srgbClr val="233440"/>
                </a:solidFill>
                <a:latin typeface="Noto Sans CJK SC"/>
                <a:ea typeface="Noto Sans CJK SC"/>
                <a:cs typeface="Noto Sans CJK SC"/>
              </a:defRPr>
            </a:lvl2pPr>
            <a:lvl3pPr algn="l">
              <a:defRPr sz="1575" b="1">
                <a:solidFill>
                  <a:srgbClr val="233440"/>
                </a:solidFill>
                <a:latin typeface="Noto Sans CJK SC"/>
                <a:ea typeface="Noto Sans CJK SC"/>
                <a:cs typeface="Noto Sans CJK SC"/>
              </a:defRPr>
            </a:lvl3pPr>
            <a:lvl4pPr algn="l">
              <a:defRPr sz="1575" b="1">
                <a:solidFill>
                  <a:srgbClr val="233440"/>
                </a:solidFill>
                <a:latin typeface="Noto Sans CJK SC"/>
                <a:ea typeface="Noto Sans CJK SC"/>
                <a:cs typeface="Noto Sans CJK SC"/>
              </a:defRPr>
            </a:lvl4pPr>
            <a:lvl5pPr algn="l">
              <a:defRPr sz="1575" b="1">
                <a:solidFill>
                  <a:srgbClr val="233440"/>
                </a:solidFill>
                <a:latin typeface="Noto Sans CJK SC"/>
                <a:ea typeface="Noto Sans CJK SC"/>
                <a:cs typeface="Noto Sans CJK SC"/>
              </a:defRPr>
            </a:lvl5pPr>
            <a:lvl6pPr algn="l">
              <a:defRPr sz="1575" b="1">
                <a:solidFill>
                  <a:srgbClr val="233440"/>
                </a:solidFill>
                <a:latin typeface="Noto Sans CJK SC"/>
                <a:ea typeface="Noto Sans CJK SC"/>
                <a:cs typeface="Noto Sans CJK SC"/>
              </a:defRPr>
            </a:lvl6pPr>
            <a:lvl7pPr algn="l">
              <a:defRPr sz="1575" b="1">
                <a:solidFill>
                  <a:srgbClr val="233440"/>
                </a:solidFill>
                <a:latin typeface="Noto Sans CJK SC"/>
                <a:ea typeface="Noto Sans CJK SC"/>
                <a:cs typeface="Noto Sans CJK SC"/>
              </a:defRPr>
            </a:lvl7pPr>
            <a:lvl8pPr algn="l">
              <a:defRPr sz="1575" b="1">
                <a:solidFill>
                  <a:srgbClr val="233440"/>
                </a:solidFill>
                <a:latin typeface="Noto Sans CJK SC"/>
                <a:ea typeface="Noto Sans CJK SC"/>
                <a:cs typeface="Noto Sans CJK SC"/>
              </a:defRPr>
            </a:lvl8pPr>
            <a:lvl9pPr algn="l">
              <a:defRPr sz="1575" b="1">
                <a:solidFill>
                  <a:srgbClr val="233440"/>
                </a:solidFill>
                <a:latin typeface="Noto Sans CJK SC"/>
                <a:ea typeface="Noto Sans CJK SC"/>
                <a:cs typeface="Noto Sans CJK SC"/>
              </a:defRPr>
            </a:lvl9pPr>
          </a:lstStyle>
          <a:p xmlns:a="http://schemas.openxmlformats.org/drawingml/2006/main">
            <a:pPr algn="l">
              <a:buNone/>
              <a:defRPr sz="1575" b="1">
                <a:solidFill>
                  <a:srgbClr val="233440"/>
                </a:solidFill>
                <a:latin typeface="Noto Sans CJK SC"/>
                <a:ea typeface="Noto Sans CJK SC"/>
                <a:cs typeface="Noto Sans CJK SC"/>
              </a:defRPr>
            </a:pPr>
            <a:r>
              <a:rPr sz="1575" b="1">
                <a:solidFill>
                  <a:srgbClr val="233440"/>
                </a:solidFill>
                <a:latin typeface="Noto Sans CJK SC"/>
                <a:ea typeface="Noto Sans CJK SC"/>
                <a:cs typeface="Noto Sans CJK SC"/>
              </a:rPr>
              <a:t>障碍</a:t>
            </a:r>
            <a:endParaRPr sz="1575" b="0">
              <a:solidFill>
                <a:srgbClr val="546572"/>
              </a:solidFill>
              <a:latin typeface="Arial"/>
              <a:ea typeface="Arial"/>
              <a:cs typeface="Arial"/>
            </a:endParaRPr>
          </a:p>
        </p:txBody>
      </p:sp>
      <p:sp>
        <p:nvSpPr>
          <p:cNvPr id="719" name="09_LEGEND__position_legend">
            <a:extLst xmlns:a="http://schemas.openxmlformats.org/drawingml/2006/main">
              <a:ext uri="{FF2B5EF4-FFF2-40B4-BE49-F238E27FC236}">
                <a16:creationId xmlns:a16="http://schemas.microsoft.com/office/drawing/2014/main" id="{EDABD25A-13B0-4537-AEE1-7B6FBD488A3B}"/>
              </a:ext>
            </a:extLst>
          </p:cNvPr>
          <p:cNvSpPr>
            <a:spLocks xmlns:a="http://schemas.openxmlformats.org/drawingml/2006/main" noGrp="1"/>
          </p:cNvSpPr>
          <p:nvPr/>
        </p:nvSpPr>
        <p:spPr>
          <a:xfrm xmlns:a="http://schemas.openxmlformats.org/drawingml/2006/main">
            <a:off x="10944225" y="7747635"/>
            <a:ext cx="76200" cy="76200"/>
          </a:xfrm>
          <a:prstGeom xmlns:a="http://schemas.openxmlformats.org/drawingml/2006/main" prst="ellipse">
            <a:avLst/>
          </a:prstGeom>
          <a:solidFill xmlns:a="http://schemas.openxmlformats.org/drawingml/2006/main">
            <a:srgbClr val="FFFFFF"/>
          </a:solidFill>
          <a:ln xmlns:a="http://schemas.openxmlformats.org/drawingml/2006/main" w="14288">
            <a:solidFill>
              <a:srgbClr val="233440"/>
            </a:solidFill>
          </a:ln>
        </p:spPr>
      </p:sp>
      <p:sp>
        <p:nvSpPr>
          <p:cNvPr id="720" name="09_LEGEND__position_label">
            <a:extLst xmlns:a="http://schemas.openxmlformats.org/drawingml/2006/main">
              <a:ext uri="{FF2B5EF4-FFF2-40B4-BE49-F238E27FC236}">
                <a16:creationId xmlns:a16="http://schemas.microsoft.com/office/drawing/2014/main" id="{EAAE8A7C-FDDA-47F5-9EC3-ED81CE87FD28}"/>
              </a:ext>
            </a:extLst>
          </p:cNvPr>
          <p:cNvSpPr>
            <a:spLocks xmlns:a="http://schemas.openxmlformats.org/drawingml/2006/main" noGrp="1"/>
          </p:cNvSpPr>
          <p:nvPr/>
        </p:nvSpPr>
        <p:spPr>
          <a:xfrm xmlns:a="http://schemas.openxmlformats.org/drawingml/2006/main">
            <a:off x="11081385" y="7648575"/>
            <a:ext cx="853440" cy="2438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575" b="1">
                <a:solidFill>
                  <a:srgbClr val="233440"/>
                </a:solidFill>
                <a:latin typeface="Noto Sans CJK SC"/>
                <a:ea typeface="Noto Sans CJK SC"/>
                <a:cs typeface="Noto Sans CJK SC"/>
              </a:defRPr>
            </a:defPPr>
            <a:lvl1pPr algn="l">
              <a:defRPr sz="1575" b="1">
                <a:solidFill>
                  <a:srgbClr val="233440"/>
                </a:solidFill>
                <a:latin typeface="Noto Sans CJK SC"/>
                <a:ea typeface="Noto Sans CJK SC"/>
                <a:cs typeface="Noto Sans CJK SC"/>
              </a:defRPr>
            </a:lvl1pPr>
            <a:lvl2pPr algn="l">
              <a:defRPr sz="1575" b="1">
                <a:solidFill>
                  <a:srgbClr val="233440"/>
                </a:solidFill>
                <a:latin typeface="Noto Sans CJK SC"/>
                <a:ea typeface="Noto Sans CJK SC"/>
                <a:cs typeface="Noto Sans CJK SC"/>
              </a:defRPr>
            </a:lvl2pPr>
            <a:lvl3pPr algn="l">
              <a:defRPr sz="1575" b="1">
                <a:solidFill>
                  <a:srgbClr val="233440"/>
                </a:solidFill>
                <a:latin typeface="Noto Sans CJK SC"/>
                <a:ea typeface="Noto Sans CJK SC"/>
                <a:cs typeface="Noto Sans CJK SC"/>
              </a:defRPr>
            </a:lvl3pPr>
            <a:lvl4pPr algn="l">
              <a:defRPr sz="1575" b="1">
                <a:solidFill>
                  <a:srgbClr val="233440"/>
                </a:solidFill>
                <a:latin typeface="Noto Sans CJK SC"/>
                <a:ea typeface="Noto Sans CJK SC"/>
                <a:cs typeface="Noto Sans CJK SC"/>
              </a:defRPr>
            </a:lvl4pPr>
            <a:lvl5pPr algn="l">
              <a:defRPr sz="1575" b="1">
                <a:solidFill>
                  <a:srgbClr val="233440"/>
                </a:solidFill>
                <a:latin typeface="Noto Sans CJK SC"/>
                <a:ea typeface="Noto Sans CJK SC"/>
                <a:cs typeface="Noto Sans CJK SC"/>
              </a:defRPr>
            </a:lvl5pPr>
            <a:lvl6pPr algn="l">
              <a:defRPr sz="1575" b="1">
                <a:solidFill>
                  <a:srgbClr val="233440"/>
                </a:solidFill>
                <a:latin typeface="Noto Sans CJK SC"/>
                <a:ea typeface="Noto Sans CJK SC"/>
                <a:cs typeface="Noto Sans CJK SC"/>
              </a:defRPr>
            </a:lvl6pPr>
            <a:lvl7pPr algn="l">
              <a:defRPr sz="1575" b="1">
                <a:solidFill>
                  <a:srgbClr val="233440"/>
                </a:solidFill>
                <a:latin typeface="Noto Sans CJK SC"/>
                <a:ea typeface="Noto Sans CJK SC"/>
                <a:cs typeface="Noto Sans CJK SC"/>
              </a:defRPr>
            </a:lvl7pPr>
            <a:lvl8pPr algn="l">
              <a:defRPr sz="1575" b="1">
                <a:solidFill>
                  <a:srgbClr val="233440"/>
                </a:solidFill>
                <a:latin typeface="Noto Sans CJK SC"/>
                <a:ea typeface="Noto Sans CJK SC"/>
                <a:cs typeface="Noto Sans CJK SC"/>
              </a:defRPr>
            </a:lvl8pPr>
            <a:lvl9pPr algn="l">
              <a:defRPr sz="1575" b="1">
                <a:solidFill>
                  <a:srgbClr val="233440"/>
                </a:solidFill>
                <a:latin typeface="Noto Sans CJK SC"/>
                <a:ea typeface="Noto Sans CJK SC"/>
                <a:cs typeface="Noto Sans CJK SC"/>
              </a:defRPr>
            </a:lvl9pPr>
          </a:lstStyle>
          <a:p xmlns:a="http://schemas.openxmlformats.org/drawingml/2006/main">
            <a:pPr algn="l">
              <a:buNone/>
              <a:defRPr sz="1575" b="1">
                <a:solidFill>
                  <a:srgbClr val="233440"/>
                </a:solidFill>
                <a:latin typeface="Noto Sans CJK SC"/>
                <a:ea typeface="Noto Sans CJK SC"/>
                <a:cs typeface="Noto Sans CJK SC"/>
              </a:defRPr>
            </a:pPr>
            <a:r>
              <a:rPr sz="1575" b="1">
                <a:solidFill>
                  <a:srgbClr val="233440"/>
                </a:solidFill>
                <a:latin typeface="Noto Sans CJK SC"/>
                <a:ea typeface="Noto Sans CJK SC"/>
                <a:cs typeface="Noto Sans CJK SC"/>
              </a:rPr>
              <a:t>测点</a:t>
            </a:r>
            <a:endParaRPr sz="1575" b="0">
              <a:solidFill>
                <a:srgbClr val="546572"/>
              </a:solidFill>
              <a:latin typeface="Arial"/>
              <a:ea typeface="Arial"/>
              <a:cs typeface="Arial"/>
            </a:endParaRPr>
          </a:p>
        </p:txBody>
      </p:sp>
      <p:cxnSp>
        <p:nvCxnSpPr>
          <p:cNvPr id="1409" name="08_ROUTES__context_to_mapping_segment0">
            <a:extLst xmlns:a="http://schemas.openxmlformats.org/drawingml/2006/main">
              <a:ext uri="{FF2B5EF4-FFF2-40B4-BE49-F238E27FC236}">
                <a16:creationId xmlns:a16="http://schemas.microsoft.com/office/drawing/2014/main" id="{01C3E777-D54E-4295-85AA-1249AD470499}"/>
              </a:ext>
            </a:extLst>
          </p:cNvPr>
          <p:cNvCxnSpPr>
            <a:stCxn xmlns:a="http://schemas.openxmlformats.org/drawingml/2006/main" id="687" idx="1"/>
            <a:endCxn xmlns:a="http://schemas.openxmlformats.org/drawingml/2006/main" id="688" idx="3"/>
          </p:cNvCxnSpPr>
          <p:nvPr/>
        </p:nvCxnSpPr>
        <p:spPr>
          <a:xfrm xmlns:a="http://schemas.openxmlformats.org/drawingml/2006/main" flipH="1">
            <a:off x="4460367" y="2703196"/>
            <a:ext cx="775716" cy="0"/>
          </a:xfrm>
          <a:prstGeom xmlns:a="http://schemas.openxmlformats.org/drawingml/2006/main" prst="straightConnector1">
            <a:avLst/>
          </a:prstGeom>
          <a:ln xmlns:a="http://schemas.openxmlformats.org/drawingml/2006/main" w="20955">
            <a:solidFill>
              <a:srgbClr val="26847D"/>
            </a:solidFill>
            <a:headEnd type="none"/>
            <a:tailEnd type="triangle" w="med" len="med"/>
          </a:ln>
        </p:spPr>
      </p:cxnSp>
      <p:cxnSp>
        <p:nvCxnSpPr>
          <p:cNvPr id="1412" name="08_ROUTES__measured_to_comparison_segment0">
            <a:extLst xmlns:a="http://schemas.openxmlformats.org/drawingml/2006/main">
              <a:ext uri="{FF2B5EF4-FFF2-40B4-BE49-F238E27FC236}">
                <a16:creationId xmlns:a16="http://schemas.microsoft.com/office/drawing/2014/main" id="{60286406-C509-4A4E-8921-3F829FDFC1C2}"/>
              </a:ext>
            </a:extLst>
          </p:cNvPr>
          <p:cNvCxnSpPr>
            <a:stCxn xmlns:a="http://schemas.openxmlformats.org/drawingml/2006/main" id="690" idx="2"/>
            <a:endCxn xmlns:a="http://schemas.openxmlformats.org/drawingml/2006/main" id="691" idx="0"/>
          </p:cNvCxnSpPr>
          <p:nvPr/>
        </p:nvCxnSpPr>
        <p:spPr>
          <a:xfrm xmlns:a="http://schemas.openxmlformats.org/drawingml/2006/main" flipH="0" flipV="0">
            <a:off x="2493646" y="4677537"/>
            <a:ext cx="0" cy="295656"/>
          </a:xfrm>
          <a:prstGeom xmlns:a="http://schemas.openxmlformats.org/drawingml/2006/main" prst="straightConnector1">
            <a:avLst/>
          </a:prstGeom>
          <a:ln xmlns:a="http://schemas.openxmlformats.org/drawingml/2006/main" w="26670">
            <a:solidFill>
              <a:srgbClr val="326D9A"/>
            </a:solidFill>
            <a:headEnd type="none"/>
            <a:tailEnd type="triangle" w="med" len="med"/>
          </a:ln>
        </p:spPr>
      </p:cxnSp>
      <p:cxnSp>
        <p:nvCxnSpPr>
          <p:cNvPr id="1417" name="08_ROUTES__predictions_to_comparison_segment0">
            <a:extLst xmlns:a="http://schemas.openxmlformats.org/drawingml/2006/main">
              <a:ext uri="{FF2B5EF4-FFF2-40B4-BE49-F238E27FC236}">
                <a16:creationId xmlns:a16="http://schemas.microsoft.com/office/drawing/2014/main" id="{23FA3F8A-B6F8-4651-BB6B-8681EEA1E4A1}"/>
              </a:ext>
            </a:extLst>
          </p:cNvPr>
          <p:cNvCxnSpPr>
            <a:stCxn xmlns:a="http://schemas.openxmlformats.org/drawingml/2006/main" id="693" idx="2"/>
            <a:endCxn xmlns:a="http://schemas.openxmlformats.org/drawingml/2006/main" id="694" idx="0"/>
          </p:cNvCxnSpPr>
          <p:nvPr/>
        </p:nvCxnSpPr>
        <p:spPr>
          <a:xfrm xmlns:a="http://schemas.openxmlformats.org/drawingml/2006/main" flipH="0" flipV="0">
            <a:off x="7378066" y="4677537"/>
            <a:ext cx="0" cy="150876"/>
          </a:xfrm>
          <a:prstGeom xmlns:a="http://schemas.openxmlformats.org/drawingml/2006/main" prst="straightConnector1">
            <a:avLst/>
          </a:prstGeom>
          <a:ln xmlns:a="http://schemas.openxmlformats.org/drawingml/2006/main" w="26670">
            <a:solidFill>
              <a:srgbClr val="26847D"/>
            </a:solidFill>
            <a:headEnd type="none"/>
            <a:tailEnd type="none" w="med" len="med"/>
          </a:ln>
        </p:spPr>
      </p:cxnSp>
      <p:cxnSp>
        <p:nvCxnSpPr>
          <p:cNvPr id="1418" name="08_ROUTES__predictions_to_comparison_segment1">
            <a:extLst xmlns:a="http://schemas.openxmlformats.org/drawingml/2006/main">
              <a:ext uri="{FF2B5EF4-FFF2-40B4-BE49-F238E27FC236}">
                <a16:creationId xmlns:a16="http://schemas.microsoft.com/office/drawing/2014/main" id="{B4D0EDFF-0078-484B-A792-642878BECE99}"/>
              </a:ext>
            </a:extLst>
          </p:cNvPr>
          <p:cNvCxnSpPr>
            <a:stCxn xmlns:a="http://schemas.openxmlformats.org/drawingml/2006/main" id="694" idx="1"/>
            <a:endCxn xmlns:a="http://schemas.openxmlformats.org/drawingml/2006/main" id="695" idx="3"/>
          </p:cNvCxnSpPr>
          <p:nvPr/>
        </p:nvCxnSpPr>
        <p:spPr>
          <a:xfrm xmlns:a="http://schemas.openxmlformats.org/drawingml/2006/main" flipH="1">
            <a:off x="5009007" y="4829176"/>
            <a:ext cx="2368296" cy="0"/>
          </a:xfrm>
          <a:prstGeom xmlns:a="http://schemas.openxmlformats.org/drawingml/2006/main" prst="straightConnector1">
            <a:avLst/>
          </a:prstGeom>
          <a:ln xmlns:a="http://schemas.openxmlformats.org/drawingml/2006/main" w="26670">
            <a:solidFill>
              <a:srgbClr val="26847D"/>
            </a:solidFill>
            <a:headEnd type="none"/>
            <a:tailEnd type="none" w="med" len="med"/>
          </a:ln>
        </p:spPr>
      </p:cxnSp>
      <p:cxnSp>
        <p:nvCxnSpPr>
          <p:cNvPr id="1419" name="08_ROUTES__predictions_to_comparison_segment2">
            <a:extLst xmlns:a="http://schemas.openxmlformats.org/drawingml/2006/main">
              <a:ext uri="{FF2B5EF4-FFF2-40B4-BE49-F238E27FC236}">
                <a16:creationId xmlns:a16="http://schemas.microsoft.com/office/drawing/2014/main" id="{95FC1328-89F5-4EAB-B78C-39BDC11C36F3}"/>
              </a:ext>
            </a:extLst>
          </p:cNvPr>
          <p:cNvCxnSpPr>
            <a:stCxn xmlns:a="http://schemas.openxmlformats.org/drawingml/2006/main" id="695" idx="2"/>
            <a:endCxn xmlns:a="http://schemas.openxmlformats.org/drawingml/2006/main" id="696" idx="0"/>
          </p:cNvCxnSpPr>
          <p:nvPr/>
        </p:nvCxnSpPr>
        <p:spPr>
          <a:xfrm xmlns:a="http://schemas.openxmlformats.org/drawingml/2006/main">
            <a:off x="5008246" y="4829937"/>
            <a:ext cx="0" cy="143256"/>
          </a:xfrm>
          <a:prstGeom xmlns:a="http://schemas.openxmlformats.org/drawingml/2006/main" prst="straightConnector1">
            <a:avLst/>
          </a:prstGeom>
          <a:ln xmlns:a="http://schemas.openxmlformats.org/drawingml/2006/main" w="26670">
            <a:solidFill>
              <a:srgbClr val="26847D"/>
            </a:solidFill>
            <a:headEnd type="none"/>
            <a:tailEnd type="triangle" w="med" len="med"/>
          </a:ln>
        </p:spPr>
      </p:cxnSp>
      <p:cxnSp>
        <p:nvCxnSpPr>
          <p:cNvPr id="1422" name="08_ROUTES__predictions_to_planning_segment0">
            <a:extLst xmlns:a="http://schemas.openxmlformats.org/drawingml/2006/main">
              <a:ext uri="{FF2B5EF4-FFF2-40B4-BE49-F238E27FC236}">
                <a16:creationId xmlns:a16="http://schemas.microsoft.com/office/drawing/2014/main" id="{96B3FC0C-4448-4164-8072-00FCC683BA36}"/>
              </a:ext>
            </a:extLst>
          </p:cNvPr>
          <p:cNvCxnSpPr>
            <a:stCxn xmlns:a="http://schemas.openxmlformats.org/drawingml/2006/main" id="700" idx="2"/>
            <a:endCxn xmlns:a="http://schemas.openxmlformats.org/drawingml/2006/main" id="701" idx="0"/>
          </p:cNvCxnSpPr>
          <p:nvPr/>
        </p:nvCxnSpPr>
        <p:spPr>
          <a:xfrm xmlns:a="http://schemas.openxmlformats.org/drawingml/2006/main">
            <a:off x="10852786" y="4677537"/>
            <a:ext cx="0" cy="295656"/>
          </a:xfrm>
          <a:prstGeom xmlns:a="http://schemas.openxmlformats.org/drawingml/2006/main" prst="straightConnector1">
            <a:avLst/>
          </a:prstGeom>
          <a:ln xmlns:a="http://schemas.openxmlformats.org/drawingml/2006/main" w="26670">
            <a:solidFill>
              <a:srgbClr val="26847D"/>
            </a:solidFill>
            <a:headEnd type="none"/>
            <a:tailEnd type="triangle" w="med" len="med"/>
          </a:ln>
        </p:spPr>
      </p:cxnSp>
      <p:cxnSp>
        <p:nvCxnSpPr>
          <p:cNvPr id="1425" name="08_ROUTES__posterior_to_planning_segment0">
            <a:extLst xmlns:a="http://schemas.openxmlformats.org/drawingml/2006/main">
              <a:ext uri="{FF2B5EF4-FFF2-40B4-BE49-F238E27FC236}">
                <a16:creationId xmlns:a16="http://schemas.microsoft.com/office/drawing/2014/main" id="{3C419140-9D8F-449B-99D5-A977E577D1DB}"/>
              </a:ext>
            </a:extLst>
          </p:cNvPr>
          <p:cNvCxnSpPr>
            <a:stCxn xmlns:a="http://schemas.openxmlformats.org/drawingml/2006/main" id="703" idx="3"/>
            <a:endCxn xmlns:a="http://schemas.openxmlformats.org/drawingml/2006/main" id="704" idx="1"/>
          </p:cNvCxnSpPr>
          <p:nvPr/>
        </p:nvCxnSpPr>
        <p:spPr>
          <a:xfrm xmlns:a="http://schemas.openxmlformats.org/drawingml/2006/main">
            <a:off x="7744587" y="6094096"/>
            <a:ext cx="295656" cy="0"/>
          </a:xfrm>
          <a:prstGeom xmlns:a="http://schemas.openxmlformats.org/drawingml/2006/main" prst="straightConnector1">
            <a:avLst/>
          </a:prstGeom>
          <a:ln xmlns:a="http://schemas.openxmlformats.org/drawingml/2006/main" w="26670">
            <a:solidFill>
              <a:srgbClr val="6C648E"/>
            </a:solidFill>
            <a:headEnd type="none"/>
            <a:tailEnd type="triangle" w="med" len="med"/>
          </a:ln>
        </p:spPr>
      </p:cxnSp>
      <p:cxnSp>
        <p:nvCxnSpPr>
          <p:cNvPr id="1431" name="08_ROUTES__move_and_resample_segment0">
            <a:extLst xmlns:a="http://schemas.openxmlformats.org/drawingml/2006/main">
              <a:ext uri="{FF2B5EF4-FFF2-40B4-BE49-F238E27FC236}">
                <a16:creationId xmlns:a16="http://schemas.microsoft.com/office/drawing/2014/main" id="{BA813D3A-714C-43C8-B507-E1FCA63D8202}"/>
              </a:ext>
            </a:extLst>
          </p:cNvPr>
          <p:cNvCxnSpPr>
            <a:stCxn xmlns:a="http://schemas.openxmlformats.org/drawingml/2006/main" id="706" idx="2"/>
            <a:endCxn xmlns:a="http://schemas.openxmlformats.org/drawingml/2006/main" id="707" idx="0"/>
          </p:cNvCxnSpPr>
          <p:nvPr/>
        </p:nvCxnSpPr>
        <p:spPr>
          <a:xfrm xmlns:a="http://schemas.openxmlformats.org/drawingml/2006/main">
            <a:off x="10113646" y="7184517"/>
            <a:ext cx="0" cy="402336"/>
          </a:xfrm>
          <a:prstGeom xmlns:a="http://schemas.openxmlformats.org/drawingml/2006/main" prst="straightConnector1">
            <a:avLst/>
          </a:prstGeom>
          <a:ln xmlns:a="http://schemas.openxmlformats.org/drawingml/2006/main" w="22860">
            <a:solidFill>
              <a:srgbClr val="233440"/>
            </a:solidFill>
            <a:headEnd type="none"/>
            <a:tailEnd type="none" w="med" len="med"/>
          </a:ln>
        </p:spPr>
      </p:cxnSp>
      <p:cxnSp>
        <p:nvCxnSpPr>
          <p:cNvPr id="1432" name="08_ROUTES__move_and_resample_segment1">
            <a:extLst xmlns:a="http://schemas.openxmlformats.org/drawingml/2006/main">
              <a:ext uri="{FF2B5EF4-FFF2-40B4-BE49-F238E27FC236}">
                <a16:creationId xmlns:a16="http://schemas.microsoft.com/office/drawing/2014/main" id="{F280DD15-7725-4DDD-A4C8-2C47F76A8148}"/>
              </a:ext>
            </a:extLst>
          </p:cNvPr>
          <p:cNvCxnSpPr>
            <a:stCxn xmlns:a="http://schemas.openxmlformats.org/drawingml/2006/main" id="707" idx="1"/>
            <a:endCxn xmlns:a="http://schemas.openxmlformats.org/drawingml/2006/main" id="708" idx="3"/>
          </p:cNvCxnSpPr>
          <p:nvPr/>
        </p:nvCxnSpPr>
        <p:spPr>
          <a:xfrm xmlns:a="http://schemas.openxmlformats.org/drawingml/2006/main" flipH="1">
            <a:off x="200787" y="7587616"/>
            <a:ext cx="9912096" cy="0"/>
          </a:xfrm>
          <a:prstGeom xmlns:a="http://schemas.openxmlformats.org/drawingml/2006/main" prst="straightConnector1">
            <a:avLst/>
          </a:prstGeom>
          <a:ln xmlns:a="http://schemas.openxmlformats.org/drawingml/2006/main" w="22860">
            <a:solidFill>
              <a:srgbClr val="233440"/>
            </a:solidFill>
            <a:headEnd type="none"/>
            <a:tailEnd type="none" w="med" len="med"/>
          </a:ln>
        </p:spPr>
      </p:cxnSp>
      <p:cxnSp>
        <p:nvCxnSpPr>
          <p:cNvPr id="1433" name="08_ROUTES__move_and_resample_segment2">
            <a:extLst xmlns:a="http://schemas.openxmlformats.org/drawingml/2006/main">
              <a:ext uri="{FF2B5EF4-FFF2-40B4-BE49-F238E27FC236}">
                <a16:creationId xmlns:a16="http://schemas.microsoft.com/office/drawing/2014/main" id="{CA60C2FA-7191-4258-BD01-898D25C04B6E}"/>
              </a:ext>
            </a:extLst>
          </p:cNvPr>
          <p:cNvCxnSpPr>
            <a:stCxn xmlns:a="http://schemas.openxmlformats.org/drawingml/2006/main" id="708" idx="0"/>
            <a:endCxn xmlns:a="http://schemas.openxmlformats.org/drawingml/2006/main" id="709" idx="2"/>
          </p:cNvCxnSpPr>
          <p:nvPr/>
        </p:nvCxnSpPr>
        <p:spPr>
          <a:xfrm xmlns:a="http://schemas.openxmlformats.org/drawingml/2006/main" flipH="0" flipV="1">
            <a:off x="200026" y="2810637"/>
            <a:ext cx="0" cy="4776216"/>
          </a:xfrm>
          <a:prstGeom xmlns:a="http://schemas.openxmlformats.org/drawingml/2006/main" prst="straightConnector1">
            <a:avLst/>
          </a:prstGeom>
          <a:ln xmlns:a="http://schemas.openxmlformats.org/drawingml/2006/main" w="22860">
            <a:solidFill>
              <a:srgbClr val="233440"/>
            </a:solidFill>
            <a:headEnd type="none"/>
            <a:tailEnd type="none" w="med" len="med"/>
          </a:ln>
        </p:spPr>
      </p:cxnSp>
      <p:cxnSp>
        <p:nvCxnSpPr>
          <p:cNvPr id="1434" name="08_ROUTES__move_and_resample_segment3">
            <a:extLst xmlns:a="http://schemas.openxmlformats.org/drawingml/2006/main">
              <a:ext uri="{FF2B5EF4-FFF2-40B4-BE49-F238E27FC236}">
                <a16:creationId xmlns:a16="http://schemas.microsoft.com/office/drawing/2014/main" id="{B139D4D0-BEDE-4D79-8C68-AFBCE4ED8062}"/>
              </a:ext>
            </a:extLst>
          </p:cNvPr>
          <p:cNvCxnSpPr>
            <a:stCxn xmlns:a="http://schemas.openxmlformats.org/drawingml/2006/main" id="709" idx="3"/>
            <a:endCxn xmlns:a="http://schemas.openxmlformats.org/drawingml/2006/main" id="710" idx="1"/>
          </p:cNvCxnSpPr>
          <p:nvPr/>
        </p:nvCxnSpPr>
        <p:spPr>
          <a:xfrm xmlns:a="http://schemas.openxmlformats.org/drawingml/2006/main">
            <a:off x="200787" y="2809876"/>
            <a:ext cx="143256" cy="0"/>
          </a:xfrm>
          <a:prstGeom xmlns:a="http://schemas.openxmlformats.org/drawingml/2006/main" prst="straightConnector1">
            <a:avLst/>
          </a:prstGeom>
          <a:ln xmlns:a="http://schemas.openxmlformats.org/drawingml/2006/main" w="22860">
            <a:solidFill>
              <a:srgbClr val="233440"/>
            </a:solidFill>
            <a:headEnd type="none"/>
            <a:tailEnd type="triangle" w="med" len="med"/>
          </a:ln>
        </p:spPr>
      </p:cxnSp>
      <p:sp>
        <p:nvSpPr>
          <p:cNvPr id="108" name="V7_TITLE_RULE_1">
            <a:extLst xmlns:a="http://schemas.openxmlformats.org/drawingml/2006/main">
              <a:ext uri="{FF2B5EF4-FFF2-40B4-BE49-F238E27FC236}">
                <a16:creationId xmlns:a16="http://schemas.microsoft.com/office/drawing/2014/main" id="{475DF9FA-65C2-4968-92F9-DFC2D4714496}"/>
              </a:ext>
            </a:extLst>
          </p:cNvPr>
          <p:cNvSpPr>
            <a:spLocks xmlns:a="http://schemas.openxmlformats.org/drawingml/2006/main" noGrp="1"/>
          </p:cNvSpPr>
          <p:nvPr/>
        </p:nvSpPr>
        <p:spPr>
          <a:xfrm xmlns:a="http://schemas.openxmlformats.org/drawingml/2006/main" flipH="0" flipV="0">
            <a:off x="400050" y="895350"/>
            <a:ext cx="14439900" cy="0"/>
          </a:xfrm>
          <a:prstGeom xmlns:a="http://schemas.openxmlformats.org/drawingml/2006/main" prst="line">
            <a:avLst/>
          </a:prstGeom>
          <a:noFill xmlns:a="http://schemas.openxmlformats.org/drawingml/2006/main"/>
          <a:ln xmlns:a="http://schemas.openxmlformats.org/drawingml/2006/main" w="11430">
            <a:solidFill>
              <a:srgbClr val="CBD5DD"/>
            </a:solidFill>
            <a:prstDash val="solid"/>
          </a:ln>
        </p:spPr>
      </p:sp>
      <p:sp>
        <p:nvSpPr>
          <p:cNvPr id="317" name="V7_M1_callout">
            <a:extLst xmlns:a="http://schemas.openxmlformats.org/drawingml/2006/main">
              <a:ext uri="{FF2B5EF4-FFF2-40B4-BE49-F238E27FC236}">
                <a16:creationId xmlns:a16="http://schemas.microsoft.com/office/drawing/2014/main" id="{6D17C03D-340E-468D-B5C8-15B5D149CC3D}"/>
              </a:ext>
            </a:extLst>
          </p:cNvPr>
          <p:cNvSpPr>
            <a:spLocks xmlns:a="http://schemas.openxmlformats.org/drawingml/2006/main" noGrp="1"/>
          </p:cNvSpPr>
          <p:nvPr/>
        </p:nvSpPr>
        <p:spPr>
          <a:xfrm xmlns:a="http://schemas.openxmlformats.org/drawingml/2006/main">
            <a:off x="12192000" y="1409700"/>
            <a:ext cx="2647950" cy="485775"/>
          </a:xfrm>
          <a:prstGeom xmlns:a="http://schemas.openxmlformats.org/drawingml/2006/main" prst="roundRect">
            <a:avLst>
              <a:gd name="adj" fmla="val 15686"/>
            </a:avLst>
          </a:prstGeom>
          <a:solidFill xmlns:a="http://schemas.openxmlformats.org/drawingml/2006/main">
            <a:srgbClr val="EDF4FA"/>
          </a:solidFill>
          <a:ln xmlns:a="http://schemas.openxmlformats.org/drawingml/2006/main" w="13335">
            <a:solidFill>
              <a:srgbClr val="286D9C"/>
            </a:solidFill>
            <a:prstDash val="solid"/>
          </a:ln>
        </p:spPr>
      </p:sp>
      <p:sp>
        <p:nvSpPr>
          <p:cNvPr id="469" name="V7_M1_callout_text">
            <a:extLst xmlns:a="http://schemas.openxmlformats.org/drawingml/2006/main">
              <a:ext uri="{FF2B5EF4-FFF2-40B4-BE49-F238E27FC236}">
                <a16:creationId xmlns:a16="http://schemas.microsoft.com/office/drawing/2014/main" id="{26B54A79-A35F-4F42-99E7-5EBC335AD448}"/>
              </a:ext>
            </a:extLst>
          </p:cNvPr>
          <p:cNvSpPr>
            <a:spLocks xmlns:a="http://schemas.openxmlformats.org/drawingml/2006/main" noGrp="1"/>
          </p:cNvSpPr>
          <p:nvPr/>
        </p:nvSpPr>
        <p:spPr>
          <a:xfrm xmlns:a="http://schemas.openxmlformats.org/drawingml/2006/main">
            <a:off x="12325350" y="1485900"/>
            <a:ext cx="2381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lgn="ctr">
              <a:defRPr sz="1800" b="1">
                <a:solidFill>
                  <a:srgbClr val="286D9C"/>
                </a:solidFill>
                <a:latin typeface="Noto Sans CJK SC"/>
                <a:ea typeface="Noto Sans CJK SC"/>
                <a:cs typeface="Noto Sans CJK SC"/>
              </a:defRPr>
            </a:defPPr>
            <a:lvl1pPr algn="ctr">
              <a:defRPr sz="1800" b="1">
                <a:solidFill>
                  <a:srgbClr val="286D9C"/>
                </a:solidFill>
                <a:latin typeface="Noto Sans CJK SC"/>
                <a:ea typeface="Noto Sans CJK SC"/>
                <a:cs typeface="Noto Sans CJK SC"/>
              </a:defRPr>
            </a:lvl1pPr>
            <a:lvl2pPr algn="ctr">
              <a:defRPr sz="1800" b="1">
                <a:solidFill>
                  <a:srgbClr val="286D9C"/>
                </a:solidFill>
                <a:latin typeface="Noto Sans CJK SC"/>
                <a:ea typeface="Noto Sans CJK SC"/>
                <a:cs typeface="Noto Sans CJK SC"/>
              </a:defRPr>
            </a:lvl2pPr>
            <a:lvl3pPr algn="ctr">
              <a:defRPr sz="1800" b="1">
                <a:solidFill>
                  <a:srgbClr val="286D9C"/>
                </a:solidFill>
                <a:latin typeface="Noto Sans CJK SC"/>
                <a:ea typeface="Noto Sans CJK SC"/>
                <a:cs typeface="Noto Sans CJK SC"/>
              </a:defRPr>
            </a:lvl3pPr>
            <a:lvl4pPr algn="ctr">
              <a:defRPr sz="1800" b="1">
                <a:solidFill>
                  <a:srgbClr val="286D9C"/>
                </a:solidFill>
                <a:latin typeface="Noto Sans CJK SC"/>
                <a:ea typeface="Noto Sans CJK SC"/>
                <a:cs typeface="Noto Sans CJK SC"/>
              </a:defRPr>
            </a:lvl4pPr>
            <a:lvl5pPr algn="ctr">
              <a:defRPr sz="1800" b="1">
                <a:solidFill>
                  <a:srgbClr val="286D9C"/>
                </a:solidFill>
                <a:latin typeface="Noto Sans CJK SC"/>
                <a:ea typeface="Noto Sans CJK SC"/>
                <a:cs typeface="Noto Sans CJK SC"/>
              </a:defRPr>
            </a:lvl5pPr>
            <a:lvl6pPr algn="ctr">
              <a:defRPr sz="1800" b="1">
                <a:solidFill>
                  <a:srgbClr val="286D9C"/>
                </a:solidFill>
                <a:latin typeface="Noto Sans CJK SC"/>
                <a:ea typeface="Noto Sans CJK SC"/>
                <a:cs typeface="Noto Sans CJK SC"/>
              </a:defRPr>
            </a:lvl6pPr>
            <a:lvl7pPr algn="ctr">
              <a:defRPr sz="1800" b="1">
                <a:solidFill>
                  <a:srgbClr val="286D9C"/>
                </a:solidFill>
                <a:latin typeface="Noto Sans CJK SC"/>
                <a:ea typeface="Noto Sans CJK SC"/>
                <a:cs typeface="Noto Sans CJK SC"/>
              </a:defRPr>
            </a:lvl7pPr>
            <a:lvl8pPr algn="ctr">
              <a:defRPr sz="1800" b="1">
                <a:solidFill>
                  <a:srgbClr val="286D9C"/>
                </a:solidFill>
                <a:latin typeface="Noto Sans CJK SC"/>
                <a:ea typeface="Noto Sans CJK SC"/>
                <a:cs typeface="Noto Sans CJK SC"/>
              </a:defRPr>
            </a:lvl8pPr>
            <a:lvl9pPr algn="ctr">
              <a:defRPr sz="1800" b="1">
                <a:solidFill>
                  <a:srgbClr val="286D9C"/>
                </a:solidFill>
                <a:latin typeface="Noto Sans CJK SC"/>
                <a:ea typeface="Noto Sans CJK SC"/>
                <a:cs typeface="Noto Sans CJK SC"/>
              </a:defRPr>
            </a:lvl9pPr>
          </a:lstStyle>
          <a:p xmlns:a="http://schemas.openxmlformats.org/drawingml/2006/main">
            <a:pPr algn="ctr">
              <a:defRPr sz="1800" b="1">
                <a:solidFill>
                  <a:srgbClr val="286D9C"/>
                </a:solidFill>
                <a:latin typeface="Noto Sans CJK SC"/>
                <a:ea typeface="Noto Sans CJK SC"/>
                <a:cs typeface="Noto Sans CJK SC"/>
              </a:defRPr>
            </a:pPr>
            <a:r>
              <a:rPr sz="1800" b="1">
                <a:solidFill>
                  <a:srgbClr val="286D9C"/>
                </a:solidFill>
                <a:latin typeface="Noto Sans CJK SC"/>
                <a:ea typeface="Noto Sans CJK SC"/>
                <a:cs typeface="Noto Sans CJK SC"/>
              </a:rPr>
              <a:t>M1 竞争源对通道</a:t>
            </a:r>
          </a:p>
        </p:txBody>
      </p:sp>
      <p:sp>
        <p:nvSpPr>
          <p:cNvPr id="470" name="V7_M1_callout_body">
            <a:extLst xmlns:a="http://schemas.openxmlformats.org/drawingml/2006/main">
              <a:ext uri="{FF2B5EF4-FFF2-40B4-BE49-F238E27FC236}">
                <a16:creationId xmlns:a16="http://schemas.microsoft.com/office/drawing/2014/main" id="{D347C108-06A5-494D-9216-9B89789AC5F4}"/>
              </a:ext>
            </a:extLst>
          </p:cNvPr>
          <p:cNvSpPr>
            <a:spLocks xmlns:a="http://schemas.openxmlformats.org/drawingml/2006/main" noGrp="1"/>
          </p:cNvSpPr>
          <p:nvPr/>
        </p:nvSpPr>
        <p:spPr>
          <a:xfrm xmlns:a="http://schemas.openxmlformats.org/drawingml/2006/main">
            <a:off x="12325350" y="2000250"/>
            <a:ext cx="24003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lgn="l">
              <a:defRPr sz="1725" b="0">
                <a:solidFill>
                  <a:srgbClr val="233440"/>
                </a:solidFill>
                <a:latin typeface="Noto Sans CJK SC"/>
                <a:ea typeface="Noto Sans CJK SC"/>
                <a:cs typeface="Noto Sans CJK SC"/>
              </a:defRPr>
            </a:defPPr>
            <a:lvl1pPr algn="l">
              <a:defRPr sz="1725" b="0">
                <a:solidFill>
                  <a:srgbClr val="233440"/>
                </a:solidFill>
                <a:latin typeface="Noto Sans CJK SC"/>
                <a:ea typeface="Noto Sans CJK SC"/>
                <a:cs typeface="Noto Sans CJK SC"/>
              </a:defRPr>
            </a:lvl1pPr>
            <a:lvl2pPr algn="l">
              <a:defRPr sz="1725" b="0">
                <a:solidFill>
                  <a:srgbClr val="233440"/>
                </a:solidFill>
                <a:latin typeface="Noto Sans CJK SC"/>
                <a:ea typeface="Noto Sans CJK SC"/>
                <a:cs typeface="Noto Sans CJK SC"/>
              </a:defRPr>
            </a:lvl2pPr>
            <a:lvl3pPr algn="l">
              <a:defRPr sz="1725" b="0">
                <a:solidFill>
                  <a:srgbClr val="233440"/>
                </a:solidFill>
                <a:latin typeface="Noto Sans CJK SC"/>
                <a:ea typeface="Noto Sans CJK SC"/>
                <a:cs typeface="Noto Sans CJK SC"/>
              </a:defRPr>
            </a:lvl3pPr>
            <a:lvl4pPr algn="l">
              <a:defRPr sz="1725" b="0">
                <a:solidFill>
                  <a:srgbClr val="233440"/>
                </a:solidFill>
                <a:latin typeface="Noto Sans CJK SC"/>
                <a:ea typeface="Noto Sans CJK SC"/>
                <a:cs typeface="Noto Sans CJK SC"/>
              </a:defRPr>
            </a:lvl4pPr>
            <a:lvl5pPr algn="l">
              <a:defRPr sz="1725" b="0">
                <a:solidFill>
                  <a:srgbClr val="233440"/>
                </a:solidFill>
                <a:latin typeface="Noto Sans CJK SC"/>
                <a:ea typeface="Noto Sans CJK SC"/>
                <a:cs typeface="Noto Sans CJK SC"/>
              </a:defRPr>
            </a:lvl5pPr>
            <a:lvl6pPr algn="l">
              <a:defRPr sz="1725" b="0">
                <a:solidFill>
                  <a:srgbClr val="233440"/>
                </a:solidFill>
                <a:latin typeface="Noto Sans CJK SC"/>
                <a:ea typeface="Noto Sans CJK SC"/>
                <a:cs typeface="Noto Sans CJK SC"/>
              </a:defRPr>
            </a:lvl6pPr>
            <a:lvl7pPr algn="l">
              <a:defRPr sz="1725" b="0">
                <a:solidFill>
                  <a:srgbClr val="233440"/>
                </a:solidFill>
                <a:latin typeface="Noto Sans CJK SC"/>
                <a:ea typeface="Noto Sans CJK SC"/>
                <a:cs typeface="Noto Sans CJK SC"/>
              </a:defRPr>
            </a:lvl7pPr>
            <a:lvl8pPr algn="l">
              <a:defRPr sz="1725" b="0">
                <a:solidFill>
                  <a:srgbClr val="233440"/>
                </a:solidFill>
                <a:latin typeface="Noto Sans CJK SC"/>
                <a:ea typeface="Noto Sans CJK SC"/>
                <a:cs typeface="Noto Sans CJK SC"/>
              </a:defRPr>
            </a:lvl8pPr>
            <a:lvl9pPr algn="l">
              <a:defRPr sz="1725" b="0">
                <a:solidFill>
                  <a:srgbClr val="233440"/>
                </a:solidFill>
                <a:latin typeface="Noto Sans CJK SC"/>
                <a:ea typeface="Noto Sans CJK SC"/>
                <a:cs typeface="Noto Sans CJK SC"/>
              </a:defRPr>
            </a:lvl9pPr>
          </a:lstStyle>
          <a:p xmlns:a="http://schemas.openxmlformats.org/drawingml/2006/main">
            <a:pPr algn="l">
              <a:defRPr sz="1725" b="0">
                <a:solidFill>
                  <a:srgbClr val="233440"/>
                </a:solidFill>
                <a:latin typeface="Noto Sans CJK SC"/>
                <a:ea typeface="Noto Sans CJK SC"/>
                <a:cs typeface="Noto Sans CJK SC"/>
              </a:defRPr>
            </a:pPr>
            <a:r>
              <a:rPr sz="1725" b="0">
                <a:solidFill>
                  <a:srgbClr val="233440"/>
                </a:solidFill>
                <a:latin typeface="Noto Sans CJK SC"/>
                <a:ea typeface="Noto Sans CJK SC"/>
                <a:cs typeface="Noto Sans CJK SC"/>
              </a:rPr>
              <a:t>改造 a / b / c 模块</a:t>
            </a:r>
          </a:p>
          <a:p xmlns:a="http://schemas.openxmlformats.org/drawingml/2006/main">
            <a:pPr algn="l">
              <a:defRPr sz="1725" b="0">
                <a:solidFill>
                  <a:srgbClr val="233440"/>
                </a:solidFill>
                <a:latin typeface="Noto Sans CJK SC"/>
                <a:ea typeface="Noto Sans CJK SC"/>
                <a:cs typeface="Noto Sans CJK SC"/>
              </a:defRPr>
            </a:pPr>
            <a:r>
              <a:rPr sz="1725" b="0">
                <a:solidFill>
                  <a:srgbClr val="233440"/>
                </a:solidFill>
                <a:latin typeface="Noto Sans CJK SC"/>
                <a:ea typeface="Noto Sans CJK SC"/>
                <a:cs typeface="Noto Sans CJK SC"/>
              </a:rPr>
              <a:t>镜像滤波与联合符号</a:t>
            </a:r>
          </a:p>
          <a:p xmlns:a="http://schemas.openxmlformats.org/drawingml/2006/main">
            <a:pPr algn="l">
              <a:defRPr sz="1725" b="0">
                <a:solidFill>
                  <a:srgbClr val="233440"/>
                </a:solidFill>
                <a:latin typeface="Noto Sans CJK SC"/>
                <a:ea typeface="Noto Sans CJK SC"/>
                <a:cs typeface="Noto Sans CJK SC"/>
              </a:defRPr>
            </a:pPr>
            <a:r>
              <a:rPr sz="1725" b="0">
                <a:solidFill>
                  <a:srgbClr val="233440"/>
                </a:solidFill>
                <a:latin typeface="Noto Sans CJK SC"/>
                <a:ea typeface="Noto Sans CJK SC"/>
                <a:cs typeface="Noto Sans CJK SC"/>
              </a:rPr>
              <a:t>输出源条件观测律</a:t>
            </a:r>
          </a:p>
        </p:txBody>
      </p:sp>
      <p:sp>
        <p:nvSpPr>
          <p:cNvPr id="471" name="V7_M2_callout">
            <a:extLst xmlns:a="http://schemas.openxmlformats.org/drawingml/2006/main">
              <a:ext uri="{FF2B5EF4-FFF2-40B4-BE49-F238E27FC236}">
                <a16:creationId xmlns:a16="http://schemas.microsoft.com/office/drawing/2014/main" id="{6453F351-88CC-4E19-BD59-639AC0A823AD}"/>
              </a:ext>
            </a:extLst>
          </p:cNvPr>
          <p:cNvSpPr>
            <a:spLocks xmlns:a="http://schemas.openxmlformats.org/drawingml/2006/main" noGrp="1"/>
          </p:cNvSpPr>
          <p:nvPr/>
        </p:nvSpPr>
        <p:spPr>
          <a:xfrm xmlns:a="http://schemas.openxmlformats.org/drawingml/2006/main">
            <a:off x="12192000" y="3448050"/>
            <a:ext cx="2647950" cy="485775"/>
          </a:xfrm>
          <a:prstGeom xmlns:a="http://schemas.openxmlformats.org/drawingml/2006/main" prst="roundRect">
            <a:avLst>
              <a:gd name="adj" fmla="val 15686"/>
            </a:avLst>
          </a:prstGeom>
          <a:solidFill xmlns:a="http://schemas.openxmlformats.org/drawingml/2006/main">
            <a:srgbClr val="EEF7F3"/>
          </a:solidFill>
          <a:ln xmlns:a="http://schemas.openxmlformats.org/drawingml/2006/main" w="13335">
            <a:solidFill>
              <a:srgbClr val="247F70"/>
            </a:solidFill>
            <a:prstDash val="solid"/>
          </a:ln>
        </p:spPr>
      </p:sp>
      <p:sp>
        <p:nvSpPr>
          <p:cNvPr id="525" name="V7_M2_callout_text">
            <a:extLst xmlns:a="http://schemas.openxmlformats.org/drawingml/2006/main">
              <a:ext uri="{FF2B5EF4-FFF2-40B4-BE49-F238E27FC236}">
                <a16:creationId xmlns:a16="http://schemas.microsoft.com/office/drawing/2014/main" id="{B498EF46-406E-4B49-A7A7-649BD4567011}"/>
              </a:ext>
            </a:extLst>
          </p:cNvPr>
          <p:cNvSpPr>
            <a:spLocks xmlns:a="http://schemas.openxmlformats.org/drawingml/2006/main" noGrp="1"/>
          </p:cNvSpPr>
          <p:nvPr/>
        </p:nvSpPr>
        <p:spPr>
          <a:xfrm xmlns:a="http://schemas.openxmlformats.org/drawingml/2006/main">
            <a:off x="12325350" y="3524250"/>
            <a:ext cx="2381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lgn="ctr">
              <a:defRPr sz="1800" b="1">
                <a:solidFill>
                  <a:srgbClr val="247F70"/>
                </a:solidFill>
                <a:latin typeface="Noto Sans CJK SC"/>
                <a:ea typeface="Noto Sans CJK SC"/>
                <a:cs typeface="Noto Sans CJK SC"/>
              </a:defRPr>
            </a:defPPr>
            <a:lvl1pPr algn="ctr">
              <a:defRPr sz="1800" b="1">
                <a:solidFill>
                  <a:srgbClr val="247F70"/>
                </a:solidFill>
                <a:latin typeface="Noto Sans CJK SC"/>
                <a:ea typeface="Noto Sans CJK SC"/>
                <a:cs typeface="Noto Sans CJK SC"/>
              </a:defRPr>
            </a:lvl1pPr>
            <a:lvl2pPr algn="ctr">
              <a:defRPr sz="1800" b="1">
                <a:solidFill>
                  <a:srgbClr val="247F70"/>
                </a:solidFill>
                <a:latin typeface="Noto Sans CJK SC"/>
                <a:ea typeface="Noto Sans CJK SC"/>
                <a:cs typeface="Noto Sans CJK SC"/>
              </a:defRPr>
            </a:lvl2pPr>
            <a:lvl3pPr algn="ctr">
              <a:defRPr sz="1800" b="1">
                <a:solidFill>
                  <a:srgbClr val="247F70"/>
                </a:solidFill>
                <a:latin typeface="Noto Sans CJK SC"/>
                <a:ea typeface="Noto Sans CJK SC"/>
                <a:cs typeface="Noto Sans CJK SC"/>
              </a:defRPr>
            </a:lvl3pPr>
            <a:lvl4pPr algn="ctr">
              <a:defRPr sz="1800" b="1">
                <a:solidFill>
                  <a:srgbClr val="247F70"/>
                </a:solidFill>
                <a:latin typeface="Noto Sans CJK SC"/>
                <a:ea typeface="Noto Sans CJK SC"/>
                <a:cs typeface="Noto Sans CJK SC"/>
              </a:defRPr>
            </a:lvl4pPr>
            <a:lvl5pPr algn="ctr">
              <a:defRPr sz="1800" b="1">
                <a:solidFill>
                  <a:srgbClr val="247F70"/>
                </a:solidFill>
                <a:latin typeface="Noto Sans CJK SC"/>
                <a:ea typeface="Noto Sans CJK SC"/>
                <a:cs typeface="Noto Sans CJK SC"/>
              </a:defRPr>
            </a:lvl5pPr>
            <a:lvl6pPr algn="ctr">
              <a:defRPr sz="1800" b="1">
                <a:solidFill>
                  <a:srgbClr val="247F70"/>
                </a:solidFill>
                <a:latin typeface="Noto Sans CJK SC"/>
                <a:ea typeface="Noto Sans CJK SC"/>
                <a:cs typeface="Noto Sans CJK SC"/>
              </a:defRPr>
            </a:lvl6pPr>
            <a:lvl7pPr algn="ctr">
              <a:defRPr sz="1800" b="1">
                <a:solidFill>
                  <a:srgbClr val="247F70"/>
                </a:solidFill>
                <a:latin typeface="Noto Sans CJK SC"/>
                <a:ea typeface="Noto Sans CJK SC"/>
                <a:cs typeface="Noto Sans CJK SC"/>
              </a:defRPr>
            </a:lvl7pPr>
            <a:lvl8pPr algn="ctr">
              <a:defRPr sz="1800" b="1">
                <a:solidFill>
                  <a:srgbClr val="247F70"/>
                </a:solidFill>
                <a:latin typeface="Noto Sans CJK SC"/>
                <a:ea typeface="Noto Sans CJK SC"/>
                <a:cs typeface="Noto Sans CJK SC"/>
              </a:defRPr>
            </a:lvl8pPr>
            <a:lvl9pPr algn="ctr">
              <a:defRPr sz="1800" b="1">
                <a:solidFill>
                  <a:srgbClr val="247F70"/>
                </a:solidFill>
                <a:latin typeface="Noto Sans CJK SC"/>
                <a:ea typeface="Noto Sans CJK SC"/>
                <a:cs typeface="Noto Sans CJK SC"/>
              </a:defRPr>
            </a:lvl9pPr>
          </a:lstStyle>
          <a:p xmlns:a="http://schemas.openxmlformats.org/drawingml/2006/main">
            <a:pPr algn="ctr">
              <a:defRPr sz="1800" b="1">
                <a:solidFill>
                  <a:srgbClr val="247F70"/>
                </a:solidFill>
                <a:latin typeface="Noto Sans CJK SC"/>
                <a:ea typeface="Noto Sans CJK SC"/>
                <a:cs typeface="Noto Sans CJK SC"/>
              </a:defRPr>
            </a:pPr>
            <a:r>
              <a:rPr sz="1800" b="1">
                <a:solidFill>
                  <a:srgbClr val="247F70"/>
                </a:solidFill>
                <a:latin typeface="Noto Sans CJK SC"/>
                <a:ea typeface="Noto Sans CJK SC"/>
                <a:cs typeface="Noto Sans CJK SC"/>
              </a:rPr>
              <a:t>M2 双点几何</a:t>
            </a:r>
          </a:p>
        </p:txBody>
      </p:sp>
      <p:sp>
        <p:nvSpPr>
          <p:cNvPr id="531" name="V7_M2_callout_body">
            <a:extLst xmlns:a="http://schemas.openxmlformats.org/drawingml/2006/main">
              <a:ext uri="{FF2B5EF4-FFF2-40B4-BE49-F238E27FC236}">
                <a16:creationId xmlns:a16="http://schemas.microsoft.com/office/drawing/2014/main" id="{3D8D014C-027A-4DE0-8464-17136D49AAB7}"/>
              </a:ext>
            </a:extLst>
          </p:cNvPr>
          <p:cNvSpPr>
            <a:spLocks xmlns:a="http://schemas.openxmlformats.org/drawingml/2006/main" noGrp="1"/>
          </p:cNvSpPr>
          <p:nvPr/>
        </p:nvSpPr>
        <p:spPr>
          <a:xfrm xmlns:a="http://schemas.openxmlformats.org/drawingml/2006/main">
            <a:off x="12325350" y="4038600"/>
            <a:ext cx="24003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lgn="l">
              <a:defRPr sz="1725" b="0">
                <a:solidFill>
                  <a:srgbClr val="233440"/>
                </a:solidFill>
                <a:latin typeface="Noto Sans CJK SC"/>
                <a:ea typeface="Noto Sans CJK SC"/>
                <a:cs typeface="Noto Sans CJK SC"/>
              </a:defRPr>
            </a:defPPr>
            <a:lvl1pPr algn="l">
              <a:defRPr sz="1725" b="0">
                <a:solidFill>
                  <a:srgbClr val="233440"/>
                </a:solidFill>
                <a:latin typeface="Noto Sans CJK SC"/>
                <a:ea typeface="Noto Sans CJK SC"/>
                <a:cs typeface="Noto Sans CJK SC"/>
              </a:defRPr>
            </a:lvl1pPr>
            <a:lvl2pPr algn="l">
              <a:defRPr sz="1725" b="0">
                <a:solidFill>
                  <a:srgbClr val="233440"/>
                </a:solidFill>
                <a:latin typeface="Noto Sans CJK SC"/>
                <a:ea typeface="Noto Sans CJK SC"/>
                <a:cs typeface="Noto Sans CJK SC"/>
              </a:defRPr>
            </a:lvl2pPr>
            <a:lvl3pPr algn="l">
              <a:defRPr sz="1725" b="0">
                <a:solidFill>
                  <a:srgbClr val="233440"/>
                </a:solidFill>
                <a:latin typeface="Noto Sans CJK SC"/>
                <a:ea typeface="Noto Sans CJK SC"/>
                <a:cs typeface="Noto Sans CJK SC"/>
              </a:defRPr>
            </a:lvl3pPr>
            <a:lvl4pPr algn="l">
              <a:defRPr sz="1725" b="0">
                <a:solidFill>
                  <a:srgbClr val="233440"/>
                </a:solidFill>
                <a:latin typeface="Noto Sans CJK SC"/>
                <a:ea typeface="Noto Sans CJK SC"/>
                <a:cs typeface="Noto Sans CJK SC"/>
              </a:defRPr>
            </a:lvl4pPr>
            <a:lvl5pPr algn="l">
              <a:defRPr sz="1725" b="0">
                <a:solidFill>
                  <a:srgbClr val="233440"/>
                </a:solidFill>
                <a:latin typeface="Noto Sans CJK SC"/>
                <a:ea typeface="Noto Sans CJK SC"/>
                <a:cs typeface="Noto Sans CJK SC"/>
              </a:defRPr>
            </a:lvl5pPr>
            <a:lvl6pPr algn="l">
              <a:defRPr sz="1725" b="0">
                <a:solidFill>
                  <a:srgbClr val="233440"/>
                </a:solidFill>
                <a:latin typeface="Noto Sans CJK SC"/>
                <a:ea typeface="Noto Sans CJK SC"/>
                <a:cs typeface="Noto Sans CJK SC"/>
              </a:defRPr>
            </a:lvl6pPr>
            <a:lvl7pPr algn="l">
              <a:defRPr sz="1725" b="0">
                <a:solidFill>
                  <a:srgbClr val="233440"/>
                </a:solidFill>
                <a:latin typeface="Noto Sans CJK SC"/>
                <a:ea typeface="Noto Sans CJK SC"/>
                <a:cs typeface="Noto Sans CJK SC"/>
              </a:defRPr>
            </a:lvl7pPr>
            <a:lvl8pPr algn="l">
              <a:defRPr sz="1725" b="0">
                <a:solidFill>
                  <a:srgbClr val="233440"/>
                </a:solidFill>
                <a:latin typeface="Noto Sans CJK SC"/>
                <a:ea typeface="Noto Sans CJK SC"/>
                <a:cs typeface="Noto Sans CJK SC"/>
              </a:defRPr>
            </a:lvl8pPr>
            <a:lvl9pPr algn="l">
              <a:defRPr sz="1725" b="0">
                <a:solidFill>
                  <a:srgbClr val="233440"/>
                </a:solidFill>
                <a:latin typeface="Noto Sans CJK SC"/>
                <a:ea typeface="Noto Sans CJK SC"/>
                <a:cs typeface="Noto Sans CJK SC"/>
              </a:defRPr>
            </a:lvl9pPr>
          </a:lstStyle>
          <a:p xmlns:a="http://schemas.openxmlformats.org/drawingml/2006/main">
            <a:pPr algn="l">
              <a:defRPr sz="1725" b="0">
                <a:solidFill>
                  <a:srgbClr val="233440"/>
                </a:solidFill>
                <a:latin typeface="Noto Sans CJK SC"/>
                <a:ea typeface="Noto Sans CJK SC"/>
                <a:cs typeface="Noto Sans CJK SC"/>
              </a:defRPr>
            </a:pPr>
            <a:r>
              <a:rPr sz="1725" b="0">
                <a:solidFill>
                  <a:srgbClr val="233440"/>
                </a:solidFill>
                <a:latin typeface="Noto Sans CJK SC"/>
                <a:ea typeface="Noto Sans CJK SC"/>
                <a:cs typeface="Noto Sans CJK SC"/>
              </a:rPr>
              <a:t>嵌入 d 的动作候选</a:t>
            </a:r>
          </a:p>
          <a:p xmlns:a="http://schemas.openxmlformats.org/drawingml/2006/main">
            <a:pPr algn="l">
              <a:defRPr sz="1725" b="0">
                <a:solidFill>
                  <a:srgbClr val="233440"/>
                </a:solidFill>
                <a:latin typeface="Noto Sans CJK SC"/>
                <a:ea typeface="Noto Sans CJK SC"/>
                <a:cs typeface="Noto Sans CJK SC"/>
              </a:defRPr>
            </a:pPr>
            <a:r>
              <a:rPr sz="1725" b="0">
                <a:solidFill>
                  <a:srgbClr val="233440"/>
                </a:solidFill>
                <a:latin typeface="Noto Sans CJK SC"/>
                <a:ea typeface="Noto Sans CJK SC"/>
                <a:cs typeface="Noto Sans CJK SC"/>
              </a:rPr>
              <a:t>边界记忆限定方向管</a:t>
            </a:r>
          </a:p>
          <a:p xmlns:a="http://schemas.openxmlformats.org/drawingml/2006/main">
            <a:pPr algn="l">
              <a:defRPr sz="1725" b="0">
                <a:solidFill>
                  <a:srgbClr val="233440"/>
                </a:solidFill>
                <a:latin typeface="Noto Sans CJK SC"/>
                <a:ea typeface="Noto Sans CJK SC"/>
                <a:cs typeface="Noto Sans CJK SC"/>
              </a:defRPr>
            </a:pPr>
            <a:r>
              <a:rPr sz="1725" b="0">
                <a:solidFill>
                  <a:srgbClr val="233440"/>
                </a:solidFill>
                <a:latin typeface="Noto Sans CJK SC"/>
                <a:ea typeface="Noto Sans CJK SC"/>
                <a:cs typeface="Noto Sans CJK SC"/>
              </a:rPr>
              <a:t>确定中心、间距、方向</a:t>
            </a:r>
          </a:p>
        </p:txBody>
      </p:sp>
      <p:sp>
        <p:nvSpPr>
          <p:cNvPr id="689" name="V7_M3_callout">
            <a:extLst xmlns:a="http://schemas.openxmlformats.org/drawingml/2006/main">
              <a:ext uri="{FF2B5EF4-FFF2-40B4-BE49-F238E27FC236}">
                <a16:creationId xmlns:a16="http://schemas.microsoft.com/office/drawing/2014/main" id="{10E207B6-F48D-41BA-8BD7-855231C50F28}"/>
              </a:ext>
            </a:extLst>
          </p:cNvPr>
          <p:cNvSpPr>
            <a:spLocks xmlns:a="http://schemas.openxmlformats.org/drawingml/2006/main" noGrp="1"/>
          </p:cNvSpPr>
          <p:nvPr/>
        </p:nvSpPr>
        <p:spPr>
          <a:xfrm xmlns:a="http://schemas.openxmlformats.org/drawingml/2006/main">
            <a:off x="12192000" y="5505450"/>
            <a:ext cx="2647950" cy="485775"/>
          </a:xfrm>
          <a:prstGeom xmlns:a="http://schemas.openxmlformats.org/drawingml/2006/main" prst="roundRect">
            <a:avLst>
              <a:gd name="adj" fmla="val 15686"/>
            </a:avLst>
          </a:prstGeom>
          <a:solidFill xmlns:a="http://schemas.openxmlformats.org/drawingml/2006/main">
            <a:srgbClr val="FBF4EB"/>
          </a:solidFill>
          <a:ln xmlns:a="http://schemas.openxmlformats.org/drawingml/2006/main" w="13335">
            <a:solidFill>
              <a:srgbClr val="B16B26"/>
            </a:solidFill>
            <a:prstDash val="solid"/>
          </a:ln>
        </p:spPr>
      </p:sp>
      <p:sp>
        <p:nvSpPr>
          <p:cNvPr id="692" name="V7_M3_callout_text">
            <a:extLst xmlns:a="http://schemas.openxmlformats.org/drawingml/2006/main">
              <a:ext uri="{FF2B5EF4-FFF2-40B4-BE49-F238E27FC236}">
                <a16:creationId xmlns:a16="http://schemas.microsoft.com/office/drawing/2014/main" id="{26EAB34E-905C-4517-9D43-2505C256E65C}"/>
              </a:ext>
            </a:extLst>
          </p:cNvPr>
          <p:cNvSpPr>
            <a:spLocks xmlns:a="http://schemas.openxmlformats.org/drawingml/2006/main" noGrp="1"/>
          </p:cNvSpPr>
          <p:nvPr/>
        </p:nvSpPr>
        <p:spPr>
          <a:xfrm xmlns:a="http://schemas.openxmlformats.org/drawingml/2006/main">
            <a:off x="12325350" y="5581650"/>
            <a:ext cx="2381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lgn="ctr">
              <a:defRPr sz="1800" b="1">
                <a:solidFill>
                  <a:srgbClr val="B16B26"/>
                </a:solidFill>
                <a:latin typeface="Noto Sans CJK SC"/>
                <a:ea typeface="Noto Sans CJK SC"/>
                <a:cs typeface="Noto Sans CJK SC"/>
              </a:defRPr>
            </a:defPPr>
            <a:lvl1pPr algn="ctr">
              <a:defRPr sz="1800" b="1">
                <a:solidFill>
                  <a:srgbClr val="B16B26"/>
                </a:solidFill>
                <a:latin typeface="Noto Sans CJK SC"/>
                <a:ea typeface="Noto Sans CJK SC"/>
                <a:cs typeface="Noto Sans CJK SC"/>
              </a:defRPr>
            </a:lvl1pPr>
            <a:lvl2pPr algn="ctr">
              <a:defRPr sz="1800" b="1">
                <a:solidFill>
                  <a:srgbClr val="B16B26"/>
                </a:solidFill>
                <a:latin typeface="Noto Sans CJK SC"/>
                <a:ea typeface="Noto Sans CJK SC"/>
                <a:cs typeface="Noto Sans CJK SC"/>
              </a:defRPr>
            </a:lvl2pPr>
            <a:lvl3pPr algn="ctr">
              <a:defRPr sz="1800" b="1">
                <a:solidFill>
                  <a:srgbClr val="B16B26"/>
                </a:solidFill>
                <a:latin typeface="Noto Sans CJK SC"/>
                <a:ea typeface="Noto Sans CJK SC"/>
                <a:cs typeface="Noto Sans CJK SC"/>
              </a:defRPr>
            </a:lvl3pPr>
            <a:lvl4pPr algn="ctr">
              <a:defRPr sz="1800" b="1">
                <a:solidFill>
                  <a:srgbClr val="B16B26"/>
                </a:solidFill>
                <a:latin typeface="Noto Sans CJK SC"/>
                <a:ea typeface="Noto Sans CJK SC"/>
                <a:cs typeface="Noto Sans CJK SC"/>
              </a:defRPr>
            </a:lvl4pPr>
            <a:lvl5pPr algn="ctr">
              <a:defRPr sz="1800" b="1">
                <a:solidFill>
                  <a:srgbClr val="B16B26"/>
                </a:solidFill>
                <a:latin typeface="Noto Sans CJK SC"/>
                <a:ea typeface="Noto Sans CJK SC"/>
                <a:cs typeface="Noto Sans CJK SC"/>
              </a:defRPr>
            </a:lvl5pPr>
            <a:lvl6pPr algn="ctr">
              <a:defRPr sz="1800" b="1">
                <a:solidFill>
                  <a:srgbClr val="B16B26"/>
                </a:solidFill>
                <a:latin typeface="Noto Sans CJK SC"/>
                <a:ea typeface="Noto Sans CJK SC"/>
                <a:cs typeface="Noto Sans CJK SC"/>
              </a:defRPr>
            </a:lvl6pPr>
            <a:lvl7pPr algn="ctr">
              <a:defRPr sz="1800" b="1">
                <a:solidFill>
                  <a:srgbClr val="B16B26"/>
                </a:solidFill>
                <a:latin typeface="Noto Sans CJK SC"/>
                <a:ea typeface="Noto Sans CJK SC"/>
                <a:cs typeface="Noto Sans CJK SC"/>
              </a:defRPr>
            </a:lvl7pPr>
            <a:lvl8pPr algn="ctr">
              <a:defRPr sz="1800" b="1">
                <a:solidFill>
                  <a:srgbClr val="B16B26"/>
                </a:solidFill>
                <a:latin typeface="Noto Sans CJK SC"/>
                <a:ea typeface="Noto Sans CJK SC"/>
                <a:cs typeface="Noto Sans CJK SC"/>
              </a:defRPr>
            </a:lvl8pPr>
            <a:lvl9pPr algn="ctr">
              <a:defRPr sz="1800" b="1">
                <a:solidFill>
                  <a:srgbClr val="B16B26"/>
                </a:solidFill>
                <a:latin typeface="Noto Sans CJK SC"/>
                <a:ea typeface="Noto Sans CJK SC"/>
                <a:cs typeface="Noto Sans CJK SC"/>
              </a:defRPr>
            </a:lvl9pPr>
          </a:lstStyle>
          <a:p xmlns:a="http://schemas.openxmlformats.org/drawingml/2006/main">
            <a:pPr algn="ctr">
              <a:defRPr sz="1800" b="1">
                <a:solidFill>
                  <a:srgbClr val="B16B26"/>
                </a:solidFill>
                <a:latin typeface="Noto Sans CJK SC"/>
                <a:ea typeface="Noto Sans CJK SC"/>
                <a:cs typeface="Noto Sans CJK SC"/>
              </a:defRPr>
            </a:pPr>
            <a:r>
              <a:rPr sz="1800" b="1">
                <a:solidFill>
                  <a:srgbClr val="B16B26"/>
                </a:solidFill>
                <a:latin typeface="Noto Sans CJK SC"/>
                <a:ea typeface="Noto Sans CJK SC"/>
                <a:cs typeface="Noto Sans CJK SC"/>
              </a:rPr>
              <a:t>M3 付费反证</a:t>
            </a:r>
          </a:p>
        </p:txBody>
      </p:sp>
      <p:sp>
        <p:nvSpPr>
          <p:cNvPr id="697" name="V7_M3_callout_body">
            <a:extLst xmlns:a="http://schemas.openxmlformats.org/drawingml/2006/main">
              <a:ext uri="{FF2B5EF4-FFF2-40B4-BE49-F238E27FC236}">
                <a16:creationId xmlns:a16="http://schemas.microsoft.com/office/drawing/2014/main" id="{1CCD4E14-0210-4B14-95AA-830F24C275EF}"/>
              </a:ext>
            </a:extLst>
          </p:cNvPr>
          <p:cNvSpPr>
            <a:spLocks xmlns:a="http://schemas.openxmlformats.org/drawingml/2006/main" noGrp="1"/>
          </p:cNvSpPr>
          <p:nvPr/>
        </p:nvSpPr>
        <p:spPr>
          <a:xfrm xmlns:a="http://schemas.openxmlformats.org/drawingml/2006/main">
            <a:off x="12325350" y="6096000"/>
            <a:ext cx="24003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lgn="l">
              <a:defRPr sz="1725" b="0">
                <a:solidFill>
                  <a:srgbClr val="233440"/>
                </a:solidFill>
                <a:latin typeface="Noto Sans CJK SC"/>
                <a:ea typeface="Noto Sans CJK SC"/>
                <a:cs typeface="Noto Sans CJK SC"/>
              </a:defRPr>
            </a:defPPr>
            <a:lvl1pPr algn="l">
              <a:defRPr sz="1725" b="0">
                <a:solidFill>
                  <a:srgbClr val="233440"/>
                </a:solidFill>
                <a:latin typeface="Noto Sans CJK SC"/>
                <a:ea typeface="Noto Sans CJK SC"/>
                <a:cs typeface="Noto Sans CJK SC"/>
              </a:defRPr>
            </a:lvl1pPr>
            <a:lvl2pPr algn="l">
              <a:defRPr sz="1725" b="0">
                <a:solidFill>
                  <a:srgbClr val="233440"/>
                </a:solidFill>
                <a:latin typeface="Noto Sans CJK SC"/>
                <a:ea typeface="Noto Sans CJK SC"/>
                <a:cs typeface="Noto Sans CJK SC"/>
              </a:defRPr>
            </a:lvl2pPr>
            <a:lvl3pPr algn="l">
              <a:defRPr sz="1725" b="0">
                <a:solidFill>
                  <a:srgbClr val="233440"/>
                </a:solidFill>
                <a:latin typeface="Noto Sans CJK SC"/>
                <a:ea typeface="Noto Sans CJK SC"/>
                <a:cs typeface="Noto Sans CJK SC"/>
              </a:defRPr>
            </a:lvl3pPr>
            <a:lvl4pPr algn="l">
              <a:defRPr sz="1725" b="0">
                <a:solidFill>
                  <a:srgbClr val="233440"/>
                </a:solidFill>
                <a:latin typeface="Noto Sans CJK SC"/>
                <a:ea typeface="Noto Sans CJK SC"/>
                <a:cs typeface="Noto Sans CJK SC"/>
              </a:defRPr>
            </a:lvl4pPr>
            <a:lvl5pPr algn="l">
              <a:defRPr sz="1725" b="0">
                <a:solidFill>
                  <a:srgbClr val="233440"/>
                </a:solidFill>
                <a:latin typeface="Noto Sans CJK SC"/>
                <a:ea typeface="Noto Sans CJK SC"/>
                <a:cs typeface="Noto Sans CJK SC"/>
              </a:defRPr>
            </a:lvl5pPr>
            <a:lvl6pPr algn="l">
              <a:defRPr sz="1725" b="0">
                <a:solidFill>
                  <a:srgbClr val="233440"/>
                </a:solidFill>
                <a:latin typeface="Noto Sans CJK SC"/>
                <a:ea typeface="Noto Sans CJK SC"/>
                <a:cs typeface="Noto Sans CJK SC"/>
              </a:defRPr>
            </a:lvl6pPr>
            <a:lvl7pPr algn="l">
              <a:defRPr sz="1725" b="0">
                <a:solidFill>
                  <a:srgbClr val="233440"/>
                </a:solidFill>
                <a:latin typeface="Noto Sans CJK SC"/>
                <a:ea typeface="Noto Sans CJK SC"/>
                <a:cs typeface="Noto Sans CJK SC"/>
              </a:defRPr>
            </a:lvl7pPr>
            <a:lvl8pPr algn="l">
              <a:defRPr sz="1725" b="0">
                <a:solidFill>
                  <a:srgbClr val="233440"/>
                </a:solidFill>
                <a:latin typeface="Noto Sans CJK SC"/>
                <a:ea typeface="Noto Sans CJK SC"/>
                <a:cs typeface="Noto Sans CJK SC"/>
              </a:defRPr>
            </a:lvl8pPr>
            <a:lvl9pPr algn="l">
              <a:defRPr sz="1725" b="0">
                <a:solidFill>
                  <a:srgbClr val="233440"/>
                </a:solidFill>
                <a:latin typeface="Noto Sans CJK SC"/>
                <a:ea typeface="Noto Sans CJK SC"/>
                <a:cs typeface="Noto Sans CJK SC"/>
              </a:defRPr>
            </a:lvl9pPr>
          </a:lstStyle>
          <a:p xmlns:a="http://schemas.openxmlformats.org/drawingml/2006/main">
            <a:pPr algn="l">
              <a:defRPr sz="1725" b="0">
                <a:solidFill>
                  <a:srgbClr val="233440"/>
                </a:solidFill>
                <a:latin typeface="Noto Sans CJK SC"/>
                <a:ea typeface="Noto Sans CJK SC"/>
                <a:cs typeface="Noto Sans CJK SC"/>
              </a:defRPr>
            </a:pPr>
            <a:r>
              <a:rPr sz="1725" b="0">
                <a:solidFill>
                  <a:srgbClr val="233440"/>
                </a:solidFill>
                <a:latin typeface="Noto Sans CJK SC"/>
                <a:ea typeface="Noto Sans CJK SC"/>
                <a:cs typeface="Noto Sans CJK SC"/>
              </a:rPr>
              <a:t>替换 d 的动作价值</a:t>
            </a:r>
          </a:p>
          <a:p xmlns:a="http://schemas.openxmlformats.org/drawingml/2006/main">
            <a:pPr algn="l">
              <a:defRPr sz="1725" b="0">
                <a:solidFill>
                  <a:srgbClr val="233440"/>
                </a:solidFill>
                <a:latin typeface="Noto Sans CJK SC"/>
                <a:ea typeface="Noto Sans CJK SC"/>
                <a:cs typeface="Noto Sans CJK SC"/>
              </a:defRPr>
            </a:pPr>
            <a:r>
              <a:rPr sz="1725" b="0">
                <a:solidFill>
                  <a:srgbClr val="233440"/>
                </a:solidFill>
                <a:latin typeface="Noto Sans CJK SC"/>
                <a:ea typeface="Noto Sans CJK SC"/>
                <a:cs typeface="Noto Sans CJK SC"/>
              </a:rPr>
              <a:t>覆盖全源对并计成本</a:t>
            </a:r>
          </a:p>
          <a:p xmlns:a="http://schemas.openxmlformats.org/drawingml/2006/main">
            <a:pPr algn="l">
              <a:defRPr sz="1725" b="0">
                <a:solidFill>
                  <a:srgbClr val="233440"/>
                </a:solidFill>
                <a:latin typeface="Noto Sans CJK SC"/>
                <a:ea typeface="Noto Sans CJK SC"/>
                <a:cs typeface="Noto Sans CJK SC"/>
              </a:defRPr>
            </a:pPr>
            <a:r>
              <a:rPr sz="1725" b="0">
                <a:solidFill>
                  <a:srgbClr val="233440"/>
                </a:solidFill>
                <a:latin typeface="Noto Sans CJK SC"/>
                <a:ea typeface="Noto Sans CJK SC"/>
                <a:cs typeface="Noto Sans CJK SC"/>
              </a:rPr>
              <a:t>反证列表与后验分开</a:t>
            </a:r>
          </a:p>
        </p:txBody>
      </p:sp>
      <p:sp>
        <p:nvSpPr>
          <p:cNvPr id="698" name="V7_FOOTER_1">
            <a:extLst xmlns:a="http://schemas.openxmlformats.org/drawingml/2006/main">
              <a:ext uri="{FF2B5EF4-FFF2-40B4-BE49-F238E27FC236}">
                <a16:creationId xmlns:a16="http://schemas.microsoft.com/office/drawing/2014/main" id="{3A21956D-B508-4A76-A442-672724F07A63}"/>
              </a:ext>
            </a:extLst>
          </p:cNvPr>
          <p:cNvSpPr>
            <a:spLocks xmlns:a="http://schemas.openxmlformats.org/drawingml/2006/main" noGrp="1"/>
          </p:cNvSpPr>
          <p:nvPr/>
        </p:nvSpPr>
        <p:spPr>
          <a:xfrm xmlns:a="http://schemas.openxmlformats.org/drawingml/2006/main">
            <a:off x="400050" y="8115300"/>
            <a:ext cx="1371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lgn="l">
              <a:defRPr sz="1500" b="0">
                <a:solidFill>
                  <a:srgbClr val="60717D"/>
                </a:solidFill>
                <a:latin typeface="Noto Sans CJK SC"/>
                <a:ea typeface="Noto Sans CJK SC"/>
                <a:cs typeface="Noto Sans CJK SC"/>
              </a:defRPr>
            </a:defPPr>
            <a:lvl1pPr algn="l">
              <a:defRPr sz="1500" b="0">
                <a:solidFill>
                  <a:srgbClr val="60717D"/>
                </a:solidFill>
                <a:latin typeface="Noto Sans CJK SC"/>
                <a:ea typeface="Noto Sans CJK SC"/>
                <a:cs typeface="Noto Sans CJK SC"/>
              </a:defRPr>
            </a:lvl1pPr>
            <a:lvl2pPr algn="l">
              <a:defRPr sz="1500" b="0">
                <a:solidFill>
                  <a:srgbClr val="60717D"/>
                </a:solidFill>
                <a:latin typeface="Noto Sans CJK SC"/>
                <a:ea typeface="Noto Sans CJK SC"/>
                <a:cs typeface="Noto Sans CJK SC"/>
              </a:defRPr>
            </a:lvl2pPr>
            <a:lvl3pPr algn="l">
              <a:defRPr sz="1500" b="0">
                <a:solidFill>
                  <a:srgbClr val="60717D"/>
                </a:solidFill>
                <a:latin typeface="Noto Sans CJK SC"/>
                <a:ea typeface="Noto Sans CJK SC"/>
                <a:cs typeface="Noto Sans CJK SC"/>
              </a:defRPr>
            </a:lvl3pPr>
            <a:lvl4pPr algn="l">
              <a:defRPr sz="1500" b="0">
                <a:solidFill>
                  <a:srgbClr val="60717D"/>
                </a:solidFill>
                <a:latin typeface="Noto Sans CJK SC"/>
                <a:ea typeface="Noto Sans CJK SC"/>
                <a:cs typeface="Noto Sans CJK SC"/>
              </a:defRPr>
            </a:lvl4pPr>
            <a:lvl5pPr algn="l">
              <a:defRPr sz="1500" b="0">
                <a:solidFill>
                  <a:srgbClr val="60717D"/>
                </a:solidFill>
                <a:latin typeface="Noto Sans CJK SC"/>
                <a:ea typeface="Noto Sans CJK SC"/>
                <a:cs typeface="Noto Sans CJK SC"/>
              </a:defRPr>
            </a:lvl5pPr>
            <a:lvl6pPr algn="l">
              <a:defRPr sz="1500" b="0">
                <a:solidFill>
                  <a:srgbClr val="60717D"/>
                </a:solidFill>
                <a:latin typeface="Noto Sans CJK SC"/>
                <a:ea typeface="Noto Sans CJK SC"/>
                <a:cs typeface="Noto Sans CJK SC"/>
              </a:defRPr>
            </a:lvl6pPr>
            <a:lvl7pPr algn="l">
              <a:defRPr sz="1500" b="0">
                <a:solidFill>
                  <a:srgbClr val="60717D"/>
                </a:solidFill>
                <a:latin typeface="Noto Sans CJK SC"/>
                <a:ea typeface="Noto Sans CJK SC"/>
                <a:cs typeface="Noto Sans CJK SC"/>
              </a:defRPr>
            </a:lvl7pPr>
            <a:lvl8pPr algn="l">
              <a:defRPr sz="1500" b="0">
                <a:solidFill>
                  <a:srgbClr val="60717D"/>
                </a:solidFill>
                <a:latin typeface="Noto Sans CJK SC"/>
                <a:ea typeface="Noto Sans CJK SC"/>
                <a:cs typeface="Noto Sans CJK SC"/>
              </a:defRPr>
            </a:lvl8pPr>
            <a:lvl9pPr algn="l">
              <a:defRPr sz="1500" b="0">
                <a:solidFill>
                  <a:srgbClr val="60717D"/>
                </a:solidFill>
                <a:latin typeface="Noto Sans CJK SC"/>
                <a:ea typeface="Noto Sans CJK SC"/>
                <a:cs typeface="Noto Sans CJK SC"/>
              </a:defRPr>
            </a:lvl9pPr>
          </a:lstStyle>
          <a:p xmlns:a="http://schemas.openxmlformats.org/drawingml/2006/main">
            <a:pPr algn="l">
              <a:defRPr sz="1500" b="0">
                <a:solidFill>
                  <a:srgbClr val="60717D"/>
                </a:solidFill>
                <a:latin typeface="Noto Sans CJK SC"/>
                <a:ea typeface="Noto Sans CJK SC"/>
                <a:cs typeface="Noto Sans CJK SC"/>
              </a:defRPr>
            </a:pPr>
            <a:r>
              <a:rPr sz="1500" b="0">
                <a:solidFill>
                  <a:srgbClr val="60717D"/>
                </a:solidFill>
                <a:latin typeface="Noto Sans CJK SC"/>
                <a:ea typeface="Noto Sans CJK SC"/>
                <a:cs typeface="Noto Sans CJK SC"/>
              </a:rPr>
              <a:t>源码执行的主动评分为候选方差 × (1−confidence)，对应 MovingStatePMFS.cpp 第 291 行</a:t>
            </a:r>
          </a:p>
        </p:txBody>
      </p:sp>
      <p:sp>
        <p:nvSpPr>
          <p:cNvPr id="699" name="V7_PAGE_1">
            <a:extLst xmlns:a="http://schemas.openxmlformats.org/drawingml/2006/main">
              <a:ext uri="{FF2B5EF4-FFF2-40B4-BE49-F238E27FC236}">
                <a16:creationId xmlns:a16="http://schemas.microsoft.com/office/drawing/2014/main" id="{2FD1EA09-5492-4A73-99B6-F2A163406BA4}"/>
              </a:ext>
            </a:extLst>
          </p:cNvPr>
          <p:cNvSpPr>
            <a:spLocks xmlns:a="http://schemas.openxmlformats.org/drawingml/2006/main" noGrp="1"/>
          </p:cNvSpPr>
          <p:nvPr/>
        </p:nvSpPr>
        <p:spPr>
          <a:xfrm xmlns:a="http://schemas.openxmlformats.org/drawingml/2006/main">
            <a:off x="14430375" y="8143875"/>
            <a:ext cx="4095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lgn="r">
              <a:defRPr sz="1500" b="0">
                <a:solidFill>
                  <a:srgbClr val="60717D"/>
                </a:solidFill>
                <a:latin typeface="Noto Sans CJK SC"/>
                <a:ea typeface="Noto Sans CJK SC"/>
                <a:cs typeface="Noto Sans CJK SC"/>
              </a:defRPr>
            </a:defPPr>
            <a:lvl1pPr algn="r">
              <a:defRPr sz="1500" b="0">
                <a:solidFill>
                  <a:srgbClr val="60717D"/>
                </a:solidFill>
                <a:latin typeface="Noto Sans CJK SC"/>
                <a:ea typeface="Noto Sans CJK SC"/>
                <a:cs typeface="Noto Sans CJK SC"/>
              </a:defRPr>
            </a:lvl1pPr>
            <a:lvl2pPr algn="r">
              <a:defRPr sz="1500" b="0">
                <a:solidFill>
                  <a:srgbClr val="60717D"/>
                </a:solidFill>
                <a:latin typeface="Noto Sans CJK SC"/>
                <a:ea typeface="Noto Sans CJK SC"/>
                <a:cs typeface="Noto Sans CJK SC"/>
              </a:defRPr>
            </a:lvl2pPr>
            <a:lvl3pPr algn="r">
              <a:defRPr sz="1500" b="0">
                <a:solidFill>
                  <a:srgbClr val="60717D"/>
                </a:solidFill>
                <a:latin typeface="Noto Sans CJK SC"/>
                <a:ea typeface="Noto Sans CJK SC"/>
                <a:cs typeface="Noto Sans CJK SC"/>
              </a:defRPr>
            </a:lvl3pPr>
            <a:lvl4pPr algn="r">
              <a:defRPr sz="1500" b="0">
                <a:solidFill>
                  <a:srgbClr val="60717D"/>
                </a:solidFill>
                <a:latin typeface="Noto Sans CJK SC"/>
                <a:ea typeface="Noto Sans CJK SC"/>
                <a:cs typeface="Noto Sans CJK SC"/>
              </a:defRPr>
            </a:lvl4pPr>
            <a:lvl5pPr algn="r">
              <a:defRPr sz="1500" b="0">
                <a:solidFill>
                  <a:srgbClr val="60717D"/>
                </a:solidFill>
                <a:latin typeface="Noto Sans CJK SC"/>
                <a:ea typeface="Noto Sans CJK SC"/>
                <a:cs typeface="Noto Sans CJK SC"/>
              </a:defRPr>
            </a:lvl5pPr>
            <a:lvl6pPr algn="r">
              <a:defRPr sz="1500" b="0">
                <a:solidFill>
                  <a:srgbClr val="60717D"/>
                </a:solidFill>
                <a:latin typeface="Noto Sans CJK SC"/>
                <a:ea typeface="Noto Sans CJK SC"/>
                <a:cs typeface="Noto Sans CJK SC"/>
              </a:defRPr>
            </a:lvl6pPr>
            <a:lvl7pPr algn="r">
              <a:defRPr sz="1500" b="0">
                <a:solidFill>
                  <a:srgbClr val="60717D"/>
                </a:solidFill>
                <a:latin typeface="Noto Sans CJK SC"/>
                <a:ea typeface="Noto Sans CJK SC"/>
                <a:cs typeface="Noto Sans CJK SC"/>
              </a:defRPr>
            </a:lvl7pPr>
            <a:lvl8pPr algn="r">
              <a:defRPr sz="1500" b="0">
                <a:solidFill>
                  <a:srgbClr val="60717D"/>
                </a:solidFill>
                <a:latin typeface="Noto Sans CJK SC"/>
                <a:ea typeface="Noto Sans CJK SC"/>
                <a:cs typeface="Noto Sans CJK SC"/>
              </a:defRPr>
            </a:lvl8pPr>
            <a:lvl9pPr algn="r">
              <a:defRPr sz="1500" b="0">
                <a:solidFill>
                  <a:srgbClr val="60717D"/>
                </a:solidFill>
                <a:latin typeface="Noto Sans CJK SC"/>
                <a:ea typeface="Noto Sans CJK SC"/>
                <a:cs typeface="Noto Sans CJK SC"/>
              </a:defRPr>
            </a:lvl9pPr>
          </a:lstStyle>
          <a:p xmlns:a="http://schemas.openxmlformats.org/drawingml/2006/main">
            <a:pPr algn="r">
              <a:defRPr sz="1500" b="0">
                <a:solidFill>
                  <a:srgbClr val="60717D"/>
                </a:solidFill>
                <a:latin typeface="Noto Sans CJK SC"/>
                <a:ea typeface="Noto Sans CJK SC"/>
                <a:cs typeface="Noto Sans CJK SC"/>
              </a:defRPr>
            </a:pPr>
            <a:r>
              <a:rPr sz="1500" b="0">
                <a:solidFill>
                  <a:srgbClr val="60717D"/>
                </a:solidFill>
                <a:latin typeface="Noto Sans CJK SC"/>
                <a:ea typeface="Noto Sans CJK SC"/>
                <a:cs typeface="Noto Sans CJK SC"/>
              </a:rPr>
              <a:t>1</a:t>
            </a:r>
          </a:p>
        </p:txBody>
      </p:sp>
    </p:spTree>
    <p:extLst>
      <p:ext uri="{BB962C8B-B14F-4D97-AF65-F5344CB8AC3E}">
        <p14:creationId xmlns:p14="http://schemas.microsoft.com/office/powerpoint/2010/main" val="2044069005"/>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1" name="03_PREDICTIONS__wind_r0c0">
            <a:extLst xmlns:a="http://schemas.openxmlformats.org/drawingml/2006/main">
              <a:ext uri="{FF2B5EF4-FFF2-40B4-BE49-F238E27FC236}">
                <a16:creationId xmlns:a16="http://schemas.microsoft.com/office/drawing/2014/main" id="{4D90A5A6-CA47-463F-B195-FBDD31F4D80A}"/>
              </a:ext>
            </a:extLst>
          </p:cNvPr>
          <p:cNvSpPr>
            <a:spLocks xmlns:a="http://schemas.openxmlformats.org/drawingml/2006/main" noGrp="1"/>
          </p:cNvSpPr>
          <p:nvPr/>
        </p:nvSpPr>
        <p:spPr>
          <a:xfrm xmlns:a="http://schemas.openxmlformats.org/drawingml/2006/main" rot="0" flipH="0" flipV="0">
            <a:off x="581978" y="4705350"/>
            <a:ext cx="240983" cy="240983"/>
          </a:xfrm>
          <a:prstGeom xmlns:a="http://schemas.openxmlformats.org/drawingml/2006/main" prst="rect">
            <a:avLst/>
          </a:prstGeom>
          <a:solidFill xmlns:a="http://schemas.openxmlformats.org/drawingml/2006/main">
            <a:srgbClr val="FFFFFF"/>
          </a:solidFill>
          <a:ln xmlns:a="http://schemas.openxmlformats.org/drawingml/2006/main" w="7620">
            <a:solidFill>
              <a:srgbClr val="FFFFFF"/>
            </a:solidFill>
          </a:ln>
        </p:spPr>
      </p:sp>
      <p:sp>
        <p:nvSpPr>
          <p:cNvPr id="122" name="03_PREDICTIONS__wind_r0c1">
            <a:extLst xmlns:a="http://schemas.openxmlformats.org/drawingml/2006/main">
              <a:ext uri="{FF2B5EF4-FFF2-40B4-BE49-F238E27FC236}">
                <a16:creationId xmlns:a16="http://schemas.microsoft.com/office/drawing/2014/main" id="{0E5C72CD-6AE0-46C9-A591-618741F76D57}"/>
              </a:ext>
            </a:extLst>
          </p:cNvPr>
          <p:cNvSpPr>
            <a:spLocks xmlns:a="http://schemas.openxmlformats.org/drawingml/2006/main" noGrp="1"/>
          </p:cNvSpPr>
          <p:nvPr/>
        </p:nvSpPr>
        <p:spPr>
          <a:xfrm xmlns:a="http://schemas.openxmlformats.org/drawingml/2006/main" rot="0" flipH="0" flipV="0">
            <a:off x="822960" y="4705350"/>
            <a:ext cx="240983" cy="240983"/>
          </a:xfrm>
          <a:prstGeom xmlns:a="http://schemas.openxmlformats.org/drawingml/2006/main" prst="rect">
            <a:avLst/>
          </a:prstGeom>
          <a:solidFill xmlns:a="http://schemas.openxmlformats.org/drawingml/2006/main">
            <a:srgbClr val="FFFFFF"/>
          </a:solidFill>
          <a:ln xmlns:a="http://schemas.openxmlformats.org/drawingml/2006/main" w="7620">
            <a:solidFill>
              <a:srgbClr val="FFFFFF"/>
            </a:solidFill>
          </a:ln>
        </p:spPr>
      </p:sp>
      <p:sp>
        <p:nvSpPr>
          <p:cNvPr id="123" name="03_PREDICTIONS__wind_r0c2">
            <a:extLst xmlns:a="http://schemas.openxmlformats.org/drawingml/2006/main">
              <a:ext uri="{FF2B5EF4-FFF2-40B4-BE49-F238E27FC236}">
                <a16:creationId xmlns:a16="http://schemas.microsoft.com/office/drawing/2014/main" id="{0578344F-AA30-439E-80B3-A1C9EE19E335}"/>
              </a:ext>
            </a:extLst>
          </p:cNvPr>
          <p:cNvSpPr>
            <a:spLocks xmlns:a="http://schemas.openxmlformats.org/drawingml/2006/main" noGrp="1"/>
          </p:cNvSpPr>
          <p:nvPr/>
        </p:nvSpPr>
        <p:spPr>
          <a:xfrm xmlns:a="http://schemas.openxmlformats.org/drawingml/2006/main" rot="0" flipH="0" flipV="0">
            <a:off x="1063943" y="4705350"/>
            <a:ext cx="240983" cy="240983"/>
          </a:xfrm>
          <a:prstGeom xmlns:a="http://schemas.openxmlformats.org/drawingml/2006/main" prst="rect">
            <a:avLst/>
          </a:prstGeom>
          <a:solidFill xmlns:a="http://schemas.openxmlformats.org/drawingml/2006/main">
            <a:srgbClr val="FFFFFF"/>
          </a:solidFill>
          <a:ln xmlns:a="http://schemas.openxmlformats.org/drawingml/2006/main" w="7620">
            <a:solidFill>
              <a:srgbClr val="FFFFFF"/>
            </a:solidFill>
          </a:ln>
        </p:spPr>
      </p:sp>
      <p:sp>
        <p:nvSpPr>
          <p:cNvPr id="124" name="03_PREDICTIONS__wind_r0c3">
            <a:extLst xmlns:a="http://schemas.openxmlformats.org/drawingml/2006/main">
              <a:ext uri="{FF2B5EF4-FFF2-40B4-BE49-F238E27FC236}">
                <a16:creationId xmlns:a16="http://schemas.microsoft.com/office/drawing/2014/main" id="{0D5AB91E-6F3A-4914-8EBF-382709B50FD4}"/>
              </a:ext>
            </a:extLst>
          </p:cNvPr>
          <p:cNvSpPr>
            <a:spLocks xmlns:a="http://schemas.openxmlformats.org/drawingml/2006/main" noGrp="1"/>
          </p:cNvSpPr>
          <p:nvPr/>
        </p:nvSpPr>
        <p:spPr>
          <a:xfrm xmlns:a="http://schemas.openxmlformats.org/drawingml/2006/main" rot="0" flipH="0" flipV="0">
            <a:off x="1304925" y="4705350"/>
            <a:ext cx="240983" cy="240983"/>
          </a:xfrm>
          <a:prstGeom xmlns:a="http://schemas.openxmlformats.org/drawingml/2006/main" prst="rect">
            <a:avLst/>
          </a:prstGeom>
          <a:solidFill xmlns:a="http://schemas.openxmlformats.org/drawingml/2006/main">
            <a:srgbClr val="FFFFFF"/>
          </a:solidFill>
          <a:ln xmlns:a="http://schemas.openxmlformats.org/drawingml/2006/main" w="7620">
            <a:solidFill>
              <a:srgbClr val="FFFFFF"/>
            </a:solidFill>
          </a:ln>
        </p:spPr>
      </p:sp>
      <p:sp>
        <p:nvSpPr>
          <p:cNvPr id="125" name="03_PREDICTIONS__wind_r0c4">
            <a:extLst xmlns:a="http://schemas.openxmlformats.org/drawingml/2006/main">
              <a:ext uri="{FF2B5EF4-FFF2-40B4-BE49-F238E27FC236}">
                <a16:creationId xmlns:a16="http://schemas.microsoft.com/office/drawing/2014/main" id="{FBCBA399-CCC7-45EC-A521-1E62B86CD9CF}"/>
              </a:ext>
            </a:extLst>
          </p:cNvPr>
          <p:cNvSpPr>
            <a:spLocks xmlns:a="http://schemas.openxmlformats.org/drawingml/2006/main" noGrp="1"/>
          </p:cNvSpPr>
          <p:nvPr/>
        </p:nvSpPr>
        <p:spPr>
          <a:xfrm xmlns:a="http://schemas.openxmlformats.org/drawingml/2006/main" rot="0" flipH="0" flipV="0">
            <a:off x="1545908" y="4705350"/>
            <a:ext cx="240983" cy="240983"/>
          </a:xfrm>
          <a:prstGeom xmlns:a="http://schemas.openxmlformats.org/drawingml/2006/main" prst="rect">
            <a:avLst/>
          </a:prstGeom>
          <a:solidFill xmlns:a="http://schemas.openxmlformats.org/drawingml/2006/main">
            <a:srgbClr val="606C73"/>
          </a:solidFill>
          <a:ln xmlns:a="http://schemas.openxmlformats.org/drawingml/2006/main" w="7620">
            <a:solidFill>
              <a:srgbClr val="FFFFFF"/>
            </a:solidFill>
          </a:ln>
        </p:spPr>
      </p:sp>
      <p:sp>
        <p:nvSpPr>
          <p:cNvPr id="126" name="03_PREDICTIONS__wind_r0c5">
            <a:extLst xmlns:a="http://schemas.openxmlformats.org/drawingml/2006/main">
              <a:ext uri="{FF2B5EF4-FFF2-40B4-BE49-F238E27FC236}">
                <a16:creationId xmlns:a16="http://schemas.microsoft.com/office/drawing/2014/main" id="{EA129FF8-77E2-4888-B4B8-D8238D028F4C}"/>
              </a:ext>
            </a:extLst>
          </p:cNvPr>
          <p:cNvSpPr>
            <a:spLocks xmlns:a="http://schemas.openxmlformats.org/drawingml/2006/main" noGrp="1"/>
          </p:cNvSpPr>
          <p:nvPr/>
        </p:nvSpPr>
        <p:spPr>
          <a:xfrm xmlns:a="http://schemas.openxmlformats.org/drawingml/2006/main" rot="0" flipH="0" flipV="0">
            <a:off x="1786890" y="4705350"/>
            <a:ext cx="240983" cy="240983"/>
          </a:xfrm>
          <a:prstGeom xmlns:a="http://schemas.openxmlformats.org/drawingml/2006/main" prst="rect">
            <a:avLst/>
          </a:prstGeom>
          <a:solidFill xmlns:a="http://schemas.openxmlformats.org/drawingml/2006/main">
            <a:srgbClr val="FFFFFF"/>
          </a:solidFill>
          <a:ln xmlns:a="http://schemas.openxmlformats.org/drawingml/2006/main" w="7620">
            <a:solidFill>
              <a:srgbClr val="FFFFFF"/>
            </a:solidFill>
          </a:ln>
        </p:spPr>
      </p:sp>
      <p:sp>
        <p:nvSpPr>
          <p:cNvPr id="127" name="03_PREDICTIONS__wind_r0c6">
            <a:extLst xmlns:a="http://schemas.openxmlformats.org/drawingml/2006/main">
              <a:ext uri="{FF2B5EF4-FFF2-40B4-BE49-F238E27FC236}">
                <a16:creationId xmlns:a16="http://schemas.microsoft.com/office/drawing/2014/main" id="{F74360BD-DFAA-4896-8E32-973A7D879AA6}"/>
              </a:ext>
            </a:extLst>
          </p:cNvPr>
          <p:cNvSpPr>
            <a:spLocks xmlns:a="http://schemas.openxmlformats.org/drawingml/2006/main" noGrp="1"/>
          </p:cNvSpPr>
          <p:nvPr/>
        </p:nvSpPr>
        <p:spPr>
          <a:xfrm xmlns:a="http://schemas.openxmlformats.org/drawingml/2006/main" rot="0" flipH="0" flipV="0">
            <a:off x="2027873" y="4705350"/>
            <a:ext cx="240983" cy="240983"/>
          </a:xfrm>
          <a:prstGeom xmlns:a="http://schemas.openxmlformats.org/drawingml/2006/main" prst="rect">
            <a:avLst/>
          </a:prstGeom>
          <a:solidFill xmlns:a="http://schemas.openxmlformats.org/drawingml/2006/main">
            <a:srgbClr val="FFFFFF"/>
          </a:solidFill>
          <a:ln xmlns:a="http://schemas.openxmlformats.org/drawingml/2006/main" w="7620">
            <a:solidFill>
              <a:srgbClr val="FFFFFF"/>
            </a:solidFill>
          </a:ln>
        </p:spPr>
      </p:sp>
      <p:sp>
        <p:nvSpPr>
          <p:cNvPr id="128" name="03_PREDICTIONS__wind_r0c7">
            <a:extLst xmlns:a="http://schemas.openxmlformats.org/drawingml/2006/main">
              <a:ext uri="{FF2B5EF4-FFF2-40B4-BE49-F238E27FC236}">
                <a16:creationId xmlns:a16="http://schemas.microsoft.com/office/drawing/2014/main" id="{356D3955-6CF1-4C1A-A761-21B5129197FD}"/>
              </a:ext>
            </a:extLst>
          </p:cNvPr>
          <p:cNvSpPr>
            <a:spLocks xmlns:a="http://schemas.openxmlformats.org/drawingml/2006/main" noGrp="1"/>
          </p:cNvSpPr>
          <p:nvPr/>
        </p:nvSpPr>
        <p:spPr>
          <a:xfrm xmlns:a="http://schemas.openxmlformats.org/drawingml/2006/main" rot="0" flipH="0" flipV="0">
            <a:off x="2268855" y="4705350"/>
            <a:ext cx="240983" cy="240983"/>
          </a:xfrm>
          <a:prstGeom xmlns:a="http://schemas.openxmlformats.org/drawingml/2006/main" prst="rect">
            <a:avLst/>
          </a:prstGeom>
          <a:solidFill xmlns:a="http://schemas.openxmlformats.org/drawingml/2006/main">
            <a:srgbClr val="FFFFFF"/>
          </a:solidFill>
          <a:ln xmlns:a="http://schemas.openxmlformats.org/drawingml/2006/main" w="7620">
            <a:solidFill>
              <a:srgbClr val="FFFFFF"/>
            </a:solidFill>
          </a:ln>
        </p:spPr>
      </p:sp>
      <p:sp>
        <p:nvSpPr>
          <p:cNvPr id="129" name="03_PREDICTIONS__wind_r0c8">
            <a:extLst xmlns:a="http://schemas.openxmlformats.org/drawingml/2006/main">
              <a:ext uri="{FF2B5EF4-FFF2-40B4-BE49-F238E27FC236}">
                <a16:creationId xmlns:a16="http://schemas.microsoft.com/office/drawing/2014/main" id="{67230394-6CAB-479C-BABB-8BA94F36ED14}"/>
              </a:ext>
            </a:extLst>
          </p:cNvPr>
          <p:cNvSpPr>
            <a:spLocks xmlns:a="http://schemas.openxmlformats.org/drawingml/2006/main" noGrp="1"/>
          </p:cNvSpPr>
          <p:nvPr/>
        </p:nvSpPr>
        <p:spPr>
          <a:xfrm xmlns:a="http://schemas.openxmlformats.org/drawingml/2006/main" rot="0" flipH="0" flipV="0">
            <a:off x="2509838" y="4705350"/>
            <a:ext cx="240983" cy="240983"/>
          </a:xfrm>
          <a:prstGeom xmlns:a="http://schemas.openxmlformats.org/drawingml/2006/main" prst="rect">
            <a:avLst/>
          </a:prstGeom>
          <a:solidFill xmlns:a="http://schemas.openxmlformats.org/drawingml/2006/main">
            <a:srgbClr val="FFFFFF"/>
          </a:solidFill>
          <a:ln xmlns:a="http://schemas.openxmlformats.org/drawingml/2006/main" w="7620">
            <a:solidFill>
              <a:srgbClr val="FFFFFF"/>
            </a:solidFill>
          </a:ln>
        </p:spPr>
      </p:sp>
      <p:sp>
        <p:nvSpPr>
          <p:cNvPr id="130" name="03_PREDICTIONS__wind_r0c9">
            <a:extLst xmlns:a="http://schemas.openxmlformats.org/drawingml/2006/main">
              <a:ext uri="{FF2B5EF4-FFF2-40B4-BE49-F238E27FC236}">
                <a16:creationId xmlns:a16="http://schemas.microsoft.com/office/drawing/2014/main" id="{7C2253C4-1B38-495D-BFEE-559D9C7BD1FF}"/>
              </a:ext>
            </a:extLst>
          </p:cNvPr>
          <p:cNvSpPr>
            <a:spLocks xmlns:a="http://schemas.openxmlformats.org/drawingml/2006/main" noGrp="1"/>
          </p:cNvSpPr>
          <p:nvPr/>
        </p:nvSpPr>
        <p:spPr>
          <a:xfrm xmlns:a="http://schemas.openxmlformats.org/drawingml/2006/main" rot="0" flipH="0" flipV="0">
            <a:off x="2750820" y="4705350"/>
            <a:ext cx="240983" cy="240983"/>
          </a:xfrm>
          <a:prstGeom xmlns:a="http://schemas.openxmlformats.org/drawingml/2006/main" prst="rect">
            <a:avLst/>
          </a:prstGeom>
          <a:solidFill xmlns:a="http://schemas.openxmlformats.org/drawingml/2006/main">
            <a:srgbClr val="FFFFFF"/>
          </a:solidFill>
          <a:ln xmlns:a="http://schemas.openxmlformats.org/drawingml/2006/main" w="7620">
            <a:solidFill>
              <a:srgbClr val="FFFFFF"/>
            </a:solidFill>
          </a:ln>
        </p:spPr>
      </p:sp>
      <p:sp>
        <p:nvSpPr>
          <p:cNvPr id="131" name="03_PREDICTIONS__wind_r1c0">
            <a:extLst xmlns:a="http://schemas.openxmlformats.org/drawingml/2006/main">
              <a:ext uri="{FF2B5EF4-FFF2-40B4-BE49-F238E27FC236}">
                <a16:creationId xmlns:a16="http://schemas.microsoft.com/office/drawing/2014/main" id="{AD7020A7-DB5C-44A3-B6BC-0F9F86D6E899}"/>
              </a:ext>
            </a:extLst>
          </p:cNvPr>
          <p:cNvSpPr>
            <a:spLocks xmlns:a="http://schemas.openxmlformats.org/drawingml/2006/main" noGrp="1"/>
          </p:cNvSpPr>
          <p:nvPr/>
        </p:nvSpPr>
        <p:spPr>
          <a:xfrm xmlns:a="http://schemas.openxmlformats.org/drawingml/2006/main" rot="0" flipH="0" flipV="0">
            <a:off x="581978" y="4946333"/>
            <a:ext cx="240983" cy="240983"/>
          </a:xfrm>
          <a:prstGeom xmlns:a="http://schemas.openxmlformats.org/drawingml/2006/main" prst="rect">
            <a:avLst/>
          </a:prstGeom>
          <a:solidFill xmlns:a="http://schemas.openxmlformats.org/drawingml/2006/main">
            <a:srgbClr val="FFFFFF"/>
          </a:solidFill>
          <a:ln xmlns:a="http://schemas.openxmlformats.org/drawingml/2006/main" w="7620">
            <a:solidFill>
              <a:srgbClr val="FFFFFF"/>
            </a:solidFill>
          </a:ln>
        </p:spPr>
      </p:sp>
      <p:sp>
        <p:nvSpPr>
          <p:cNvPr id="132" name="03_PREDICTIONS__wind_r1c1">
            <a:extLst xmlns:a="http://schemas.openxmlformats.org/drawingml/2006/main">
              <a:ext uri="{FF2B5EF4-FFF2-40B4-BE49-F238E27FC236}">
                <a16:creationId xmlns:a16="http://schemas.microsoft.com/office/drawing/2014/main" id="{41B1D663-4F20-44FA-B656-1DAD0C3A9BCF}"/>
              </a:ext>
            </a:extLst>
          </p:cNvPr>
          <p:cNvSpPr>
            <a:spLocks xmlns:a="http://schemas.openxmlformats.org/drawingml/2006/main" noGrp="1"/>
          </p:cNvSpPr>
          <p:nvPr/>
        </p:nvSpPr>
        <p:spPr>
          <a:xfrm xmlns:a="http://schemas.openxmlformats.org/drawingml/2006/main" rot="0" flipH="0" flipV="0">
            <a:off x="822960" y="4946333"/>
            <a:ext cx="240983" cy="240983"/>
          </a:xfrm>
          <a:prstGeom xmlns:a="http://schemas.openxmlformats.org/drawingml/2006/main" prst="rect">
            <a:avLst/>
          </a:prstGeom>
          <a:solidFill xmlns:a="http://schemas.openxmlformats.org/drawingml/2006/main">
            <a:srgbClr val="FFFFFF"/>
          </a:solidFill>
          <a:ln xmlns:a="http://schemas.openxmlformats.org/drawingml/2006/main" w="7620">
            <a:solidFill>
              <a:srgbClr val="FFFFFF"/>
            </a:solidFill>
          </a:ln>
        </p:spPr>
      </p:sp>
      <p:sp>
        <p:nvSpPr>
          <p:cNvPr id="133" name="03_PREDICTIONS__wind_r1c2">
            <a:extLst xmlns:a="http://schemas.openxmlformats.org/drawingml/2006/main">
              <a:ext uri="{FF2B5EF4-FFF2-40B4-BE49-F238E27FC236}">
                <a16:creationId xmlns:a16="http://schemas.microsoft.com/office/drawing/2014/main" id="{62CB7FAE-1F5B-4819-AE00-8DA7B94E0CE8}"/>
              </a:ext>
            </a:extLst>
          </p:cNvPr>
          <p:cNvSpPr>
            <a:spLocks xmlns:a="http://schemas.openxmlformats.org/drawingml/2006/main" noGrp="1"/>
          </p:cNvSpPr>
          <p:nvPr/>
        </p:nvSpPr>
        <p:spPr>
          <a:xfrm xmlns:a="http://schemas.openxmlformats.org/drawingml/2006/main" rot="0" flipH="0" flipV="0">
            <a:off x="1063943" y="4946333"/>
            <a:ext cx="240983" cy="240983"/>
          </a:xfrm>
          <a:prstGeom xmlns:a="http://schemas.openxmlformats.org/drawingml/2006/main" prst="rect">
            <a:avLst/>
          </a:prstGeom>
          <a:solidFill xmlns:a="http://schemas.openxmlformats.org/drawingml/2006/main">
            <a:srgbClr val="FFFFFF"/>
          </a:solidFill>
          <a:ln xmlns:a="http://schemas.openxmlformats.org/drawingml/2006/main" w="7620">
            <a:solidFill>
              <a:srgbClr val="FFFFFF"/>
            </a:solidFill>
          </a:ln>
        </p:spPr>
      </p:sp>
      <p:sp>
        <p:nvSpPr>
          <p:cNvPr id="134" name="03_PREDICTIONS__wind_r1c3">
            <a:extLst xmlns:a="http://schemas.openxmlformats.org/drawingml/2006/main">
              <a:ext uri="{FF2B5EF4-FFF2-40B4-BE49-F238E27FC236}">
                <a16:creationId xmlns:a16="http://schemas.microsoft.com/office/drawing/2014/main" id="{ABEE4035-7727-49E9-B9F9-D44DE00D301A}"/>
              </a:ext>
            </a:extLst>
          </p:cNvPr>
          <p:cNvSpPr>
            <a:spLocks xmlns:a="http://schemas.openxmlformats.org/drawingml/2006/main" noGrp="1"/>
          </p:cNvSpPr>
          <p:nvPr/>
        </p:nvSpPr>
        <p:spPr>
          <a:xfrm xmlns:a="http://schemas.openxmlformats.org/drawingml/2006/main" rot="0" flipH="0" flipV="0">
            <a:off x="1304925" y="4946333"/>
            <a:ext cx="240983" cy="240983"/>
          </a:xfrm>
          <a:prstGeom xmlns:a="http://schemas.openxmlformats.org/drawingml/2006/main" prst="rect">
            <a:avLst/>
          </a:prstGeom>
          <a:solidFill xmlns:a="http://schemas.openxmlformats.org/drawingml/2006/main">
            <a:srgbClr val="FFFFFF"/>
          </a:solidFill>
          <a:ln xmlns:a="http://schemas.openxmlformats.org/drawingml/2006/main" w="7620">
            <a:solidFill>
              <a:srgbClr val="FFFFFF"/>
            </a:solidFill>
          </a:ln>
        </p:spPr>
      </p:sp>
      <p:sp>
        <p:nvSpPr>
          <p:cNvPr id="135" name="03_PREDICTIONS__wind_r1c4">
            <a:extLst xmlns:a="http://schemas.openxmlformats.org/drawingml/2006/main">
              <a:ext uri="{FF2B5EF4-FFF2-40B4-BE49-F238E27FC236}">
                <a16:creationId xmlns:a16="http://schemas.microsoft.com/office/drawing/2014/main" id="{5805447B-B501-48EC-870E-13649DD371BE}"/>
              </a:ext>
            </a:extLst>
          </p:cNvPr>
          <p:cNvSpPr>
            <a:spLocks xmlns:a="http://schemas.openxmlformats.org/drawingml/2006/main" noGrp="1"/>
          </p:cNvSpPr>
          <p:nvPr/>
        </p:nvSpPr>
        <p:spPr>
          <a:xfrm xmlns:a="http://schemas.openxmlformats.org/drawingml/2006/main" rot="0" flipH="0" flipV="0">
            <a:off x="1545908" y="4946333"/>
            <a:ext cx="240983" cy="240983"/>
          </a:xfrm>
          <a:prstGeom xmlns:a="http://schemas.openxmlformats.org/drawingml/2006/main" prst="rect">
            <a:avLst/>
          </a:prstGeom>
          <a:solidFill xmlns:a="http://schemas.openxmlformats.org/drawingml/2006/main">
            <a:srgbClr val="606C73"/>
          </a:solidFill>
          <a:ln xmlns:a="http://schemas.openxmlformats.org/drawingml/2006/main" w="7620">
            <a:solidFill>
              <a:srgbClr val="FFFFFF"/>
            </a:solidFill>
          </a:ln>
        </p:spPr>
      </p:sp>
      <p:sp>
        <p:nvSpPr>
          <p:cNvPr id="136" name="03_PREDICTIONS__wind_r1c5">
            <a:extLst xmlns:a="http://schemas.openxmlformats.org/drawingml/2006/main">
              <a:ext uri="{FF2B5EF4-FFF2-40B4-BE49-F238E27FC236}">
                <a16:creationId xmlns:a16="http://schemas.microsoft.com/office/drawing/2014/main" id="{20ACE5DB-9604-4AF1-8DC7-AEB4EB95679A}"/>
              </a:ext>
            </a:extLst>
          </p:cNvPr>
          <p:cNvSpPr>
            <a:spLocks xmlns:a="http://schemas.openxmlformats.org/drawingml/2006/main" noGrp="1"/>
          </p:cNvSpPr>
          <p:nvPr/>
        </p:nvSpPr>
        <p:spPr>
          <a:xfrm xmlns:a="http://schemas.openxmlformats.org/drawingml/2006/main" rot="0" flipH="0" flipV="0">
            <a:off x="1786890" y="4946333"/>
            <a:ext cx="240983" cy="240983"/>
          </a:xfrm>
          <a:prstGeom xmlns:a="http://schemas.openxmlformats.org/drawingml/2006/main" prst="rect">
            <a:avLst/>
          </a:prstGeom>
          <a:solidFill xmlns:a="http://schemas.openxmlformats.org/drawingml/2006/main">
            <a:srgbClr val="FFFFFF"/>
          </a:solidFill>
          <a:ln xmlns:a="http://schemas.openxmlformats.org/drawingml/2006/main" w="7620">
            <a:solidFill>
              <a:srgbClr val="FFFFFF"/>
            </a:solidFill>
          </a:ln>
        </p:spPr>
      </p:sp>
      <p:sp>
        <p:nvSpPr>
          <p:cNvPr id="137" name="03_PREDICTIONS__wind_r1c6">
            <a:extLst xmlns:a="http://schemas.openxmlformats.org/drawingml/2006/main">
              <a:ext uri="{FF2B5EF4-FFF2-40B4-BE49-F238E27FC236}">
                <a16:creationId xmlns:a16="http://schemas.microsoft.com/office/drawing/2014/main" id="{F4D7ADCD-0062-4B52-A845-70F905128D86}"/>
              </a:ext>
            </a:extLst>
          </p:cNvPr>
          <p:cNvSpPr>
            <a:spLocks xmlns:a="http://schemas.openxmlformats.org/drawingml/2006/main" noGrp="1"/>
          </p:cNvSpPr>
          <p:nvPr/>
        </p:nvSpPr>
        <p:spPr>
          <a:xfrm xmlns:a="http://schemas.openxmlformats.org/drawingml/2006/main" rot="0" flipH="0" flipV="0">
            <a:off x="2027873" y="4946333"/>
            <a:ext cx="240983" cy="240983"/>
          </a:xfrm>
          <a:prstGeom xmlns:a="http://schemas.openxmlformats.org/drawingml/2006/main" prst="rect">
            <a:avLst/>
          </a:prstGeom>
          <a:solidFill xmlns:a="http://schemas.openxmlformats.org/drawingml/2006/main">
            <a:srgbClr val="FFFFFF"/>
          </a:solidFill>
          <a:ln xmlns:a="http://schemas.openxmlformats.org/drawingml/2006/main" w="7620">
            <a:solidFill>
              <a:srgbClr val="FFFFFF"/>
            </a:solidFill>
          </a:ln>
        </p:spPr>
      </p:sp>
      <p:sp>
        <p:nvSpPr>
          <p:cNvPr id="138" name="03_PREDICTIONS__wind_r1c7">
            <a:extLst xmlns:a="http://schemas.openxmlformats.org/drawingml/2006/main">
              <a:ext uri="{FF2B5EF4-FFF2-40B4-BE49-F238E27FC236}">
                <a16:creationId xmlns:a16="http://schemas.microsoft.com/office/drawing/2014/main" id="{5B61F59B-150A-4323-A703-6F39376B0051}"/>
              </a:ext>
            </a:extLst>
          </p:cNvPr>
          <p:cNvSpPr>
            <a:spLocks xmlns:a="http://schemas.openxmlformats.org/drawingml/2006/main" noGrp="1"/>
          </p:cNvSpPr>
          <p:nvPr/>
        </p:nvSpPr>
        <p:spPr>
          <a:xfrm xmlns:a="http://schemas.openxmlformats.org/drawingml/2006/main" rot="0" flipH="0" flipV="0">
            <a:off x="2268855" y="4946333"/>
            <a:ext cx="240983" cy="240983"/>
          </a:xfrm>
          <a:prstGeom xmlns:a="http://schemas.openxmlformats.org/drawingml/2006/main" prst="rect">
            <a:avLst/>
          </a:prstGeom>
          <a:solidFill xmlns:a="http://schemas.openxmlformats.org/drawingml/2006/main">
            <a:srgbClr val="FFFFFF"/>
          </a:solidFill>
          <a:ln xmlns:a="http://schemas.openxmlformats.org/drawingml/2006/main" w="7620">
            <a:solidFill>
              <a:srgbClr val="FFFFFF"/>
            </a:solidFill>
          </a:ln>
        </p:spPr>
      </p:sp>
      <p:sp>
        <p:nvSpPr>
          <p:cNvPr id="139" name="03_PREDICTIONS__wind_r1c8">
            <a:extLst xmlns:a="http://schemas.openxmlformats.org/drawingml/2006/main">
              <a:ext uri="{FF2B5EF4-FFF2-40B4-BE49-F238E27FC236}">
                <a16:creationId xmlns:a16="http://schemas.microsoft.com/office/drawing/2014/main" id="{D2F95AF6-6C69-42AD-87C7-829E73DD0C4D}"/>
              </a:ext>
            </a:extLst>
          </p:cNvPr>
          <p:cNvSpPr>
            <a:spLocks xmlns:a="http://schemas.openxmlformats.org/drawingml/2006/main" noGrp="1"/>
          </p:cNvSpPr>
          <p:nvPr/>
        </p:nvSpPr>
        <p:spPr>
          <a:xfrm xmlns:a="http://schemas.openxmlformats.org/drawingml/2006/main" rot="0" flipH="0" flipV="0">
            <a:off x="2509838" y="4946333"/>
            <a:ext cx="240983" cy="240983"/>
          </a:xfrm>
          <a:prstGeom xmlns:a="http://schemas.openxmlformats.org/drawingml/2006/main" prst="rect">
            <a:avLst/>
          </a:prstGeom>
          <a:solidFill xmlns:a="http://schemas.openxmlformats.org/drawingml/2006/main">
            <a:srgbClr val="FFFFFF"/>
          </a:solidFill>
          <a:ln xmlns:a="http://schemas.openxmlformats.org/drawingml/2006/main" w="7620">
            <a:solidFill>
              <a:srgbClr val="FFFFFF"/>
            </a:solidFill>
          </a:ln>
        </p:spPr>
      </p:sp>
      <p:sp>
        <p:nvSpPr>
          <p:cNvPr id="140" name="03_PREDICTIONS__wind_r1c9">
            <a:extLst xmlns:a="http://schemas.openxmlformats.org/drawingml/2006/main">
              <a:ext uri="{FF2B5EF4-FFF2-40B4-BE49-F238E27FC236}">
                <a16:creationId xmlns:a16="http://schemas.microsoft.com/office/drawing/2014/main" id="{35335F90-4031-47D0-9410-F09F00F7FDCE}"/>
              </a:ext>
            </a:extLst>
          </p:cNvPr>
          <p:cNvSpPr>
            <a:spLocks xmlns:a="http://schemas.openxmlformats.org/drawingml/2006/main" noGrp="1"/>
          </p:cNvSpPr>
          <p:nvPr/>
        </p:nvSpPr>
        <p:spPr>
          <a:xfrm xmlns:a="http://schemas.openxmlformats.org/drawingml/2006/main" rot="0" flipH="0" flipV="0">
            <a:off x="2750820" y="4946333"/>
            <a:ext cx="240983" cy="240983"/>
          </a:xfrm>
          <a:prstGeom xmlns:a="http://schemas.openxmlformats.org/drawingml/2006/main" prst="rect">
            <a:avLst/>
          </a:prstGeom>
          <a:solidFill xmlns:a="http://schemas.openxmlformats.org/drawingml/2006/main">
            <a:srgbClr val="FFFFFF"/>
          </a:solidFill>
          <a:ln xmlns:a="http://schemas.openxmlformats.org/drawingml/2006/main" w="7620">
            <a:solidFill>
              <a:srgbClr val="FFFFFF"/>
            </a:solidFill>
          </a:ln>
        </p:spPr>
      </p:sp>
      <p:sp>
        <p:nvSpPr>
          <p:cNvPr id="141" name="03_PREDICTIONS__wind_r2c0">
            <a:extLst xmlns:a="http://schemas.openxmlformats.org/drawingml/2006/main">
              <a:ext uri="{FF2B5EF4-FFF2-40B4-BE49-F238E27FC236}">
                <a16:creationId xmlns:a16="http://schemas.microsoft.com/office/drawing/2014/main" id="{4F17BDB8-65CB-41F4-B3DB-4216B93646B3}"/>
              </a:ext>
            </a:extLst>
          </p:cNvPr>
          <p:cNvSpPr>
            <a:spLocks xmlns:a="http://schemas.openxmlformats.org/drawingml/2006/main" noGrp="1"/>
          </p:cNvSpPr>
          <p:nvPr/>
        </p:nvSpPr>
        <p:spPr>
          <a:xfrm xmlns:a="http://schemas.openxmlformats.org/drawingml/2006/main" rot="0" flipH="0" flipV="0">
            <a:off x="581978" y="5187315"/>
            <a:ext cx="240983" cy="240983"/>
          </a:xfrm>
          <a:prstGeom xmlns:a="http://schemas.openxmlformats.org/drawingml/2006/main" prst="rect">
            <a:avLst/>
          </a:prstGeom>
          <a:solidFill xmlns:a="http://schemas.openxmlformats.org/drawingml/2006/main">
            <a:srgbClr val="FFFFFF"/>
          </a:solidFill>
          <a:ln xmlns:a="http://schemas.openxmlformats.org/drawingml/2006/main" w="7620">
            <a:solidFill>
              <a:srgbClr val="FFFFFF"/>
            </a:solidFill>
          </a:ln>
        </p:spPr>
      </p:sp>
      <p:sp>
        <p:nvSpPr>
          <p:cNvPr id="142" name="03_PREDICTIONS__wind_r2c1">
            <a:extLst xmlns:a="http://schemas.openxmlformats.org/drawingml/2006/main">
              <a:ext uri="{FF2B5EF4-FFF2-40B4-BE49-F238E27FC236}">
                <a16:creationId xmlns:a16="http://schemas.microsoft.com/office/drawing/2014/main" id="{BE45090C-7982-4D23-8630-1CD47B8D7D6B}"/>
              </a:ext>
            </a:extLst>
          </p:cNvPr>
          <p:cNvSpPr>
            <a:spLocks xmlns:a="http://schemas.openxmlformats.org/drawingml/2006/main" noGrp="1"/>
          </p:cNvSpPr>
          <p:nvPr/>
        </p:nvSpPr>
        <p:spPr>
          <a:xfrm xmlns:a="http://schemas.openxmlformats.org/drawingml/2006/main" rot="0" flipH="0" flipV="0">
            <a:off x="822960" y="5187315"/>
            <a:ext cx="240983" cy="240983"/>
          </a:xfrm>
          <a:prstGeom xmlns:a="http://schemas.openxmlformats.org/drawingml/2006/main" prst="rect">
            <a:avLst/>
          </a:prstGeom>
          <a:solidFill xmlns:a="http://schemas.openxmlformats.org/drawingml/2006/main">
            <a:srgbClr val="FFFFFF"/>
          </a:solidFill>
          <a:ln xmlns:a="http://schemas.openxmlformats.org/drawingml/2006/main" w="7620">
            <a:solidFill>
              <a:srgbClr val="FFFFFF"/>
            </a:solidFill>
          </a:ln>
        </p:spPr>
      </p:sp>
      <p:sp>
        <p:nvSpPr>
          <p:cNvPr id="143" name="03_PREDICTIONS__wind_r2c2">
            <a:extLst xmlns:a="http://schemas.openxmlformats.org/drawingml/2006/main">
              <a:ext uri="{FF2B5EF4-FFF2-40B4-BE49-F238E27FC236}">
                <a16:creationId xmlns:a16="http://schemas.microsoft.com/office/drawing/2014/main" id="{7328C30C-1901-44B3-8AFB-D1308EA54384}"/>
              </a:ext>
            </a:extLst>
          </p:cNvPr>
          <p:cNvSpPr>
            <a:spLocks xmlns:a="http://schemas.openxmlformats.org/drawingml/2006/main" noGrp="1"/>
          </p:cNvSpPr>
          <p:nvPr/>
        </p:nvSpPr>
        <p:spPr>
          <a:xfrm xmlns:a="http://schemas.openxmlformats.org/drawingml/2006/main" rot="0" flipH="0" flipV="0">
            <a:off x="1063943" y="5187315"/>
            <a:ext cx="240983" cy="240983"/>
          </a:xfrm>
          <a:prstGeom xmlns:a="http://schemas.openxmlformats.org/drawingml/2006/main" prst="rect">
            <a:avLst/>
          </a:prstGeom>
          <a:solidFill xmlns:a="http://schemas.openxmlformats.org/drawingml/2006/main">
            <a:srgbClr val="FFFFFF"/>
          </a:solidFill>
          <a:ln xmlns:a="http://schemas.openxmlformats.org/drawingml/2006/main" w="7620">
            <a:solidFill>
              <a:srgbClr val="FFFFFF"/>
            </a:solidFill>
          </a:ln>
        </p:spPr>
      </p:sp>
      <p:sp>
        <p:nvSpPr>
          <p:cNvPr id="144" name="03_PREDICTIONS__wind_r2c3">
            <a:extLst xmlns:a="http://schemas.openxmlformats.org/drawingml/2006/main">
              <a:ext uri="{FF2B5EF4-FFF2-40B4-BE49-F238E27FC236}">
                <a16:creationId xmlns:a16="http://schemas.microsoft.com/office/drawing/2014/main" id="{C4DCB29F-F412-405B-A4F1-5A31C717FF01}"/>
              </a:ext>
            </a:extLst>
          </p:cNvPr>
          <p:cNvSpPr>
            <a:spLocks xmlns:a="http://schemas.openxmlformats.org/drawingml/2006/main" noGrp="1"/>
          </p:cNvSpPr>
          <p:nvPr/>
        </p:nvSpPr>
        <p:spPr>
          <a:xfrm xmlns:a="http://schemas.openxmlformats.org/drawingml/2006/main" rot="0" flipH="0" flipV="0">
            <a:off x="1304925" y="5187315"/>
            <a:ext cx="240983" cy="240983"/>
          </a:xfrm>
          <a:prstGeom xmlns:a="http://schemas.openxmlformats.org/drawingml/2006/main" prst="rect">
            <a:avLst/>
          </a:prstGeom>
          <a:solidFill xmlns:a="http://schemas.openxmlformats.org/drawingml/2006/main">
            <a:srgbClr val="FFFFFF"/>
          </a:solidFill>
          <a:ln xmlns:a="http://schemas.openxmlformats.org/drawingml/2006/main" w="7620">
            <a:solidFill>
              <a:srgbClr val="FFFFFF"/>
            </a:solidFill>
          </a:ln>
        </p:spPr>
      </p:sp>
      <p:sp>
        <p:nvSpPr>
          <p:cNvPr id="145" name="03_PREDICTIONS__wind_r2c4">
            <a:extLst xmlns:a="http://schemas.openxmlformats.org/drawingml/2006/main">
              <a:ext uri="{FF2B5EF4-FFF2-40B4-BE49-F238E27FC236}">
                <a16:creationId xmlns:a16="http://schemas.microsoft.com/office/drawing/2014/main" id="{98ACCA7E-EA39-4AA9-9BDE-1EF6637FC1C8}"/>
              </a:ext>
            </a:extLst>
          </p:cNvPr>
          <p:cNvSpPr>
            <a:spLocks xmlns:a="http://schemas.openxmlformats.org/drawingml/2006/main" noGrp="1"/>
          </p:cNvSpPr>
          <p:nvPr/>
        </p:nvSpPr>
        <p:spPr>
          <a:xfrm xmlns:a="http://schemas.openxmlformats.org/drawingml/2006/main" rot="0" flipH="0" flipV="0">
            <a:off x="1545908" y="5187315"/>
            <a:ext cx="240983" cy="240983"/>
          </a:xfrm>
          <a:prstGeom xmlns:a="http://schemas.openxmlformats.org/drawingml/2006/main" prst="rect">
            <a:avLst/>
          </a:prstGeom>
          <a:solidFill xmlns:a="http://schemas.openxmlformats.org/drawingml/2006/main">
            <a:srgbClr val="606C73"/>
          </a:solidFill>
          <a:ln xmlns:a="http://schemas.openxmlformats.org/drawingml/2006/main" w="7620">
            <a:solidFill>
              <a:srgbClr val="FFFFFF"/>
            </a:solidFill>
          </a:ln>
        </p:spPr>
      </p:sp>
      <p:sp>
        <p:nvSpPr>
          <p:cNvPr id="146" name="03_PREDICTIONS__wind_r2c5">
            <a:extLst xmlns:a="http://schemas.openxmlformats.org/drawingml/2006/main">
              <a:ext uri="{FF2B5EF4-FFF2-40B4-BE49-F238E27FC236}">
                <a16:creationId xmlns:a16="http://schemas.microsoft.com/office/drawing/2014/main" id="{EB0BE5F4-A3BD-4B59-9E5D-8DC95F3B3A59}"/>
              </a:ext>
            </a:extLst>
          </p:cNvPr>
          <p:cNvSpPr>
            <a:spLocks xmlns:a="http://schemas.openxmlformats.org/drawingml/2006/main" noGrp="1"/>
          </p:cNvSpPr>
          <p:nvPr/>
        </p:nvSpPr>
        <p:spPr>
          <a:xfrm xmlns:a="http://schemas.openxmlformats.org/drawingml/2006/main" rot="0" flipH="0" flipV="0">
            <a:off x="1786890" y="5187315"/>
            <a:ext cx="240983" cy="240983"/>
          </a:xfrm>
          <a:prstGeom xmlns:a="http://schemas.openxmlformats.org/drawingml/2006/main" prst="rect">
            <a:avLst/>
          </a:prstGeom>
          <a:solidFill xmlns:a="http://schemas.openxmlformats.org/drawingml/2006/main">
            <a:srgbClr val="FFFFFF"/>
          </a:solidFill>
          <a:ln xmlns:a="http://schemas.openxmlformats.org/drawingml/2006/main" w="7620">
            <a:solidFill>
              <a:srgbClr val="FFFFFF"/>
            </a:solidFill>
          </a:ln>
        </p:spPr>
      </p:sp>
      <p:sp>
        <p:nvSpPr>
          <p:cNvPr id="147" name="03_PREDICTIONS__wind_r2c6">
            <a:extLst xmlns:a="http://schemas.openxmlformats.org/drawingml/2006/main">
              <a:ext uri="{FF2B5EF4-FFF2-40B4-BE49-F238E27FC236}">
                <a16:creationId xmlns:a16="http://schemas.microsoft.com/office/drawing/2014/main" id="{DFC5F357-6813-4C08-9063-1408869D7325}"/>
              </a:ext>
            </a:extLst>
          </p:cNvPr>
          <p:cNvSpPr>
            <a:spLocks xmlns:a="http://schemas.openxmlformats.org/drawingml/2006/main" noGrp="1"/>
          </p:cNvSpPr>
          <p:nvPr/>
        </p:nvSpPr>
        <p:spPr>
          <a:xfrm xmlns:a="http://schemas.openxmlformats.org/drawingml/2006/main" rot="0" flipH="0" flipV="0">
            <a:off x="2027873" y="5187315"/>
            <a:ext cx="240983" cy="240983"/>
          </a:xfrm>
          <a:prstGeom xmlns:a="http://schemas.openxmlformats.org/drawingml/2006/main" prst="rect">
            <a:avLst/>
          </a:prstGeom>
          <a:solidFill xmlns:a="http://schemas.openxmlformats.org/drawingml/2006/main">
            <a:srgbClr val="FFFFFF"/>
          </a:solidFill>
          <a:ln xmlns:a="http://schemas.openxmlformats.org/drawingml/2006/main" w="7620">
            <a:solidFill>
              <a:srgbClr val="FFFFFF"/>
            </a:solidFill>
          </a:ln>
        </p:spPr>
      </p:sp>
      <p:sp>
        <p:nvSpPr>
          <p:cNvPr id="148" name="03_PREDICTIONS__wind_r2c7">
            <a:extLst xmlns:a="http://schemas.openxmlformats.org/drawingml/2006/main">
              <a:ext uri="{FF2B5EF4-FFF2-40B4-BE49-F238E27FC236}">
                <a16:creationId xmlns:a16="http://schemas.microsoft.com/office/drawing/2014/main" id="{90A79F1B-3140-4452-97A5-92EB410BB603}"/>
              </a:ext>
            </a:extLst>
          </p:cNvPr>
          <p:cNvSpPr>
            <a:spLocks xmlns:a="http://schemas.openxmlformats.org/drawingml/2006/main" noGrp="1"/>
          </p:cNvSpPr>
          <p:nvPr/>
        </p:nvSpPr>
        <p:spPr>
          <a:xfrm xmlns:a="http://schemas.openxmlformats.org/drawingml/2006/main" rot="0" flipH="0" flipV="0">
            <a:off x="2268855" y="5187315"/>
            <a:ext cx="240983" cy="240983"/>
          </a:xfrm>
          <a:prstGeom xmlns:a="http://schemas.openxmlformats.org/drawingml/2006/main" prst="rect">
            <a:avLst/>
          </a:prstGeom>
          <a:solidFill xmlns:a="http://schemas.openxmlformats.org/drawingml/2006/main">
            <a:srgbClr val="FFFFFF"/>
          </a:solidFill>
          <a:ln xmlns:a="http://schemas.openxmlformats.org/drawingml/2006/main" w="7620">
            <a:solidFill>
              <a:srgbClr val="FFFFFF"/>
            </a:solidFill>
          </a:ln>
        </p:spPr>
      </p:sp>
      <p:sp>
        <p:nvSpPr>
          <p:cNvPr id="149" name="03_PREDICTIONS__wind_r2c8">
            <a:extLst xmlns:a="http://schemas.openxmlformats.org/drawingml/2006/main">
              <a:ext uri="{FF2B5EF4-FFF2-40B4-BE49-F238E27FC236}">
                <a16:creationId xmlns:a16="http://schemas.microsoft.com/office/drawing/2014/main" id="{F56F7B90-A8B7-48FF-9BFD-8CEBB09F054D}"/>
              </a:ext>
            </a:extLst>
          </p:cNvPr>
          <p:cNvSpPr>
            <a:spLocks xmlns:a="http://schemas.openxmlformats.org/drawingml/2006/main" noGrp="1"/>
          </p:cNvSpPr>
          <p:nvPr/>
        </p:nvSpPr>
        <p:spPr>
          <a:xfrm xmlns:a="http://schemas.openxmlformats.org/drawingml/2006/main" rot="0" flipH="0" flipV="0">
            <a:off x="2509838" y="5187315"/>
            <a:ext cx="240983" cy="240983"/>
          </a:xfrm>
          <a:prstGeom xmlns:a="http://schemas.openxmlformats.org/drawingml/2006/main" prst="rect">
            <a:avLst/>
          </a:prstGeom>
          <a:solidFill xmlns:a="http://schemas.openxmlformats.org/drawingml/2006/main">
            <a:srgbClr val="FFFFFF"/>
          </a:solidFill>
          <a:ln xmlns:a="http://schemas.openxmlformats.org/drawingml/2006/main" w="7620">
            <a:solidFill>
              <a:srgbClr val="FFFFFF"/>
            </a:solidFill>
          </a:ln>
        </p:spPr>
      </p:sp>
      <p:sp>
        <p:nvSpPr>
          <p:cNvPr id="150" name="03_PREDICTIONS__wind_r2c9">
            <a:extLst xmlns:a="http://schemas.openxmlformats.org/drawingml/2006/main">
              <a:ext uri="{FF2B5EF4-FFF2-40B4-BE49-F238E27FC236}">
                <a16:creationId xmlns:a16="http://schemas.microsoft.com/office/drawing/2014/main" id="{3CAF2BF8-850F-4AD2-B4B7-75D509C10785}"/>
              </a:ext>
            </a:extLst>
          </p:cNvPr>
          <p:cNvSpPr>
            <a:spLocks xmlns:a="http://schemas.openxmlformats.org/drawingml/2006/main" noGrp="1"/>
          </p:cNvSpPr>
          <p:nvPr/>
        </p:nvSpPr>
        <p:spPr>
          <a:xfrm xmlns:a="http://schemas.openxmlformats.org/drawingml/2006/main" rot="0" flipH="0" flipV="0">
            <a:off x="2750820" y="5187315"/>
            <a:ext cx="240983" cy="240983"/>
          </a:xfrm>
          <a:prstGeom xmlns:a="http://schemas.openxmlformats.org/drawingml/2006/main" prst="rect">
            <a:avLst/>
          </a:prstGeom>
          <a:solidFill xmlns:a="http://schemas.openxmlformats.org/drawingml/2006/main">
            <a:srgbClr val="FFFFFF"/>
          </a:solidFill>
          <a:ln xmlns:a="http://schemas.openxmlformats.org/drawingml/2006/main" w="7620">
            <a:solidFill>
              <a:srgbClr val="FFFFFF"/>
            </a:solidFill>
          </a:ln>
        </p:spPr>
      </p:sp>
      <p:sp>
        <p:nvSpPr>
          <p:cNvPr id="151" name="03_PREDICTIONS__wind_r3c0">
            <a:extLst xmlns:a="http://schemas.openxmlformats.org/drawingml/2006/main">
              <a:ext uri="{FF2B5EF4-FFF2-40B4-BE49-F238E27FC236}">
                <a16:creationId xmlns:a16="http://schemas.microsoft.com/office/drawing/2014/main" id="{D90403E1-EF15-48FF-9399-3B6EA96E8678}"/>
              </a:ext>
            </a:extLst>
          </p:cNvPr>
          <p:cNvSpPr>
            <a:spLocks xmlns:a="http://schemas.openxmlformats.org/drawingml/2006/main" noGrp="1"/>
          </p:cNvSpPr>
          <p:nvPr/>
        </p:nvSpPr>
        <p:spPr>
          <a:xfrm xmlns:a="http://schemas.openxmlformats.org/drawingml/2006/main" rot="0" flipH="0" flipV="0">
            <a:off x="581978" y="5428298"/>
            <a:ext cx="240983" cy="240983"/>
          </a:xfrm>
          <a:prstGeom xmlns:a="http://schemas.openxmlformats.org/drawingml/2006/main" prst="rect">
            <a:avLst/>
          </a:prstGeom>
          <a:solidFill xmlns:a="http://schemas.openxmlformats.org/drawingml/2006/main">
            <a:srgbClr val="FFFFFF"/>
          </a:solidFill>
          <a:ln xmlns:a="http://schemas.openxmlformats.org/drawingml/2006/main" w="7620">
            <a:solidFill>
              <a:srgbClr val="FFFFFF"/>
            </a:solidFill>
          </a:ln>
        </p:spPr>
      </p:sp>
      <p:sp>
        <p:nvSpPr>
          <p:cNvPr id="152" name="03_PREDICTIONS__wind_r3c1">
            <a:extLst xmlns:a="http://schemas.openxmlformats.org/drawingml/2006/main">
              <a:ext uri="{FF2B5EF4-FFF2-40B4-BE49-F238E27FC236}">
                <a16:creationId xmlns:a16="http://schemas.microsoft.com/office/drawing/2014/main" id="{6CCA680B-6C38-4F28-AF2B-8EBD571BDB6B}"/>
              </a:ext>
            </a:extLst>
          </p:cNvPr>
          <p:cNvSpPr>
            <a:spLocks xmlns:a="http://schemas.openxmlformats.org/drawingml/2006/main" noGrp="1"/>
          </p:cNvSpPr>
          <p:nvPr/>
        </p:nvSpPr>
        <p:spPr>
          <a:xfrm xmlns:a="http://schemas.openxmlformats.org/drawingml/2006/main" rot="0" flipH="0" flipV="0">
            <a:off x="822960" y="5428298"/>
            <a:ext cx="240983" cy="240983"/>
          </a:xfrm>
          <a:prstGeom xmlns:a="http://schemas.openxmlformats.org/drawingml/2006/main" prst="rect">
            <a:avLst/>
          </a:prstGeom>
          <a:solidFill xmlns:a="http://schemas.openxmlformats.org/drawingml/2006/main">
            <a:srgbClr val="FFFFFF"/>
          </a:solidFill>
          <a:ln xmlns:a="http://schemas.openxmlformats.org/drawingml/2006/main" w="7620">
            <a:solidFill>
              <a:srgbClr val="FFFFFF"/>
            </a:solidFill>
          </a:ln>
        </p:spPr>
      </p:sp>
      <p:sp>
        <p:nvSpPr>
          <p:cNvPr id="153" name="03_PREDICTIONS__wind_r3c2">
            <a:extLst xmlns:a="http://schemas.openxmlformats.org/drawingml/2006/main">
              <a:ext uri="{FF2B5EF4-FFF2-40B4-BE49-F238E27FC236}">
                <a16:creationId xmlns:a16="http://schemas.microsoft.com/office/drawing/2014/main" id="{800C050A-AD5A-47F8-812F-9C777FEDE031}"/>
              </a:ext>
            </a:extLst>
          </p:cNvPr>
          <p:cNvSpPr>
            <a:spLocks xmlns:a="http://schemas.openxmlformats.org/drawingml/2006/main" noGrp="1"/>
          </p:cNvSpPr>
          <p:nvPr/>
        </p:nvSpPr>
        <p:spPr>
          <a:xfrm xmlns:a="http://schemas.openxmlformats.org/drawingml/2006/main" rot="0" flipH="0" flipV="0">
            <a:off x="1063943" y="5428298"/>
            <a:ext cx="240983" cy="240983"/>
          </a:xfrm>
          <a:prstGeom xmlns:a="http://schemas.openxmlformats.org/drawingml/2006/main" prst="rect">
            <a:avLst/>
          </a:prstGeom>
          <a:solidFill xmlns:a="http://schemas.openxmlformats.org/drawingml/2006/main">
            <a:srgbClr val="FFFFFF"/>
          </a:solidFill>
          <a:ln xmlns:a="http://schemas.openxmlformats.org/drawingml/2006/main" w="7620">
            <a:solidFill>
              <a:srgbClr val="FFFFFF"/>
            </a:solidFill>
          </a:ln>
        </p:spPr>
      </p:sp>
      <p:sp>
        <p:nvSpPr>
          <p:cNvPr id="154" name="03_PREDICTIONS__wind_r3c3">
            <a:extLst xmlns:a="http://schemas.openxmlformats.org/drawingml/2006/main">
              <a:ext uri="{FF2B5EF4-FFF2-40B4-BE49-F238E27FC236}">
                <a16:creationId xmlns:a16="http://schemas.microsoft.com/office/drawing/2014/main" id="{2A267999-8641-4DAB-A760-A31E524DAD9C}"/>
              </a:ext>
            </a:extLst>
          </p:cNvPr>
          <p:cNvSpPr>
            <a:spLocks xmlns:a="http://schemas.openxmlformats.org/drawingml/2006/main" noGrp="1"/>
          </p:cNvSpPr>
          <p:nvPr/>
        </p:nvSpPr>
        <p:spPr>
          <a:xfrm xmlns:a="http://schemas.openxmlformats.org/drawingml/2006/main" rot="0" flipH="0" flipV="0">
            <a:off x="1304925" y="5428298"/>
            <a:ext cx="240983" cy="240983"/>
          </a:xfrm>
          <a:prstGeom xmlns:a="http://schemas.openxmlformats.org/drawingml/2006/main" prst="rect">
            <a:avLst/>
          </a:prstGeom>
          <a:solidFill xmlns:a="http://schemas.openxmlformats.org/drawingml/2006/main">
            <a:srgbClr val="FFFFFF"/>
          </a:solidFill>
          <a:ln xmlns:a="http://schemas.openxmlformats.org/drawingml/2006/main" w="7620">
            <a:solidFill>
              <a:srgbClr val="FFFFFF"/>
            </a:solidFill>
          </a:ln>
        </p:spPr>
      </p:sp>
      <p:sp>
        <p:nvSpPr>
          <p:cNvPr id="155" name="03_PREDICTIONS__wind_r3c4">
            <a:extLst xmlns:a="http://schemas.openxmlformats.org/drawingml/2006/main">
              <a:ext uri="{FF2B5EF4-FFF2-40B4-BE49-F238E27FC236}">
                <a16:creationId xmlns:a16="http://schemas.microsoft.com/office/drawing/2014/main" id="{9C9168FD-2996-4009-8D9C-E5B84BE7A81E}"/>
              </a:ext>
            </a:extLst>
          </p:cNvPr>
          <p:cNvSpPr>
            <a:spLocks xmlns:a="http://schemas.openxmlformats.org/drawingml/2006/main" noGrp="1"/>
          </p:cNvSpPr>
          <p:nvPr/>
        </p:nvSpPr>
        <p:spPr>
          <a:xfrm xmlns:a="http://schemas.openxmlformats.org/drawingml/2006/main" rot="0" flipH="0" flipV="0">
            <a:off x="1545908" y="5428298"/>
            <a:ext cx="240983" cy="240983"/>
          </a:xfrm>
          <a:prstGeom xmlns:a="http://schemas.openxmlformats.org/drawingml/2006/main" prst="rect">
            <a:avLst/>
          </a:prstGeom>
          <a:solidFill xmlns:a="http://schemas.openxmlformats.org/drawingml/2006/main">
            <a:srgbClr val="FFFFFF"/>
          </a:solidFill>
          <a:ln xmlns:a="http://schemas.openxmlformats.org/drawingml/2006/main" w="7620">
            <a:solidFill>
              <a:srgbClr val="FFFFFF"/>
            </a:solidFill>
          </a:ln>
        </p:spPr>
      </p:sp>
      <p:sp>
        <p:nvSpPr>
          <p:cNvPr id="156" name="03_PREDICTIONS__wind_r3c5">
            <a:extLst xmlns:a="http://schemas.openxmlformats.org/drawingml/2006/main">
              <a:ext uri="{FF2B5EF4-FFF2-40B4-BE49-F238E27FC236}">
                <a16:creationId xmlns:a16="http://schemas.microsoft.com/office/drawing/2014/main" id="{316695A0-588C-4BA2-BAAF-CCF0EF8A1997}"/>
              </a:ext>
            </a:extLst>
          </p:cNvPr>
          <p:cNvSpPr>
            <a:spLocks xmlns:a="http://schemas.openxmlformats.org/drawingml/2006/main" noGrp="1"/>
          </p:cNvSpPr>
          <p:nvPr/>
        </p:nvSpPr>
        <p:spPr>
          <a:xfrm xmlns:a="http://schemas.openxmlformats.org/drawingml/2006/main" rot="0" flipH="0" flipV="0">
            <a:off x="1786890" y="5428298"/>
            <a:ext cx="240983" cy="240983"/>
          </a:xfrm>
          <a:prstGeom xmlns:a="http://schemas.openxmlformats.org/drawingml/2006/main" prst="rect">
            <a:avLst/>
          </a:prstGeom>
          <a:solidFill xmlns:a="http://schemas.openxmlformats.org/drawingml/2006/main">
            <a:srgbClr val="FFFFFF"/>
          </a:solidFill>
          <a:ln xmlns:a="http://schemas.openxmlformats.org/drawingml/2006/main" w="7620">
            <a:solidFill>
              <a:srgbClr val="FFFFFF"/>
            </a:solidFill>
          </a:ln>
        </p:spPr>
      </p:sp>
      <p:sp>
        <p:nvSpPr>
          <p:cNvPr id="157" name="03_PREDICTIONS__wind_r3c6">
            <a:extLst xmlns:a="http://schemas.openxmlformats.org/drawingml/2006/main">
              <a:ext uri="{FF2B5EF4-FFF2-40B4-BE49-F238E27FC236}">
                <a16:creationId xmlns:a16="http://schemas.microsoft.com/office/drawing/2014/main" id="{FA5B4856-B3D8-4711-B567-C0CEDBB6EAE1}"/>
              </a:ext>
            </a:extLst>
          </p:cNvPr>
          <p:cNvSpPr>
            <a:spLocks xmlns:a="http://schemas.openxmlformats.org/drawingml/2006/main" noGrp="1"/>
          </p:cNvSpPr>
          <p:nvPr/>
        </p:nvSpPr>
        <p:spPr>
          <a:xfrm xmlns:a="http://schemas.openxmlformats.org/drawingml/2006/main" rot="0" flipH="0" flipV="0">
            <a:off x="2027873" y="5428298"/>
            <a:ext cx="240983" cy="240983"/>
          </a:xfrm>
          <a:prstGeom xmlns:a="http://schemas.openxmlformats.org/drawingml/2006/main" prst="rect">
            <a:avLst/>
          </a:prstGeom>
          <a:solidFill xmlns:a="http://schemas.openxmlformats.org/drawingml/2006/main">
            <a:srgbClr val="FFFFFF"/>
          </a:solidFill>
          <a:ln xmlns:a="http://schemas.openxmlformats.org/drawingml/2006/main" w="7620">
            <a:solidFill>
              <a:srgbClr val="FFFFFF"/>
            </a:solidFill>
          </a:ln>
        </p:spPr>
      </p:sp>
      <p:sp>
        <p:nvSpPr>
          <p:cNvPr id="158" name="03_PREDICTIONS__wind_r3c7">
            <a:extLst xmlns:a="http://schemas.openxmlformats.org/drawingml/2006/main">
              <a:ext uri="{FF2B5EF4-FFF2-40B4-BE49-F238E27FC236}">
                <a16:creationId xmlns:a16="http://schemas.microsoft.com/office/drawing/2014/main" id="{E495D3A6-95D2-407E-8FD1-BCB50D37353F}"/>
              </a:ext>
            </a:extLst>
          </p:cNvPr>
          <p:cNvSpPr>
            <a:spLocks xmlns:a="http://schemas.openxmlformats.org/drawingml/2006/main" noGrp="1"/>
          </p:cNvSpPr>
          <p:nvPr/>
        </p:nvSpPr>
        <p:spPr>
          <a:xfrm xmlns:a="http://schemas.openxmlformats.org/drawingml/2006/main" rot="0" flipH="0" flipV="0">
            <a:off x="2268855" y="5428298"/>
            <a:ext cx="240983" cy="240983"/>
          </a:xfrm>
          <a:prstGeom xmlns:a="http://schemas.openxmlformats.org/drawingml/2006/main" prst="rect">
            <a:avLst/>
          </a:prstGeom>
          <a:solidFill xmlns:a="http://schemas.openxmlformats.org/drawingml/2006/main">
            <a:srgbClr val="FFFFFF"/>
          </a:solidFill>
          <a:ln xmlns:a="http://schemas.openxmlformats.org/drawingml/2006/main" w="7620">
            <a:solidFill>
              <a:srgbClr val="FFFFFF"/>
            </a:solidFill>
          </a:ln>
        </p:spPr>
      </p:sp>
      <p:sp>
        <p:nvSpPr>
          <p:cNvPr id="159" name="03_PREDICTIONS__wind_r3c8">
            <a:extLst xmlns:a="http://schemas.openxmlformats.org/drawingml/2006/main">
              <a:ext uri="{FF2B5EF4-FFF2-40B4-BE49-F238E27FC236}">
                <a16:creationId xmlns:a16="http://schemas.microsoft.com/office/drawing/2014/main" id="{F3E8B79B-EAF9-4725-8D88-2CDD3D193984}"/>
              </a:ext>
            </a:extLst>
          </p:cNvPr>
          <p:cNvSpPr>
            <a:spLocks xmlns:a="http://schemas.openxmlformats.org/drawingml/2006/main" noGrp="1"/>
          </p:cNvSpPr>
          <p:nvPr/>
        </p:nvSpPr>
        <p:spPr>
          <a:xfrm xmlns:a="http://schemas.openxmlformats.org/drawingml/2006/main" rot="0" flipH="0" flipV="0">
            <a:off x="2509838" y="5428298"/>
            <a:ext cx="240983" cy="240983"/>
          </a:xfrm>
          <a:prstGeom xmlns:a="http://schemas.openxmlformats.org/drawingml/2006/main" prst="rect">
            <a:avLst/>
          </a:prstGeom>
          <a:solidFill xmlns:a="http://schemas.openxmlformats.org/drawingml/2006/main">
            <a:srgbClr val="FFFFFF"/>
          </a:solidFill>
          <a:ln xmlns:a="http://schemas.openxmlformats.org/drawingml/2006/main" w="7620">
            <a:solidFill>
              <a:srgbClr val="FFFFFF"/>
            </a:solidFill>
          </a:ln>
        </p:spPr>
      </p:sp>
      <p:sp>
        <p:nvSpPr>
          <p:cNvPr id="160" name="03_PREDICTIONS__wind_r3c9">
            <a:extLst xmlns:a="http://schemas.openxmlformats.org/drawingml/2006/main">
              <a:ext uri="{FF2B5EF4-FFF2-40B4-BE49-F238E27FC236}">
                <a16:creationId xmlns:a16="http://schemas.microsoft.com/office/drawing/2014/main" id="{ED4E51C0-6C2E-48A0-BE45-628C6BAAF0E9}"/>
              </a:ext>
            </a:extLst>
          </p:cNvPr>
          <p:cNvSpPr>
            <a:spLocks xmlns:a="http://schemas.openxmlformats.org/drawingml/2006/main" noGrp="1"/>
          </p:cNvSpPr>
          <p:nvPr/>
        </p:nvSpPr>
        <p:spPr>
          <a:xfrm xmlns:a="http://schemas.openxmlformats.org/drawingml/2006/main" rot="0" flipH="0" flipV="0">
            <a:off x="2750820" y="5428298"/>
            <a:ext cx="240983" cy="240983"/>
          </a:xfrm>
          <a:prstGeom xmlns:a="http://schemas.openxmlformats.org/drawingml/2006/main" prst="rect">
            <a:avLst/>
          </a:prstGeom>
          <a:solidFill xmlns:a="http://schemas.openxmlformats.org/drawingml/2006/main">
            <a:srgbClr val="FFFFFF"/>
          </a:solidFill>
          <a:ln xmlns:a="http://schemas.openxmlformats.org/drawingml/2006/main" w="7620">
            <a:solidFill>
              <a:srgbClr val="FFFFFF"/>
            </a:solidFill>
          </a:ln>
        </p:spPr>
      </p:sp>
      <p:sp>
        <p:nvSpPr>
          <p:cNvPr id="161" name="03_PREDICTIONS__wind_r4c0">
            <a:extLst xmlns:a="http://schemas.openxmlformats.org/drawingml/2006/main">
              <a:ext uri="{FF2B5EF4-FFF2-40B4-BE49-F238E27FC236}">
                <a16:creationId xmlns:a16="http://schemas.microsoft.com/office/drawing/2014/main" id="{1D95A69E-2E90-4A2F-A2EE-9ED66974F54E}"/>
              </a:ext>
            </a:extLst>
          </p:cNvPr>
          <p:cNvSpPr>
            <a:spLocks xmlns:a="http://schemas.openxmlformats.org/drawingml/2006/main" noGrp="1"/>
          </p:cNvSpPr>
          <p:nvPr/>
        </p:nvSpPr>
        <p:spPr>
          <a:xfrm xmlns:a="http://schemas.openxmlformats.org/drawingml/2006/main" rot="0" flipH="0" flipV="0">
            <a:off x="581978" y="5669280"/>
            <a:ext cx="240983" cy="240983"/>
          </a:xfrm>
          <a:prstGeom xmlns:a="http://schemas.openxmlformats.org/drawingml/2006/main" prst="rect">
            <a:avLst/>
          </a:prstGeom>
          <a:solidFill xmlns:a="http://schemas.openxmlformats.org/drawingml/2006/main">
            <a:srgbClr val="FFFFFF"/>
          </a:solidFill>
          <a:ln xmlns:a="http://schemas.openxmlformats.org/drawingml/2006/main" w="7620">
            <a:solidFill>
              <a:srgbClr val="FFFFFF"/>
            </a:solidFill>
          </a:ln>
        </p:spPr>
      </p:sp>
      <p:sp>
        <p:nvSpPr>
          <p:cNvPr id="162" name="03_PREDICTIONS__wind_r4c1">
            <a:extLst xmlns:a="http://schemas.openxmlformats.org/drawingml/2006/main">
              <a:ext uri="{FF2B5EF4-FFF2-40B4-BE49-F238E27FC236}">
                <a16:creationId xmlns:a16="http://schemas.microsoft.com/office/drawing/2014/main" id="{A0E853FC-6A1D-4F86-9F20-D29F5A215E12}"/>
              </a:ext>
            </a:extLst>
          </p:cNvPr>
          <p:cNvSpPr>
            <a:spLocks xmlns:a="http://schemas.openxmlformats.org/drawingml/2006/main" noGrp="1"/>
          </p:cNvSpPr>
          <p:nvPr/>
        </p:nvSpPr>
        <p:spPr>
          <a:xfrm xmlns:a="http://schemas.openxmlformats.org/drawingml/2006/main" rot="0" flipH="0" flipV="0">
            <a:off x="822960" y="5669280"/>
            <a:ext cx="240983" cy="240983"/>
          </a:xfrm>
          <a:prstGeom xmlns:a="http://schemas.openxmlformats.org/drawingml/2006/main" prst="rect">
            <a:avLst/>
          </a:prstGeom>
          <a:solidFill xmlns:a="http://schemas.openxmlformats.org/drawingml/2006/main">
            <a:srgbClr val="FFFFFF"/>
          </a:solidFill>
          <a:ln xmlns:a="http://schemas.openxmlformats.org/drawingml/2006/main" w="7620">
            <a:solidFill>
              <a:srgbClr val="FFFFFF"/>
            </a:solidFill>
          </a:ln>
        </p:spPr>
      </p:sp>
      <p:sp>
        <p:nvSpPr>
          <p:cNvPr id="163" name="03_PREDICTIONS__wind_r4c2">
            <a:extLst xmlns:a="http://schemas.openxmlformats.org/drawingml/2006/main">
              <a:ext uri="{FF2B5EF4-FFF2-40B4-BE49-F238E27FC236}">
                <a16:creationId xmlns:a16="http://schemas.microsoft.com/office/drawing/2014/main" id="{E4DDEB3D-55FF-4085-B46D-B14F34594F9F}"/>
              </a:ext>
            </a:extLst>
          </p:cNvPr>
          <p:cNvSpPr>
            <a:spLocks xmlns:a="http://schemas.openxmlformats.org/drawingml/2006/main" noGrp="1"/>
          </p:cNvSpPr>
          <p:nvPr/>
        </p:nvSpPr>
        <p:spPr>
          <a:xfrm xmlns:a="http://schemas.openxmlformats.org/drawingml/2006/main" rot="0" flipH="0" flipV="0">
            <a:off x="1063943" y="5669280"/>
            <a:ext cx="240983" cy="240983"/>
          </a:xfrm>
          <a:prstGeom xmlns:a="http://schemas.openxmlformats.org/drawingml/2006/main" prst="rect">
            <a:avLst/>
          </a:prstGeom>
          <a:solidFill xmlns:a="http://schemas.openxmlformats.org/drawingml/2006/main">
            <a:srgbClr val="FFFFFF"/>
          </a:solidFill>
          <a:ln xmlns:a="http://schemas.openxmlformats.org/drawingml/2006/main" w="7620">
            <a:solidFill>
              <a:srgbClr val="FFFFFF"/>
            </a:solidFill>
          </a:ln>
        </p:spPr>
      </p:sp>
      <p:sp>
        <p:nvSpPr>
          <p:cNvPr id="164" name="03_PREDICTIONS__wind_r4c3">
            <a:extLst xmlns:a="http://schemas.openxmlformats.org/drawingml/2006/main">
              <a:ext uri="{FF2B5EF4-FFF2-40B4-BE49-F238E27FC236}">
                <a16:creationId xmlns:a16="http://schemas.microsoft.com/office/drawing/2014/main" id="{7FE5778D-36A3-4AD4-BCF9-6AAA06459C8F}"/>
              </a:ext>
            </a:extLst>
          </p:cNvPr>
          <p:cNvSpPr>
            <a:spLocks xmlns:a="http://schemas.openxmlformats.org/drawingml/2006/main" noGrp="1"/>
          </p:cNvSpPr>
          <p:nvPr/>
        </p:nvSpPr>
        <p:spPr>
          <a:xfrm xmlns:a="http://schemas.openxmlformats.org/drawingml/2006/main" rot="0" flipH="0" flipV="0">
            <a:off x="1304925" y="5669280"/>
            <a:ext cx="240983" cy="240983"/>
          </a:xfrm>
          <a:prstGeom xmlns:a="http://schemas.openxmlformats.org/drawingml/2006/main" prst="rect">
            <a:avLst/>
          </a:prstGeom>
          <a:solidFill xmlns:a="http://schemas.openxmlformats.org/drawingml/2006/main">
            <a:srgbClr val="FFFFFF"/>
          </a:solidFill>
          <a:ln xmlns:a="http://schemas.openxmlformats.org/drawingml/2006/main" w="7620">
            <a:solidFill>
              <a:srgbClr val="FFFFFF"/>
            </a:solidFill>
          </a:ln>
        </p:spPr>
      </p:sp>
      <p:sp>
        <p:nvSpPr>
          <p:cNvPr id="165" name="03_PREDICTIONS__wind_r4c4">
            <a:extLst xmlns:a="http://schemas.openxmlformats.org/drawingml/2006/main">
              <a:ext uri="{FF2B5EF4-FFF2-40B4-BE49-F238E27FC236}">
                <a16:creationId xmlns:a16="http://schemas.microsoft.com/office/drawing/2014/main" id="{85CF37B7-C91A-41EF-80EB-D2D25D62A418}"/>
              </a:ext>
            </a:extLst>
          </p:cNvPr>
          <p:cNvSpPr>
            <a:spLocks xmlns:a="http://schemas.openxmlformats.org/drawingml/2006/main" noGrp="1"/>
          </p:cNvSpPr>
          <p:nvPr/>
        </p:nvSpPr>
        <p:spPr>
          <a:xfrm xmlns:a="http://schemas.openxmlformats.org/drawingml/2006/main" rot="0" flipH="0" flipV="0">
            <a:off x="1545908" y="5669280"/>
            <a:ext cx="240983" cy="240983"/>
          </a:xfrm>
          <a:prstGeom xmlns:a="http://schemas.openxmlformats.org/drawingml/2006/main" prst="rect">
            <a:avLst/>
          </a:prstGeom>
          <a:solidFill xmlns:a="http://schemas.openxmlformats.org/drawingml/2006/main">
            <a:srgbClr val="FFFFFF"/>
          </a:solidFill>
          <a:ln xmlns:a="http://schemas.openxmlformats.org/drawingml/2006/main" w="7620">
            <a:solidFill>
              <a:srgbClr val="FFFFFF"/>
            </a:solidFill>
          </a:ln>
        </p:spPr>
      </p:sp>
      <p:sp>
        <p:nvSpPr>
          <p:cNvPr id="166" name="03_PREDICTIONS__wind_r4c5">
            <a:extLst xmlns:a="http://schemas.openxmlformats.org/drawingml/2006/main">
              <a:ext uri="{FF2B5EF4-FFF2-40B4-BE49-F238E27FC236}">
                <a16:creationId xmlns:a16="http://schemas.microsoft.com/office/drawing/2014/main" id="{BCF12538-BA5B-4CFB-84AD-A47596BC7D16}"/>
              </a:ext>
            </a:extLst>
          </p:cNvPr>
          <p:cNvSpPr>
            <a:spLocks xmlns:a="http://schemas.openxmlformats.org/drawingml/2006/main" noGrp="1"/>
          </p:cNvSpPr>
          <p:nvPr/>
        </p:nvSpPr>
        <p:spPr>
          <a:xfrm xmlns:a="http://schemas.openxmlformats.org/drawingml/2006/main" rot="0" flipH="0" flipV="0">
            <a:off x="1786890" y="5669280"/>
            <a:ext cx="240983" cy="240983"/>
          </a:xfrm>
          <a:prstGeom xmlns:a="http://schemas.openxmlformats.org/drawingml/2006/main" prst="rect">
            <a:avLst/>
          </a:prstGeom>
          <a:solidFill xmlns:a="http://schemas.openxmlformats.org/drawingml/2006/main">
            <a:srgbClr val="FFFFFF"/>
          </a:solidFill>
          <a:ln xmlns:a="http://schemas.openxmlformats.org/drawingml/2006/main" w="7620">
            <a:solidFill>
              <a:srgbClr val="FFFFFF"/>
            </a:solidFill>
          </a:ln>
        </p:spPr>
      </p:sp>
      <p:sp>
        <p:nvSpPr>
          <p:cNvPr id="167" name="03_PREDICTIONS__wind_r4c6">
            <a:extLst xmlns:a="http://schemas.openxmlformats.org/drawingml/2006/main">
              <a:ext uri="{FF2B5EF4-FFF2-40B4-BE49-F238E27FC236}">
                <a16:creationId xmlns:a16="http://schemas.microsoft.com/office/drawing/2014/main" id="{05768744-5F2E-41C1-B2A1-F3A9457EBCBB}"/>
              </a:ext>
            </a:extLst>
          </p:cNvPr>
          <p:cNvSpPr>
            <a:spLocks xmlns:a="http://schemas.openxmlformats.org/drawingml/2006/main" noGrp="1"/>
          </p:cNvSpPr>
          <p:nvPr/>
        </p:nvSpPr>
        <p:spPr>
          <a:xfrm xmlns:a="http://schemas.openxmlformats.org/drawingml/2006/main" rot="0" flipH="0" flipV="0">
            <a:off x="2027873" y="5669280"/>
            <a:ext cx="240983" cy="240983"/>
          </a:xfrm>
          <a:prstGeom xmlns:a="http://schemas.openxmlformats.org/drawingml/2006/main" prst="rect">
            <a:avLst/>
          </a:prstGeom>
          <a:solidFill xmlns:a="http://schemas.openxmlformats.org/drawingml/2006/main">
            <a:srgbClr val="FFFFFF"/>
          </a:solidFill>
          <a:ln xmlns:a="http://schemas.openxmlformats.org/drawingml/2006/main" w="7620">
            <a:solidFill>
              <a:srgbClr val="FFFFFF"/>
            </a:solidFill>
          </a:ln>
        </p:spPr>
      </p:sp>
      <p:sp>
        <p:nvSpPr>
          <p:cNvPr id="168" name="03_PREDICTIONS__wind_r4c7">
            <a:extLst xmlns:a="http://schemas.openxmlformats.org/drawingml/2006/main">
              <a:ext uri="{FF2B5EF4-FFF2-40B4-BE49-F238E27FC236}">
                <a16:creationId xmlns:a16="http://schemas.microsoft.com/office/drawing/2014/main" id="{B80AFAA7-CD67-4C41-8C83-DDF130D389F4}"/>
              </a:ext>
            </a:extLst>
          </p:cNvPr>
          <p:cNvSpPr>
            <a:spLocks xmlns:a="http://schemas.openxmlformats.org/drawingml/2006/main" noGrp="1"/>
          </p:cNvSpPr>
          <p:nvPr/>
        </p:nvSpPr>
        <p:spPr>
          <a:xfrm xmlns:a="http://schemas.openxmlformats.org/drawingml/2006/main" rot="0" flipH="0" flipV="0">
            <a:off x="2268855" y="5669280"/>
            <a:ext cx="240983" cy="240983"/>
          </a:xfrm>
          <a:prstGeom xmlns:a="http://schemas.openxmlformats.org/drawingml/2006/main" prst="rect">
            <a:avLst/>
          </a:prstGeom>
          <a:solidFill xmlns:a="http://schemas.openxmlformats.org/drawingml/2006/main">
            <a:srgbClr val="FFFFFF"/>
          </a:solidFill>
          <a:ln xmlns:a="http://schemas.openxmlformats.org/drawingml/2006/main" w="7620">
            <a:solidFill>
              <a:srgbClr val="FFFFFF"/>
            </a:solidFill>
          </a:ln>
        </p:spPr>
      </p:sp>
      <p:sp>
        <p:nvSpPr>
          <p:cNvPr id="169" name="03_PREDICTIONS__wind_r4c8">
            <a:extLst xmlns:a="http://schemas.openxmlformats.org/drawingml/2006/main">
              <a:ext uri="{FF2B5EF4-FFF2-40B4-BE49-F238E27FC236}">
                <a16:creationId xmlns:a16="http://schemas.microsoft.com/office/drawing/2014/main" id="{170784F4-E3DF-4089-91F8-4523FDE19C2E}"/>
              </a:ext>
            </a:extLst>
          </p:cNvPr>
          <p:cNvSpPr>
            <a:spLocks xmlns:a="http://schemas.openxmlformats.org/drawingml/2006/main" noGrp="1"/>
          </p:cNvSpPr>
          <p:nvPr/>
        </p:nvSpPr>
        <p:spPr>
          <a:xfrm xmlns:a="http://schemas.openxmlformats.org/drawingml/2006/main" rot="0" flipH="0" flipV="0">
            <a:off x="2509838" y="5669280"/>
            <a:ext cx="240983" cy="240983"/>
          </a:xfrm>
          <a:prstGeom xmlns:a="http://schemas.openxmlformats.org/drawingml/2006/main" prst="rect">
            <a:avLst/>
          </a:prstGeom>
          <a:solidFill xmlns:a="http://schemas.openxmlformats.org/drawingml/2006/main">
            <a:srgbClr val="FFFFFF"/>
          </a:solidFill>
          <a:ln xmlns:a="http://schemas.openxmlformats.org/drawingml/2006/main" w="7620">
            <a:solidFill>
              <a:srgbClr val="FFFFFF"/>
            </a:solidFill>
          </a:ln>
        </p:spPr>
      </p:sp>
      <p:sp>
        <p:nvSpPr>
          <p:cNvPr id="170" name="03_PREDICTIONS__wind_r4c9">
            <a:extLst xmlns:a="http://schemas.openxmlformats.org/drawingml/2006/main">
              <a:ext uri="{FF2B5EF4-FFF2-40B4-BE49-F238E27FC236}">
                <a16:creationId xmlns:a16="http://schemas.microsoft.com/office/drawing/2014/main" id="{E7C9C029-844E-4E65-AFAC-D2F5B9052D25}"/>
              </a:ext>
            </a:extLst>
          </p:cNvPr>
          <p:cNvSpPr>
            <a:spLocks xmlns:a="http://schemas.openxmlformats.org/drawingml/2006/main" noGrp="1"/>
          </p:cNvSpPr>
          <p:nvPr/>
        </p:nvSpPr>
        <p:spPr>
          <a:xfrm xmlns:a="http://schemas.openxmlformats.org/drawingml/2006/main" rot="0" flipH="0" flipV="0">
            <a:off x="2750820" y="5669280"/>
            <a:ext cx="240983" cy="240983"/>
          </a:xfrm>
          <a:prstGeom xmlns:a="http://schemas.openxmlformats.org/drawingml/2006/main" prst="rect">
            <a:avLst/>
          </a:prstGeom>
          <a:solidFill xmlns:a="http://schemas.openxmlformats.org/drawingml/2006/main">
            <a:srgbClr val="FFFFFF"/>
          </a:solidFill>
          <a:ln xmlns:a="http://schemas.openxmlformats.org/drawingml/2006/main" w="7620">
            <a:solidFill>
              <a:srgbClr val="FFFFFF"/>
            </a:solidFill>
          </a:ln>
        </p:spPr>
      </p:sp>
      <p:sp>
        <p:nvSpPr>
          <p:cNvPr id="171" name="03_PREDICTIONS__wind_r5c0">
            <a:extLst xmlns:a="http://schemas.openxmlformats.org/drawingml/2006/main">
              <a:ext uri="{FF2B5EF4-FFF2-40B4-BE49-F238E27FC236}">
                <a16:creationId xmlns:a16="http://schemas.microsoft.com/office/drawing/2014/main" id="{66591C5A-BFAF-43E3-B7A6-C53689511701}"/>
              </a:ext>
            </a:extLst>
          </p:cNvPr>
          <p:cNvSpPr>
            <a:spLocks xmlns:a="http://schemas.openxmlformats.org/drawingml/2006/main" noGrp="1"/>
          </p:cNvSpPr>
          <p:nvPr/>
        </p:nvSpPr>
        <p:spPr>
          <a:xfrm xmlns:a="http://schemas.openxmlformats.org/drawingml/2006/main" rot="0" flipH="0" flipV="0">
            <a:off x="581978" y="5910263"/>
            <a:ext cx="240983" cy="240983"/>
          </a:xfrm>
          <a:prstGeom xmlns:a="http://schemas.openxmlformats.org/drawingml/2006/main" prst="rect">
            <a:avLst/>
          </a:prstGeom>
          <a:solidFill xmlns:a="http://schemas.openxmlformats.org/drawingml/2006/main">
            <a:srgbClr val="FFFFFF"/>
          </a:solidFill>
          <a:ln xmlns:a="http://schemas.openxmlformats.org/drawingml/2006/main" w="7620">
            <a:solidFill>
              <a:srgbClr val="FFFFFF"/>
            </a:solidFill>
          </a:ln>
        </p:spPr>
      </p:sp>
      <p:sp>
        <p:nvSpPr>
          <p:cNvPr id="172" name="03_PREDICTIONS__wind_r5c1">
            <a:extLst xmlns:a="http://schemas.openxmlformats.org/drawingml/2006/main">
              <a:ext uri="{FF2B5EF4-FFF2-40B4-BE49-F238E27FC236}">
                <a16:creationId xmlns:a16="http://schemas.microsoft.com/office/drawing/2014/main" id="{DAC5F44D-07CD-4FAA-8C3F-56DF5E4ED3FF}"/>
              </a:ext>
            </a:extLst>
          </p:cNvPr>
          <p:cNvSpPr>
            <a:spLocks xmlns:a="http://schemas.openxmlformats.org/drawingml/2006/main" noGrp="1"/>
          </p:cNvSpPr>
          <p:nvPr/>
        </p:nvSpPr>
        <p:spPr>
          <a:xfrm xmlns:a="http://schemas.openxmlformats.org/drawingml/2006/main" rot="0" flipH="0" flipV="0">
            <a:off x="822960" y="5910263"/>
            <a:ext cx="240983" cy="240983"/>
          </a:xfrm>
          <a:prstGeom xmlns:a="http://schemas.openxmlformats.org/drawingml/2006/main" prst="rect">
            <a:avLst/>
          </a:prstGeom>
          <a:solidFill xmlns:a="http://schemas.openxmlformats.org/drawingml/2006/main">
            <a:srgbClr val="FFFFFF"/>
          </a:solidFill>
          <a:ln xmlns:a="http://schemas.openxmlformats.org/drawingml/2006/main" w="7620">
            <a:solidFill>
              <a:srgbClr val="FFFFFF"/>
            </a:solidFill>
          </a:ln>
        </p:spPr>
      </p:sp>
      <p:sp>
        <p:nvSpPr>
          <p:cNvPr id="173" name="03_PREDICTIONS__wind_r5c2">
            <a:extLst xmlns:a="http://schemas.openxmlformats.org/drawingml/2006/main">
              <a:ext uri="{FF2B5EF4-FFF2-40B4-BE49-F238E27FC236}">
                <a16:creationId xmlns:a16="http://schemas.microsoft.com/office/drawing/2014/main" id="{A26C8235-EB98-42AC-9196-D7CB6EE55458}"/>
              </a:ext>
            </a:extLst>
          </p:cNvPr>
          <p:cNvSpPr>
            <a:spLocks xmlns:a="http://schemas.openxmlformats.org/drawingml/2006/main" noGrp="1"/>
          </p:cNvSpPr>
          <p:nvPr/>
        </p:nvSpPr>
        <p:spPr>
          <a:xfrm xmlns:a="http://schemas.openxmlformats.org/drawingml/2006/main" rot="0" flipH="0" flipV="0">
            <a:off x="1063943" y="5910263"/>
            <a:ext cx="240983" cy="240983"/>
          </a:xfrm>
          <a:prstGeom xmlns:a="http://schemas.openxmlformats.org/drawingml/2006/main" prst="rect">
            <a:avLst/>
          </a:prstGeom>
          <a:solidFill xmlns:a="http://schemas.openxmlformats.org/drawingml/2006/main">
            <a:srgbClr val="FFFFFF"/>
          </a:solidFill>
          <a:ln xmlns:a="http://schemas.openxmlformats.org/drawingml/2006/main" w="7620">
            <a:solidFill>
              <a:srgbClr val="FFFFFF"/>
            </a:solidFill>
          </a:ln>
        </p:spPr>
      </p:sp>
      <p:sp>
        <p:nvSpPr>
          <p:cNvPr id="174" name="03_PREDICTIONS__wind_r5c3">
            <a:extLst xmlns:a="http://schemas.openxmlformats.org/drawingml/2006/main">
              <a:ext uri="{FF2B5EF4-FFF2-40B4-BE49-F238E27FC236}">
                <a16:creationId xmlns:a16="http://schemas.microsoft.com/office/drawing/2014/main" id="{D6832A6F-A200-4E79-B2D8-D6253C965AB9}"/>
              </a:ext>
            </a:extLst>
          </p:cNvPr>
          <p:cNvSpPr>
            <a:spLocks xmlns:a="http://schemas.openxmlformats.org/drawingml/2006/main" noGrp="1"/>
          </p:cNvSpPr>
          <p:nvPr/>
        </p:nvSpPr>
        <p:spPr>
          <a:xfrm xmlns:a="http://schemas.openxmlformats.org/drawingml/2006/main" rot="0" flipH="0" flipV="0">
            <a:off x="1304925" y="5910263"/>
            <a:ext cx="240983" cy="240983"/>
          </a:xfrm>
          <a:prstGeom xmlns:a="http://schemas.openxmlformats.org/drawingml/2006/main" prst="rect">
            <a:avLst/>
          </a:prstGeom>
          <a:solidFill xmlns:a="http://schemas.openxmlformats.org/drawingml/2006/main">
            <a:srgbClr val="FFFFFF"/>
          </a:solidFill>
          <a:ln xmlns:a="http://schemas.openxmlformats.org/drawingml/2006/main" w="7620">
            <a:solidFill>
              <a:srgbClr val="FFFFFF"/>
            </a:solidFill>
          </a:ln>
        </p:spPr>
      </p:sp>
      <p:sp>
        <p:nvSpPr>
          <p:cNvPr id="175" name="03_PREDICTIONS__wind_r5c4">
            <a:extLst xmlns:a="http://schemas.openxmlformats.org/drawingml/2006/main">
              <a:ext uri="{FF2B5EF4-FFF2-40B4-BE49-F238E27FC236}">
                <a16:creationId xmlns:a16="http://schemas.microsoft.com/office/drawing/2014/main" id="{3B683640-EC91-4246-8F59-24D8B0CCE848}"/>
              </a:ext>
            </a:extLst>
          </p:cNvPr>
          <p:cNvSpPr>
            <a:spLocks xmlns:a="http://schemas.openxmlformats.org/drawingml/2006/main" noGrp="1"/>
          </p:cNvSpPr>
          <p:nvPr/>
        </p:nvSpPr>
        <p:spPr>
          <a:xfrm xmlns:a="http://schemas.openxmlformats.org/drawingml/2006/main" rot="0" flipH="0" flipV="0">
            <a:off x="1545908" y="5910263"/>
            <a:ext cx="240983" cy="240983"/>
          </a:xfrm>
          <a:prstGeom xmlns:a="http://schemas.openxmlformats.org/drawingml/2006/main" prst="rect">
            <a:avLst/>
          </a:prstGeom>
          <a:solidFill xmlns:a="http://schemas.openxmlformats.org/drawingml/2006/main">
            <a:srgbClr val="606C73"/>
          </a:solidFill>
          <a:ln xmlns:a="http://schemas.openxmlformats.org/drawingml/2006/main" w="7620">
            <a:solidFill>
              <a:srgbClr val="FFFFFF"/>
            </a:solidFill>
          </a:ln>
        </p:spPr>
      </p:sp>
      <p:sp>
        <p:nvSpPr>
          <p:cNvPr id="176" name="03_PREDICTIONS__wind_r5c5">
            <a:extLst xmlns:a="http://schemas.openxmlformats.org/drawingml/2006/main">
              <a:ext uri="{FF2B5EF4-FFF2-40B4-BE49-F238E27FC236}">
                <a16:creationId xmlns:a16="http://schemas.microsoft.com/office/drawing/2014/main" id="{CAA4D60F-9623-4A78-8931-DED27D556CEE}"/>
              </a:ext>
            </a:extLst>
          </p:cNvPr>
          <p:cNvSpPr>
            <a:spLocks xmlns:a="http://schemas.openxmlformats.org/drawingml/2006/main" noGrp="1"/>
          </p:cNvSpPr>
          <p:nvPr/>
        </p:nvSpPr>
        <p:spPr>
          <a:xfrm xmlns:a="http://schemas.openxmlformats.org/drawingml/2006/main" rot="0" flipH="0" flipV="0">
            <a:off x="1786890" y="5910263"/>
            <a:ext cx="240983" cy="240983"/>
          </a:xfrm>
          <a:prstGeom xmlns:a="http://schemas.openxmlformats.org/drawingml/2006/main" prst="rect">
            <a:avLst/>
          </a:prstGeom>
          <a:solidFill xmlns:a="http://schemas.openxmlformats.org/drawingml/2006/main">
            <a:srgbClr val="FFFFFF"/>
          </a:solidFill>
          <a:ln xmlns:a="http://schemas.openxmlformats.org/drawingml/2006/main" w="7620">
            <a:solidFill>
              <a:srgbClr val="FFFFFF"/>
            </a:solidFill>
          </a:ln>
        </p:spPr>
      </p:sp>
      <p:sp>
        <p:nvSpPr>
          <p:cNvPr id="177" name="03_PREDICTIONS__wind_r5c6">
            <a:extLst xmlns:a="http://schemas.openxmlformats.org/drawingml/2006/main">
              <a:ext uri="{FF2B5EF4-FFF2-40B4-BE49-F238E27FC236}">
                <a16:creationId xmlns:a16="http://schemas.microsoft.com/office/drawing/2014/main" id="{B681388D-2E5C-43B7-94A6-7DA8DD3355BC}"/>
              </a:ext>
            </a:extLst>
          </p:cNvPr>
          <p:cNvSpPr>
            <a:spLocks xmlns:a="http://schemas.openxmlformats.org/drawingml/2006/main" noGrp="1"/>
          </p:cNvSpPr>
          <p:nvPr/>
        </p:nvSpPr>
        <p:spPr>
          <a:xfrm xmlns:a="http://schemas.openxmlformats.org/drawingml/2006/main" rot="0" flipH="0" flipV="0">
            <a:off x="2027873" y="5910263"/>
            <a:ext cx="240983" cy="240983"/>
          </a:xfrm>
          <a:prstGeom xmlns:a="http://schemas.openxmlformats.org/drawingml/2006/main" prst="rect">
            <a:avLst/>
          </a:prstGeom>
          <a:solidFill xmlns:a="http://schemas.openxmlformats.org/drawingml/2006/main">
            <a:srgbClr val="FFFFFF"/>
          </a:solidFill>
          <a:ln xmlns:a="http://schemas.openxmlformats.org/drawingml/2006/main" w="7620">
            <a:solidFill>
              <a:srgbClr val="FFFFFF"/>
            </a:solidFill>
          </a:ln>
        </p:spPr>
      </p:sp>
      <p:sp>
        <p:nvSpPr>
          <p:cNvPr id="178" name="03_PREDICTIONS__wind_r5c7">
            <a:extLst xmlns:a="http://schemas.openxmlformats.org/drawingml/2006/main">
              <a:ext uri="{FF2B5EF4-FFF2-40B4-BE49-F238E27FC236}">
                <a16:creationId xmlns:a16="http://schemas.microsoft.com/office/drawing/2014/main" id="{DF43657F-D403-4428-B09D-27EFFFCAA56F}"/>
              </a:ext>
            </a:extLst>
          </p:cNvPr>
          <p:cNvSpPr>
            <a:spLocks xmlns:a="http://schemas.openxmlformats.org/drawingml/2006/main" noGrp="1"/>
          </p:cNvSpPr>
          <p:nvPr/>
        </p:nvSpPr>
        <p:spPr>
          <a:xfrm xmlns:a="http://schemas.openxmlformats.org/drawingml/2006/main" rot="0" flipH="0" flipV="0">
            <a:off x="2268855" y="5910263"/>
            <a:ext cx="240983" cy="240983"/>
          </a:xfrm>
          <a:prstGeom xmlns:a="http://schemas.openxmlformats.org/drawingml/2006/main" prst="rect">
            <a:avLst/>
          </a:prstGeom>
          <a:solidFill xmlns:a="http://schemas.openxmlformats.org/drawingml/2006/main">
            <a:srgbClr val="606C73"/>
          </a:solidFill>
          <a:ln xmlns:a="http://schemas.openxmlformats.org/drawingml/2006/main" w="7620">
            <a:solidFill>
              <a:srgbClr val="FFFFFF"/>
            </a:solidFill>
          </a:ln>
        </p:spPr>
      </p:sp>
      <p:sp>
        <p:nvSpPr>
          <p:cNvPr id="179" name="03_PREDICTIONS__wind_r5c8">
            <a:extLst xmlns:a="http://schemas.openxmlformats.org/drawingml/2006/main">
              <a:ext uri="{FF2B5EF4-FFF2-40B4-BE49-F238E27FC236}">
                <a16:creationId xmlns:a16="http://schemas.microsoft.com/office/drawing/2014/main" id="{89B80BBD-C2C4-4904-A73A-0A178C7BD94B}"/>
              </a:ext>
            </a:extLst>
          </p:cNvPr>
          <p:cNvSpPr>
            <a:spLocks xmlns:a="http://schemas.openxmlformats.org/drawingml/2006/main" noGrp="1"/>
          </p:cNvSpPr>
          <p:nvPr/>
        </p:nvSpPr>
        <p:spPr>
          <a:xfrm xmlns:a="http://schemas.openxmlformats.org/drawingml/2006/main" rot="0" flipH="0" flipV="0">
            <a:off x="2509838" y="5910263"/>
            <a:ext cx="240983" cy="240983"/>
          </a:xfrm>
          <a:prstGeom xmlns:a="http://schemas.openxmlformats.org/drawingml/2006/main" prst="rect">
            <a:avLst/>
          </a:prstGeom>
          <a:solidFill xmlns:a="http://schemas.openxmlformats.org/drawingml/2006/main">
            <a:srgbClr val="606C73"/>
          </a:solidFill>
          <a:ln xmlns:a="http://schemas.openxmlformats.org/drawingml/2006/main" w="7620">
            <a:solidFill>
              <a:srgbClr val="FFFFFF"/>
            </a:solidFill>
          </a:ln>
        </p:spPr>
      </p:sp>
      <p:sp>
        <p:nvSpPr>
          <p:cNvPr id="180" name="03_PREDICTIONS__wind_r5c9">
            <a:extLst xmlns:a="http://schemas.openxmlformats.org/drawingml/2006/main">
              <a:ext uri="{FF2B5EF4-FFF2-40B4-BE49-F238E27FC236}">
                <a16:creationId xmlns:a16="http://schemas.microsoft.com/office/drawing/2014/main" id="{8C1E9A8D-655B-4DE9-A01D-6BE6DEF5937C}"/>
              </a:ext>
            </a:extLst>
          </p:cNvPr>
          <p:cNvSpPr>
            <a:spLocks xmlns:a="http://schemas.openxmlformats.org/drawingml/2006/main" noGrp="1"/>
          </p:cNvSpPr>
          <p:nvPr/>
        </p:nvSpPr>
        <p:spPr>
          <a:xfrm xmlns:a="http://schemas.openxmlformats.org/drawingml/2006/main" rot="0" flipH="0" flipV="0">
            <a:off x="2750820" y="5910263"/>
            <a:ext cx="240983" cy="240983"/>
          </a:xfrm>
          <a:prstGeom xmlns:a="http://schemas.openxmlformats.org/drawingml/2006/main" prst="rect">
            <a:avLst/>
          </a:prstGeom>
          <a:solidFill xmlns:a="http://schemas.openxmlformats.org/drawingml/2006/main">
            <a:srgbClr val="606C73"/>
          </a:solidFill>
          <a:ln xmlns:a="http://schemas.openxmlformats.org/drawingml/2006/main" w="7620">
            <a:solidFill>
              <a:srgbClr val="FFFFFF"/>
            </a:solidFill>
          </a:ln>
        </p:spPr>
      </p:sp>
      <p:sp>
        <p:nvSpPr>
          <p:cNvPr id="181" name="03_PREDICTIONS__wind_r6c0">
            <a:extLst xmlns:a="http://schemas.openxmlformats.org/drawingml/2006/main">
              <a:ext uri="{FF2B5EF4-FFF2-40B4-BE49-F238E27FC236}">
                <a16:creationId xmlns:a16="http://schemas.microsoft.com/office/drawing/2014/main" id="{14AFEFC8-5CA6-4E15-A2BD-5CF0060BA795}"/>
              </a:ext>
            </a:extLst>
          </p:cNvPr>
          <p:cNvSpPr>
            <a:spLocks xmlns:a="http://schemas.openxmlformats.org/drawingml/2006/main" noGrp="1"/>
          </p:cNvSpPr>
          <p:nvPr/>
        </p:nvSpPr>
        <p:spPr>
          <a:xfrm xmlns:a="http://schemas.openxmlformats.org/drawingml/2006/main" rot="0" flipH="0" flipV="0">
            <a:off x="581978" y="6151245"/>
            <a:ext cx="240983" cy="240983"/>
          </a:xfrm>
          <a:prstGeom xmlns:a="http://schemas.openxmlformats.org/drawingml/2006/main" prst="rect">
            <a:avLst/>
          </a:prstGeom>
          <a:solidFill xmlns:a="http://schemas.openxmlformats.org/drawingml/2006/main">
            <a:srgbClr val="FFFFFF"/>
          </a:solidFill>
          <a:ln xmlns:a="http://schemas.openxmlformats.org/drawingml/2006/main" w="7620">
            <a:solidFill>
              <a:srgbClr val="FFFFFF"/>
            </a:solidFill>
          </a:ln>
        </p:spPr>
      </p:sp>
      <p:sp>
        <p:nvSpPr>
          <p:cNvPr id="182" name="03_PREDICTIONS__wind_r6c1">
            <a:extLst xmlns:a="http://schemas.openxmlformats.org/drawingml/2006/main">
              <a:ext uri="{FF2B5EF4-FFF2-40B4-BE49-F238E27FC236}">
                <a16:creationId xmlns:a16="http://schemas.microsoft.com/office/drawing/2014/main" id="{20257A7D-7A31-4276-83E8-746EAD445DAB}"/>
              </a:ext>
            </a:extLst>
          </p:cNvPr>
          <p:cNvSpPr>
            <a:spLocks xmlns:a="http://schemas.openxmlformats.org/drawingml/2006/main" noGrp="1"/>
          </p:cNvSpPr>
          <p:nvPr/>
        </p:nvSpPr>
        <p:spPr>
          <a:xfrm xmlns:a="http://schemas.openxmlformats.org/drawingml/2006/main" rot="0" flipH="0" flipV="0">
            <a:off x="822960" y="6151245"/>
            <a:ext cx="240983" cy="240983"/>
          </a:xfrm>
          <a:prstGeom xmlns:a="http://schemas.openxmlformats.org/drawingml/2006/main" prst="rect">
            <a:avLst/>
          </a:prstGeom>
          <a:solidFill xmlns:a="http://schemas.openxmlformats.org/drawingml/2006/main">
            <a:srgbClr val="FFFFFF"/>
          </a:solidFill>
          <a:ln xmlns:a="http://schemas.openxmlformats.org/drawingml/2006/main" w="7620">
            <a:solidFill>
              <a:srgbClr val="FFFFFF"/>
            </a:solidFill>
          </a:ln>
        </p:spPr>
      </p:sp>
      <p:sp>
        <p:nvSpPr>
          <p:cNvPr id="183" name="03_PREDICTIONS__wind_r6c2">
            <a:extLst xmlns:a="http://schemas.openxmlformats.org/drawingml/2006/main">
              <a:ext uri="{FF2B5EF4-FFF2-40B4-BE49-F238E27FC236}">
                <a16:creationId xmlns:a16="http://schemas.microsoft.com/office/drawing/2014/main" id="{47CF6DD7-403A-4DD3-B9F5-30BA46B6B17F}"/>
              </a:ext>
            </a:extLst>
          </p:cNvPr>
          <p:cNvSpPr>
            <a:spLocks xmlns:a="http://schemas.openxmlformats.org/drawingml/2006/main" noGrp="1"/>
          </p:cNvSpPr>
          <p:nvPr/>
        </p:nvSpPr>
        <p:spPr>
          <a:xfrm xmlns:a="http://schemas.openxmlformats.org/drawingml/2006/main" rot="0" flipH="0" flipV="0">
            <a:off x="1063943" y="6151245"/>
            <a:ext cx="240983" cy="240983"/>
          </a:xfrm>
          <a:prstGeom xmlns:a="http://schemas.openxmlformats.org/drawingml/2006/main" prst="rect">
            <a:avLst/>
          </a:prstGeom>
          <a:solidFill xmlns:a="http://schemas.openxmlformats.org/drawingml/2006/main">
            <a:srgbClr val="FFFFFF"/>
          </a:solidFill>
          <a:ln xmlns:a="http://schemas.openxmlformats.org/drawingml/2006/main" w="7620">
            <a:solidFill>
              <a:srgbClr val="FFFFFF"/>
            </a:solidFill>
          </a:ln>
        </p:spPr>
      </p:sp>
      <p:sp>
        <p:nvSpPr>
          <p:cNvPr id="184" name="03_PREDICTIONS__wind_r6c3">
            <a:extLst xmlns:a="http://schemas.openxmlformats.org/drawingml/2006/main">
              <a:ext uri="{FF2B5EF4-FFF2-40B4-BE49-F238E27FC236}">
                <a16:creationId xmlns:a16="http://schemas.microsoft.com/office/drawing/2014/main" id="{35661B6E-8899-4831-9E6C-3EA3DDE68B95}"/>
              </a:ext>
            </a:extLst>
          </p:cNvPr>
          <p:cNvSpPr>
            <a:spLocks xmlns:a="http://schemas.openxmlformats.org/drawingml/2006/main" noGrp="1"/>
          </p:cNvSpPr>
          <p:nvPr/>
        </p:nvSpPr>
        <p:spPr>
          <a:xfrm xmlns:a="http://schemas.openxmlformats.org/drawingml/2006/main" rot="0" flipH="0" flipV="0">
            <a:off x="1304925" y="6151245"/>
            <a:ext cx="240983" cy="240983"/>
          </a:xfrm>
          <a:prstGeom xmlns:a="http://schemas.openxmlformats.org/drawingml/2006/main" prst="rect">
            <a:avLst/>
          </a:prstGeom>
          <a:solidFill xmlns:a="http://schemas.openxmlformats.org/drawingml/2006/main">
            <a:srgbClr val="FFFFFF"/>
          </a:solidFill>
          <a:ln xmlns:a="http://schemas.openxmlformats.org/drawingml/2006/main" w="7620">
            <a:solidFill>
              <a:srgbClr val="FFFFFF"/>
            </a:solidFill>
          </a:ln>
        </p:spPr>
      </p:sp>
      <p:sp>
        <p:nvSpPr>
          <p:cNvPr id="185" name="03_PREDICTIONS__wind_r6c4">
            <a:extLst xmlns:a="http://schemas.openxmlformats.org/drawingml/2006/main">
              <a:ext uri="{FF2B5EF4-FFF2-40B4-BE49-F238E27FC236}">
                <a16:creationId xmlns:a16="http://schemas.microsoft.com/office/drawing/2014/main" id="{3368920A-A92A-4E96-AE2F-68D730515A27}"/>
              </a:ext>
            </a:extLst>
          </p:cNvPr>
          <p:cNvSpPr>
            <a:spLocks xmlns:a="http://schemas.openxmlformats.org/drawingml/2006/main" noGrp="1"/>
          </p:cNvSpPr>
          <p:nvPr/>
        </p:nvSpPr>
        <p:spPr>
          <a:xfrm xmlns:a="http://schemas.openxmlformats.org/drawingml/2006/main" rot="0" flipH="0" flipV="0">
            <a:off x="1545908" y="6151245"/>
            <a:ext cx="240983" cy="240983"/>
          </a:xfrm>
          <a:prstGeom xmlns:a="http://schemas.openxmlformats.org/drawingml/2006/main" prst="rect">
            <a:avLst/>
          </a:prstGeom>
          <a:solidFill xmlns:a="http://schemas.openxmlformats.org/drawingml/2006/main">
            <a:srgbClr val="606C73"/>
          </a:solidFill>
          <a:ln xmlns:a="http://schemas.openxmlformats.org/drawingml/2006/main" w="7620">
            <a:solidFill>
              <a:srgbClr val="FFFFFF"/>
            </a:solidFill>
          </a:ln>
        </p:spPr>
      </p:sp>
      <p:sp>
        <p:nvSpPr>
          <p:cNvPr id="186" name="03_PREDICTIONS__wind_r6c5">
            <a:extLst xmlns:a="http://schemas.openxmlformats.org/drawingml/2006/main">
              <a:ext uri="{FF2B5EF4-FFF2-40B4-BE49-F238E27FC236}">
                <a16:creationId xmlns:a16="http://schemas.microsoft.com/office/drawing/2014/main" id="{F2AF1996-D2A9-4410-A6AB-31FAAC76EC1D}"/>
              </a:ext>
            </a:extLst>
          </p:cNvPr>
          <p:cNvSpPr>
            <a:spLocks xmlns:a="http://schemas.openxmlformats.org/drawingml/2006/main" noGrp="1"/>
          </p:cNvSpPr>
          <p:nvPr/>
        </p:nvSpPr>
        <p:spPr>
          <a:xfrm xmlns:a="http://schemas.openxmlformats.org/drawingml/2006/main" rot="0" flipH="0" flipV="0">
            <a:off x="1786890" y="6151245"/>
            <a:ext cx="240983" cy="240983"/>
          </a:xfrm>
          <a:prstGeom xmlns:a="http://schemas.openxmlformats.org/drawingml/2006/main" prst="rect">
            <a:avLst/>
          </a:prstGeom>
          <a:solidFill xmlns:a="http://schemas.openxmlformats.org/drawingml/2006/main">
            <a:srgbClr val="FFFFFF"/>
          </a:solidFill>
          <a:ln xmlns:a="http://schemas.openxmlformats.org/drawingml/2006/main" w="7620">
            <a:solidFill>
              <a:srgbClr val="FFFFFF"/>
            </a:solidFill>
          </a:ln>
        </p:spPr>
      </p:sp>
      <p:sp>
        <p:nvSpPr>
          <p:cNvPr id="187" name="03_PREDICTIONS__wind_r6c6">
            <a:extLst xmlns:a="http://schemas.openxmlformats.org/drawingml/2006/main">
              <a:ext uri="{FF2B5EF4-FFF2-40B4-BE49-F238E27FC236}">
                <a16:creationId xmlns:a16="http://schemas.microsoft.com/office/drawing/2014/main" id="{AB98ABF1-DC97-4A6D-A4DA-246425D6B945}"/>
              </a:ext>
            </a:extLst>
          </p:cNvPr>
          <p:cNvSpPr>
            <a:spLocks xmlns:a="http://schemas.openxmlformats.org/drawingml/2006/main" noGrp="1"/>
          </p:cNvSpPr>
          <p:nvPr/>
        </p:nvSpPr>
        <p:spPr>
          <a:xfrm xmlns:a="http://schemas.openxmlformats.org/drawingml/2006/main" rot="0" flipH="0" flipV="0">
            <a:off x="2027873" y="6151245"/>
            <a:ext cx="240983" cy="240983"/>
          </a:xfrm>
          <a:prstGeom xmlns:a="http://schemas.openxmlformats.org/drawingml/2006/main" prst="rect">
            <a:avLst/>
          </a:prstGeom>
          <a:solidFill xmlns:a="http://schemas.openxmlformats.org/drawingml/2006/main">
            <a:srgbClr val="FFFFFF"/>
          </a:solidFill>
          <a:ln xmlns:a="http://schemas.openxmlformats.org/drawingml/2006/main" w="7620">
            <a:solidFill>
              <a:srgbClr val="FFFFFF"/>
            </a:solidFill>
          </a:ln>
        </p:spPr>
      </p:sp>
      <p:sp>
        <p:nvSpPr>
          <p:cNvPr id="188" name="03_PREDICTIONS__wind_r6c7">
            <a:extLst xmlns:a="http://schemas.openxmlformats.org/drawingml/2006/main">
              <a:ext uri="{FF2B5EF4-FFF2-40B4-BE49-F238E27FC236}">
                <a16:creationId xmlns:a16="http://schemas.microsoft.com/office/drawing/2014/main" id="{31A5B1DC-64EB-474A-8FBE-036A2F37C572}"/>
              </a:ext>
            </a:extLst>
          </p:cNvPr>
          <p:cNvSpPr>
            <a:spLocks xmlns:a="http://schemas.openxmlformats.org/drawingml/2006/main" noGrp="1"/>
          </p:cNvSpPr>
          <p:nvPr/>
        </p:nvSpPr>
        <p:spPr>
          <a:xfrm xmlns:a="http://schemas.openxmlformats.org/drawingml/2006/main" rot="0" flipH="0" flipV="0">
            <a:off x="2268855" y="6151245"/>
            <a:ext cx="240983" cy="240983"/>
          </a:xfrm>
          <a:prstGeom xmlns:a="http://schemas.openxmlformats.org/drawingml/2006/main" prst="rect">
            <a:avLst/>
          </a:prstGeom>
          <a:solidFill xmlns:a="http://schemas.openxmlformats.org/drawingml/2006/main">
            <a:srgbClr val="FFFFFF"/>
          </a:solidFill>
          <a:ln xmlns:a="http://schemas.openxmlformats.org/drawingml/2006/main" w="7620">
            <a:solidFill>
              <a:srgbClr val="FFFFFF"/>
            </a:solidFill>
          </a:ln>
        </p:spPr>
      </p:sp>
      <p:sp>
        <p:nvSpPr>
          <p:cNvPr id="189" name="03_PREDICTIONS__wind_r6c8">
            <a:extLst xmlns:a="http://schemas.openxmlformats.org/drawingml/2006/main">
              <a:ext uri="{FF2B5EF4-FFF2-40B4-BE49-F238E27FC236}">
                <a16:creationId xmlns:a16="http://schemas.microsoft.com/office/drawing/2014/main" id="{A45239CD-1B51-4B8B-A355-4A27A093515D}"/>
              </a:ext>
            </a:extLst>
          </p:cNvPr>
          <p:cNvSpPr>
            <a:spLocks xmlns:a="http://schemas.openxmlformats.org/drawingml/2006/main" noGrp="1"/>
          </p:cNvSpPr>
          <p:nvPr/>
        </p:nvSpPr>
        <p:spPr>
          <a:xfrm xmlns:a="http://schemas.openxmlformats.org/drawingml/2006/main" rot="0" flipH="0" flipV="0">
            <a:off x="2509838" y="6151245"/>
            <a:ext cx="240983" cy="240983"/>
          </a:xfrm>
          <a:prstGeom xmlns:a="http://schemas.openxmlformats.org/drawingml/2006/main" prst="rect">
            <a:avLst/>
          </a:prstGeom>
          <a:solidFill xmlns:a="http://schemas.openxmlformats.org/drawingml/2006/main">
            <a:srgbClr val="FFFFFF"/>
          </a:solidFill>
          <a:ln xmlns:a="http://schemas.openxmlformats.org/drawingml/2006/main" w="7620">
            <a:solidFill>
              <a:srgbClr val="FFFFFF"/>
            </a:solidFill>
          </a:ln>
        </p:spPr>
      </p:sp>
      <p:sp>
        <p:nvSpPr>
          <p:cNvPr id="190" name="03_PREDICTIONS__wind_r6c9">
            <a:extLst xmlns:a="http://schemas.openxmlformats.org/drawingml/2006/main">
              <a:ext uri="{FF2B5EF4-FFF2-40B4-BE49-F238E27FC236}">
                <a16:creationId xmlns:a16="http://schemas.microsoft.com/office/drawing/2014/main" id="{DC112935-2A48-4CE4-ABFA-3ECD3955AAB7}"/>
              </a:ext>
            </a:extLst>
          </p:cNvPr>
          <p:cNvSpPr>
            <a:spLocks xmlns:a="http://schemas.openxmlformats.org/drawingml/2006/main" noGrp="1"/>
          </p:cNvSpPr>
          <p:nvPr/>
        </p:nvSpPr>
        <p:spPr>
          <a:xfrm xmlns:a="http://schemas.openxmlformats.org/drawingml/2006/main" rot="0" flipH="0" flipV="0">
            <a:off x="2750820" y="6151245"/>
            <a:ext cx="240983" cy="240983"/>
          </a:xfrm>
          <a:prstGeom xmlns:a="http://schemas.openxmlformats.org/drawingml/2006/main" prst="rect">
            <a:avLst/>
          </a:prstGeom>
          <a:solidFill xmlns:a="http://schemas.openxmlformats.org/drawingml/2006/main">
            <a:srgbClr val="FFFFFF"/>
          </a:solidFill>
          <a:ln xmlns:a="http://schemas.openxmlformats.org/drawingml/2006/main" w="7620">
            <a:solidFill>
              <a:srgbClr val="FFFFFF"/>
            </a:solidFill>
          </a:ln>
        </p:spPr>
      </p:sp>
      <p:sp>
        <p:nvSpPr>
          <p:cNvPr id="191" name="03_PREDICTIONS__wind_frame">
            <a:extLst xmlns:a="http://schemas.openxmlformats.org/drawingml/2006/main">
              <a:ext uri="{FF2B5EF4-FFF2-40B4-BE49-F238E27FC236}">
                <a16:creationId xmlns:a16="http://schemas.microsoft.com/office/drawing/2014/main" id="{C6B5379A-5971-4F96-824D-A4B17B2B5FE1}"/>
              </a:ext>
            </a:extLst>
          </p:cNvPr>
          <p:cNvSpPr>
            <a:spLocks xmlns:a="http://schemas.openxmlformats.org/drawingml/2006/main" noGrp="1"/>
          </p:cNvSpPr>
          <p:nvPr/>
        </p:nvSpPr>
        <p:spPr>
          <a:xfrm xmlns:a="http://schemas.openxmlformats.org/drawingml/2006/main" rot="0" flipH="0" flipV="0">
            <a:off x="581978" y="4705350"/>
            <a:ext cx="2409825" cy="1686878"/>
          </a:xfrm>
          <a:prstGeom xmlns:a="http://schemas.openxmlformats.org/drawingml/2006/main" prst="rect">
            <a:avLst/>
          </a:prstGeom>
          <a:noFill xmlns:a="http://schemas.openxmlformats.org/drawingml/2006/main"/>
          <a:ln xmlns:a="http://schemas.openxmlformats.org/drawingml/2006/main" w="10478">
            <a:solidFill>
              <a:srgbClr val="B6C4CC"/>
            </a:solidFill>
          </a:ln>
        </p:spPr>
      </p:sp>
      <p:sp>
        <p:nvSpPr>
          <p:cNvPr id="192" name="03_PREDICTIONS__wind_0_0">
            <a:extLst xmlns:a="http://schemas.openxmlformats.org/drawingml/2006/main">
              <a:ext uri="{FF2B5EF4-FFF2-40B4-BE49-F238E27FC236}">
                <a16:creationId xmlns:a16="http://schemas.microsoft.com/office/drawing/2014/main" id="{C3D4C6F4-2CA8-4FBF-BC9E-49C09CF3558D}"/>
              </a:ext>
            </a:extLst>
          </p:cNvPr>
          <p:cNvSpPr>
            <a:spLocks xmlns:a="http://schemas.openxmlformats.org/drawingml/2006/main" noGrp="1"/>
          </p:cNvSpPr>
          <p:nvPr/>
        </p:nvSpPr>
        <p:spPr>
          <a:xfrm xmlns:a="http://schemas.openxmlformats.org/drawingml/2006/main" rot="0" flipH="0" flipV="0">
            <a:off x="665798" y="4805934"/>
            <a:ext cx="146685" cy="25146"/>
          </a:xfrm>
          <a:custGeom xmlns:a="http://schemas.openxmlformats.org/drawingml/2006/main">
            <a:rect l="0" t="0" r="0" b="0"/>
            <a:pathLst>
              <a:path w="133350" h="22860">
                <a:moveTo>
                  <a:pt x="0" y="22860"/>
                </a:moveTo>
                <a:lnTo>
                  <a:pt x="133350" y="0"/>
                </a:lnTo>
              </a:path>
            </a:pathLst>
          </a:custGeom>
          <a:noFill xmlns:a="http://schemas.openxmlformats.org/drawingml/2006/main"/>
          <a:ln xmlns:a="http://schemas.openxmlformats.org/drawingml/2006/main" w="19050">
            <a:solidFill>
              <a:srgbClr val="26847D"/>
            </a:solidFill>
            <a:prstDash val="solid"/>
          </a:ln>
        </p:spPr>
      </p:sp>
      <p:sp>
        <p:nvSpPr>
          <p:cNvPr id="193" name="03_PREDICTIONS__wind_0_0_head">
            <a:extLst xmlns:a="http://schemas.openxmlformats.org/drawingml/2006/main">
              <a:ext uri="{FF2B5EF4-FFF2-40B4-BE49-F238E27FC236}">
                <a16:creationId xmlns:a16="http://schemas.microsoft.com/office/drawing/2014/main" id="{660DA366-95B2-4F83-9672-307730252D4C}"/>
              </a:ext>
            </a:extLst>
          </p:cNvPr>
          <p:cNvSpPr>
            <a:spLocks xmlns:a="http://schemas.openxmlformats.org/drawingml/2006/main" noGrp="1"/>
          </p:cNvSpPr>
          <p:nvPr/>
        </p:nvSpPr>
        <p:spPr>
          <a:xfrm xmlns:a="http://schemas.openxmlformats.org/drawingml/2006/main" rot="0" flipH="0" flipV="0">
            <a:off x="752618" y="4786743"/>
            <a:ext cx="59864" cy="57224"/>
          </a:xfrm>
          <a:custGeom xmlns:a="http://schemas.openxmlformats.org/drawingml/2006/main">
            <a:rect l="0" t="0" r="0" b="0"/>
            <a:pathLst>
              <a:path w="54422" h="52022">
                <a:moveTo>
                  <a:pt x="8918" y="52022"/>
                </a:moveTo>
                <a:lnTo>
                  <a:pt x="54422" y="17446"/>
                </a:lnTo>
                <a:lnTo>
                  <a:pt x="0" y="0"/>
                </a:lnTo>
              </a:path>
            </a:pathLst>
          </a:custGeom>
          <a:noFill xmlns:a="http://schemas.openxmlformats.org/drawingml/2006/main"/>
          <a:ln xmlns:a="http://schemas.openxmlformats.org/drawingml/2006/main" w="19050">
            <a:solidFill>
              <a:srgbClr val="26847D"/>
            </a:solidFill>
            <a:prstDash val="solid"/>
          </a:ln>
        </p:spPr>
      </p:sp>
      <p:sp>
        <p:nvSpPr>
          <p:cNvPr id="194" name="03_PREDICTIONS__wind_0_2">
            <a:extLst xmlns:a="http://schemas.openxmlformats.org/drawingml/2006/main">
              <a:ext uri="{FF2B5EF4-FFF2-40B4-BE49-F238E27FC236}">
                <a16:creationId xmlns:a16="http://schemas.microsoft.com/office/drawing/2014/main" id="{4AA2B575-E8CB-4F82-9E1F-A4D0595204F5}"/>
              </a:ext>
            </a:extLst>
          </p:cNvPr>
          <p:cNvSpPr>
            <a:spLocks xmlns:a="http://schemas.openxmlformats.org/drawingml/2006/main" noGrp="1"/>
          </p:cNvSpPr>
          <p:nvPr/>
        </p:nvSpPr>
        <p:spPr>
          <a:xfrm xmlns:a="http://schemas.openxmlformats.org/drawingml/2006/main" rot="0" flipH="0" flipV="0">
            <a:off x="1147763" y="4805934"/>
            <a:ext cx="146685" cy="25146"/>
          </a:xfrm>
          <a:custGeom xmlns:a="http://schemas.openxmlformats.org/drawingml/2006/main">
            <a:rect l="0" t="0" r="0" b="0"/>
            <a:pathLst>
              <a:path w="133350" h="22860">
                <a:moveTo>
                  <a:pt x="0" y="22860"/>
                </a:moveTo>
                <a:lnTo>
                  <a:pt x="133350" y="0"/>
                </a:lnTo>
              </a:path>
            </a:pathLst>
          </a:custGeom>
          <a:noFill xmlns:a="http://schemas.openxmlformats.org/drawingml/2006/main"/>
          <a:ln xmlns:a="http://schemas.openxmlformats.org/drawingml/2006/main" w="19050">
            <a:solidFill>
              <a:srgbClr val="26847D"/>
            </a:solidFill>
            <a:prstDash val="solid"/>
          </a:ln>
        </p:spPr>
      </p:sp>
      <p:sp>
        <p:nvSpPr>
          <p:cNvPr id="195" name="03_PREDICTIONS__wind_0_2_head">
            <a:extLst xmlns:a="http://schemas.openxmlformats.org/drawingml/2006/main">
              <a:ext uri="{FF2B5EF4-FFF2-40B4-BE49-F238E27FC236}">
                <a16:creationId xmlns:a16="http://schemas.microsoft.com/office/drawing/2014/main" id="{BA572633-99FD-4C74-B538-C02F20CED8A9}"/>
              </a:ext>
            </a:extLst>
          </p:cNvPr>
          <p:cNvSpPr>
            <a:spLocks xmlns:a="http://schemas.openxmlformats.org/drawingml/2006/main" noGrp="1"/>
          </p:cNvSpPr>
          <p:nvPr/>
        </p:nvSpPr>
        <p:spPr>
          <a:xfrm xmlns:a="http://schemas.openxmlformats.org/drawingml/2006/main" rot="0" flipH="0" flipV="0">
            <a:off x="1234583" y="4786743"/>
            <a:ext cx="59864" cy="57224"/>
          </a:xfrm>
          <a:custGeom xmlns:a="http://schemas.openxmlformats.org/drawingml/2006/main">
            <a:rect l="0" t="0" r="0" b="0"/>
            <a:pathLst>
              <a:path w="54422" h="52022">
                <a:moveTo>
                  <a:pt x="8918" y="52022"/>
                </a:moveTo>
                <a:lnTo>
                  <a:pt x="54422" y="17446"/>
                </a:lnTo>
                <a:lnTo>
                  <a:pt x="0" y="0"/>
                </a:lnTo>
              </a:path>
            </a:pathLst>
          </a:custGeom>
          <a:noFill xmlns:a="http://schemas.openxmlformats.org/drawingml/2006/main"/>
          <a:ln xmlns:a="http://schemas.openxmlformats.org/drawingml/2006/main" w="19050">
            <a:solidFill>
              <a:srgbClr val="26847D"/>
            </a:solidFill>
            <a:prstDash val="solid"/>
          </a:ln>
        </p:spPr>
      </p:sp>
      <p:sp>
        <p:nvSpPr>
          <p:cNvPr id="196" name="03_PREDICTIONS__wind_0_6">
            <a:extLst xmlns:a="http://schemas.openxmlformats.org/drawingml/2006/main">
              <a:ext uri="{FF2B5EF4-FFF2-40B4-BE49-F238E27FC236}">
                <a16:creationId xmlns:a16="http://schemas.microsoft.com/office/drawing/2014/main" id="{F159B071-A99F-43C1-9181-99FBFCBBAB97}"/>
              </a:ext>
            </a:extLst>
          </p:cNvPr>
          <p:cNvSpPr>
            <a:spLocks xmlns:a="http://schemas.openxmlformats.org/drawingml/2006/main" noGrp="1"/>
          </p:cNvSpPr>
          <p:nvPr/>
        </p:nvSpPr>
        <p:spPr>
          <a:xfrm xmlns:a="http://schemas.openxmlformats.org/drawingml/2006/main" rot="0" flipH="0" flipV="0">
            <a:off x="2111693" y="4805934"/>
            <a:ext cx="146685" cy="25146"/>
          </a:xfrm>
          <a:custGeom xmlns:a="http://schemas.openxmlformats.org/drawingml/2006/main">
            <a:rect l="0" t="0" r="0" b="0"/>
            <a:pathLst>
              <a:path w="133350" h="22860">
                <a:moveTo>
                  <a:pt x="0" y="22860"/>
                </a:moveTo>
                <a:lnTo>
                  <a:pt x="133350" y="0"/>
                </a:lnTo>
              </a:path>
            </a:pathLst>
          </a:custGeom>
          <a:noFill xmlns:a="http://schemas.openxmlformats.org/drawingml/2006/main"/>
          <a:ln xmlns:a="http://schemas.openxmlformats.org/drawingml/2006/main" w="19050">
            <a:solidFill>
              <a:srgbClr val="26847D"/>
            </a:solidFill>
            <a:prstDash val="solid"/>
          </a:ln>
        </p:spPr>
      </p:sp>
      <p:sp>
        <p:nvSpPr>
          <p:cNvPr id="197" name="03_PREDICTIONS__wind_0_6_head">
            <a:extLst xmlns:a="http://schemas.openxmlformats.org/drawingml/2006/main">
              <a:ext uri="{FF2B5EF4-FFF2-40B4-BE49-F238E27FC236}">
                <a16:creationId xmlns:a16="http://schemas.microsoft.com/office/drawing/2014/main" id="{DA83EA64-9C10-4FFA-8C43-1132E31F3569}"/>
              </a:ext>
            </a:extLst>
          </p:cNvPr>
          <p:cNvSpPr>
            <a:spLocks xmlns:a="http://schemas.openxmlformats.org/drawingml/2006/main" noGrp="1"/>
          </p:cNvSpPr>
          <p:nvPr/>
        </p:nvSpPr>
        <p:spPr>
          <a:xfrm xmlns:a="http://schemas.openxmlformats.org/drawingml/2006/main" rot="0" flipH="0" flipV="0">
            <a:off x="2198513" y="4786743"/>
            <a:ext cx="59864" cy="57224"/>
          </a:xfrm>
          <a:custGeom xmlns:a="http://schemas.openxmlformats.org/drawingml/2006/main">
            <a:rect l="0" t="0" r="0" b="0"/>
            <a:pathLst>
              <a:path w="54422" h="52022">
                <a:moveTo>
                  <a:pt x="8918" y="52022"/>
                </a:moveTo>
                <a:lnTo>
                  <a:pt x="54422" y="17446"/>
                </a:lnTo>
                <a:lnTo>
                  <a:pt x="0" y="0"/>
                </a:lnTo>
              </a:path>
            </a:pathLst>
          </a:custGeom>
          <a:noFill xmlns:a="http://schemas.openxmlformats.org/drawingml/2006/main"/>
          <a:ln xmlns:a="http://schemas.openxmlformats.org/drawingml/2006/main" w="19050">
            <a:solidFill>
              <a:srgbClr val="26847D"/>
            </a:solidFill>
            <a:prstDash val="solid"/>
          </a:ln>
        </p:spPr>
      </p:sp>
      <p:sp>
        <p:nvSpPr>
          <p:cNvPr id="198" name="03_PREDICTIONS__wind_0_8">
            <a:extLst xmlns:a="http://schemas.openxmlformats.org/drawingml/2006/main">
              <a:ext uri="{FF2B5EF4-FFF2-40B4-BE49-F238E27FC236}">
                <a16:creationId xmlns:a16="http://schemas.microsoft.com/office/drawing/2014/main" id="{B5EF44BF-48EE-4D10-965A-30429090512D}"/>
              </a:ext>
            </a:extLst>
          </p:cNvPr>
          <p:cNvSpPr>
            <a:spLocks xmlns:a="http://schemas.openxmlformats.org/drawingml/2006/main" noGrp="1"/>
          </p:cNvSpPr>
          <p:nvPr/>
        </p:nvSpPr>
        <p:spPr>
          <a:xfrm xmlns:a="http://schemas.openxmlformats.org/drawingml/2006/main" rot="0" flipH="0" flipV="0">
            <a:off x="2593658" y="4805934"/>
            <a:ext cx="146685" cy="25146"/>
          </a:xfrm>
          <a:custGeom xmlns:a="http://schemas.openxmlformats.org/drawingml/2006/main">
            <a:rect l="0" t="0" r="0" b="0"/>
            <a:pathLst>
              <a:path w="133350" h="22860">
                <a:moveTo>
                  <a:pt x="0" y="22860"/>
                </a:moveTo>
                <a:lnTo>
                  <a:pt x="133350" y="0"/>
                </a:lnTo>
              </a:path>
            </a:pathLst>
          </a:custGeom>
          <a:noFill xmlns:a="http://schemas.openxmlformats.org/drawingml/2006/main"/>
          <a:ln xmlns:a="http://schemas.openxmlformats.org/drawingml/2006/main" w="19050">
            <a:solidFill>
              <a:srgbClr val="26847D"/>
            </a:solidFill>
            <a:prstDash val="solid"/>
          </a:ln>
        </p:spPr>
      </p:sp>
      <p:sp>
        <p:nvSpPr>
          <p:cNvPr id="199" name="03_PREDICTIONS__wind_0_8_head">
            <a:extLst xmlns:a="http://schemas.openxmlformats.org/drawingml/2006/main">
              <a:ext uri="{FF2B5EF4-FFF2-40B4-BE49-F238E27FC236}">
                <a16:creationId xmlns:a16="http://schemas.microsoft.com/office/drawing/2014/main" id="{463313F9-1230-4E46-A1C7-06CACC2C1F7A}"/>
              </a:ext>
            </a:extLst>
          </p:cNvPr>
          <p:cNvSpPr>
            <a:spLocks xmlns:a="http://schemas.openxmlformats.org/drawingml/2006/main" noGrp="1"/>
          </p:cNvSpPr>
          <p:nvPr/>
        </p:nvSpPr>
        <p:spPr>
          <a:xfrm xmlns:a="http://schemas.openxmlformats.org/drawingml/2006/main" rot="0" flipH="0" flipV="0">
            <a:off x="2680478" y="4786743"/>
            <a:ext cx="59864" cy="57224"/>
          </a:xfrm>
          <a:custGeom xmlns:a="http://schemas.openxmlformats.org/drawingml/2006/main">
            <a:rect l="0" t="0" r="0" b="0"/>
            <a:pathLst>
              <a:path w="54422" h="52022">
                <a:moveTo>
                  <a:pt x="8918" y="52022"/>
                </a:moveTo>
                <a:lnTo>
                  <a:pt x="54422" y="17446"/>
                </a:lnTo>
                <a:lnTo>
                  <a:pt x="0" y="0"/>
                </a:lnTo>
              </a:path>
            </a:pathLst>
          </a:custGeom>
          <a:noFill xmlns:a="http://schemas.openxmlformats.org/drawingml/2006/main"/>
          <a:ln xmlns:a="http://schemas.openxmlformats.org/drawingml/2006/main" w="19050">
            <a:solidFill>
              <a:srgbClr val="26847D"/>
            </a:solidFill>
            <a:prstDash val="solid"/>
          </a:ln>
        </p:spPr>
      </p:sp>
      <p:sp>
        <p:nvSpPr>
          <p:cNvPr id="200" name="03_PREDICTIONS__wind_2_0">
            <a:extLst xmlns:a="http://schemas.openxmlformats.org/drawingml/2006/main">
              <a:ext uri="{FF2B5EF4-FFF2-40B4-BE49-F238E27FC236}">
                <a16:creationId xmlns:a16="http://schemas.microsoft.com/office/drawing/2014/main" id="{E227E690-E31F-430C-8D98-22AFEDA7AC5C}"/>
              </a:ext>
            </a:extLst>
          </p:cNvPr>
          <p:cNvSpPr>
            <a:spLocks xmlns:a="http://schemas.openxmlformats.org/drawingml/2006/main" noGrp="1"/>
          </p:cNvSpPr>
          <p:nvPr/>
        </p:nvSpPr>
        <p:spPr>
          <a:xfrm xmlns:a="http://schemas.openxmlformats.org/drawingml/2006/main" rot="0" flipH="0" flipV="0">
            <a:off x="665798" y="5304663"/>
            <a:ext cx="146685" cy="8382"/>
          </a:xfrm>
          <a:custGeom xmlns:a="http://schemas.openxmlformats.org/drawingml/2006/main">
            <a:rect l="0" t="0" r="0" b="0"/>
            <a:pathLst>
              <a:path w="133350" h="7620">
                <a:moveTo>
                  <a:pt x="0" y="7620"/>
                </a:moveTo>
                <a:lnTo>
                  <a:pt x="133350" y="0"/>
                </a:lnTo>
              </a:path>
            </a:pathLst>
          </a:custGeom>
          <a:noFill xmlns:a="http://schemas.openxmlformats.org/drawingml/2006/main"/>
          <a:ln xmlns:a="http://schemas.openxmlformats.org/drawingml/2006/main" w="19050">
            <a:solidFill>
              <a:srgbClr val="26847D"/>
            </a:solidFill>
            <a:prstDash val="solid"/>
          </a:ln>
        </p:spPr>
      </p:sp>
      <p:sp>
        <p:nvSpPr>
          <p:cNvPr id="201" name="03_PREDICTIONS__wind_2_0_head">
            <a:extLst xmlns:a="http://schemas.openxmlformats.org/drawingml/2006/main">
              <a:ext uri="{FF2B5EF4-FFF2-40B4-BE49-F238E27FC236}">
                <a16:creationId xmlns:a16="http://schemas.microsoft.com/office/drawing/2014/main" id="{EEB1E6F5-C483-4514-9BCF-1AB9B3B00651}"/>
              </a:ext>
            </a:extLst>
          </p:cNvPr>
          <p:cNvSpPr>
            <a:spLocks xmlns:a="http://schemas.openxmlformats.org/drawingml/2006/main" noGrp="1"/>
          </p:cNvSpPr>
          <p:nvPr/>
        </p:nvSpPr>
        <p:spPr>
          <a:xfrm xmlns:a="http://schemas.openxmlformats.org/drawingml/2006/main" rot="0" flipH="0" flipV="0">
            <a:off x="755156" y="5278861"/>
            <a:ext cx="57327" cy="57965"/>
          </a:xfrm>
          <a:custGeom xmlns:a="http://schemas.openxmlformats.org/drawingml/2006/main">
            <a:rect l="0" t="0" r="0" b="0"/>
            <a:pathLst>
              <a:path w="52115" h="52695">
                <a:moveTo>
                  <a:pt x="3011" y="52695"/>
                </a:moveTo>
                <a:lnTo>
                  <a:pt x="52115" y="23456"/>
                </a:lnTo>
                <a:lnTo>
                  <a:pt x="0" y="0"/>
                </a:lnTo>
              </a:path>
            </a:pathLst>
          </a:custGeom>
          <a:noFill xmlns:a="http://schemas.openxmlformats.org/drawingml/2006/main"/>
          <a:ln xmlns:a="http://schemas.openxmlformats.org/drawingml/2006/main" w="19050">
            <a:solidFill>
              <a:srgbClr val="26847D"/>
            </a:solidFill>
            <a:prstDash val="solid"/>
          </a:ln>
        </p:spPr>
      </p:sp>
      <p:sp>
        <p:nvSpPr>
          <p:cNvPr id="202" name="03_PREDICTIONS__wind_2_2">
            <a:extLst xmlns:a="http://schemas.openxmlformats.org/drawingml/2006/main">
              <a:ext uri="{FF2B5EF4-FFF2-40B4-BE49-F238E27FC236}">
                <a16:creationId xmlns:a16="http://schemas.microsoft.com/office/drawing/2014/main" id="{7F4C6D8B-290C-4A8A-84B4-71724A79D400}"/>
              </a:ext>
            </a:extLst>
          </p:cNvPr>
          <p:cNvSpPr>
            <a:spLocks xmlns:a="http://schemas.openxmlformats.org/drawingml/2006/main" noGrp="1"/>
          </p:cNvSpPr>
          <p:nvPr/>
        </p:nvSpPr>
        <p:spPr>
          <a:xfrm xmlns:a="http://schemas.openxmlformats.org/drawingml/2006/main" rot="0" flipH="0" flipV="0">
            <a:off x="1147763" y="5304663"/>
            <a:ext cx="146685" cy="8382"/>
          </a:xfrm>
          <a:custGeom xmlns:a="http://schemas.openxmlformats.org/drawingml/2006/main">
            <a:rect l="0" t="0" r="0" b="0"/>
            <a:pathLst>
              <a:path w="133350" h="7620">
                <a:moveTo>
                  <a:pt x="0" y="7620"/>
                </a:moveTo>
                <a:lnTo>
                  <a:pt x="133350" y="0"/>
                </a:lnTo>
              </a:path>
            </a:pathLst>
          </a:custGeom>
          <a:noFill xmlns:a="http://schemas.openxmlformats.org/drawingml/2006/main"/>
          <a:ln xmlns:a="http://schemas.openxmlformats.org/drawingml/2006/main" w="19050">
            <a:solidFill>
              <a:srgbClr val="26847D"/>
            </a:solidFill>
            <a:prstDash val="solid"/>
          </a:ln>
        </p:spPr>
      </p:sp>
      <p:sp>
        <p:nvSpPr>
          <p:cNvPr id="203" name="03_PREDICTIONS__wind_2_2_head">
            <a:extLst xmlns:a="http://schemas.openxmlformats.org/drawingml/2006/main">
              <a:ext uri="{FF2B5EF4-FFF2-40B4-BE49-F238E27FC236}">
                <a16:creationId xmlns:a16="http://schemas.microsoft.com/office/drawing/2014/main" id="{F80E719D-FE63-4EBB-8B34-3C598F26D5CF}"/>
              </a:ext>
            </a:extLst>
          </p:cNvPr>
          <p:cNvSpPr>
            <a:spLocks xmlns:a="http://schemas.openxmlformats.org/drawingml/2006/main" noGrp="1"/>
          </p:cNvSpPr>
          <p:nvPr/>
        </p:nvSpPr>
        <p:spPr>
          <a:xfrm xmlns:a="http://schemas.openxmlformats.org/drawingml/2006/main" rot="0" flipH="0" flipV="0">
            <a:off x="1237121" y="5278861"/>
            <a:ext cx="57327" cy="57965"/>
          </a:xfrm>
          <a:custGeom xmlns:a="http://schemas.openxmlformats.org/drawingml/2006/main">
            <a:rect l="0" t="0" r="0" b="0"/>
            <a:pathLst>
              <a:path w="52115" h="52695">
                <a:moveTo>
                  <a:pt x="3011" y="52695"/>
                </a:moveTo>
                <a:lnTo>
                  <a:pt x="52115" y="23456"/>
                </a:lnTo>
                <a:lnTo>
                  <a:pt x="0" y="0"/>
                </a:lnTo>
              </a:path>
            </a:pathLst>
          </a:custGeom>
          <a:noFill xmlns:a="http://schemas.openxmlformats.org/drawingml/2006/main"/>
          <a:ln xmlns:a="http://schemas.openxmlformats.org/drawingml/2006/main" w="19050">
            <a:solidFill>
              <a:srgbClr val="26847D"/>
            </a:solidFill>
            <a:prstDash val="solid"/>
          </a:ln>
        </p:spPr>
      </p:sp>
      <p:sp>
        <p:nvSpPr>
          <p:cNvPr id="204" name="03_PREDICTIONS__wind_2_6">
            <a:extLst xmlns:a="http://schemas.openxmlformats.org/drawingml/2006/main">
              <a:ext uri="{FF2B5EF4-FFF2-40B4-BE49-F238E27FC236}">
                <a16:creationId xmlns:a16="http://schemas.microsoft.com/office/drawing/2014/main" id="{8E41F181-8E7F-4942-90E6-6D61C6B99374}"/>
              </a:ext>
            </a:extLst>
          </p:cNvPr>
          <p:cNvSpPr>
            <a:spLocks xmlns:a="http://schemas.openxmlformats.org/drawingml/2006/main" noGrp="1"/>
          </p:cNvSpPr>
          <p:nvPr/>
        </p:nvSpPr>
        <p:spPr>
          <a:xfrm xmlns:a="http://schemas.openxmlformats.org/drawingml/2006/main" rot="0" flipH="0" flipV="0">
            <a:off x="2111693" y="5304663"/>
            <a:ext cx="146685" cy="8382"/>
          </a:xfrm>
          <a:custGeom xmlns:a="http://schemas.openxmlformats.org/drawingml/2006/main">
            <a:rect l="0" t="0" r="0" b="0"/>
            <a:pathLst>
              <a:path w="133350" h="7620">
                <a:moveTo>
                  <a:pt x="0" y="7620"/>
                </a:moveTo>
                <a:lnTo>
                  <a:pt x="133350" y="0"/>
                </a:lnTo>
              </a:path>
            </a:pathLst>
          </a:custGeom>
          <a:noFill xmlns:a="http://schemas.openxmlformats.org/drawingml/2006/main"/>
          <a:ln xmlns:a="http://schemas.openxmlformats.org/drawingml/2006/main" w="19050">
            <a:solidFill>
              <a:srgbClr val="26847D"/>
            </a:solidFill>
            <a:prstDash val="solid"/>
          </a:ln>
        </p:spPr>
      </p:sp>
      <p:sp>
        <p:nvSpPr>
          <p:cNvPr id="205" name="03_PREDICTIONS__wind_2_6_head">
            <a:extLst xmlns:a="http://schemas.openxmlformats.org/drawingml/2006/main">
              <a:ext uri="{FF2B5EF4-FFF2-40B4-BE49-F238E27FC236}">
                <a16:creationId xmlns:a16="http://schemas.microsoft.com/office/drawing/2014/main" id="{01A395F3-4AF8-4017-BE76-6357AF6B63F7}"/>
              </a:ext>
            </a:extLst>
          </p:cNvPr>
          <p:cNvSpPr>
            <a:spLocks xmlns:a="http://schemas.openxmlformats.org/drawingml/2006/main" noGrp="1"/>
          </p:cNvSpPr>
          <p:nvPr/>
        </p:nvSpPr>
        <p:spPr>
          <a:xfrm xmlns:a="http://schemas.openxmlformats.org/drawingml/2006/main" rot="0" flipH="0" flipV="0">
            <a:off x="2201051" y="5278861"/>
            <a:ext cx="57327" cy="57965"/>
          </a:xfrm>
          <a:custGeom xmlns:a="http://schemas.openxmlformats.org/drawingml/2006/main">
            <a:rect l="0" t="0" r="0" b="0"/>
            <a:pathLst>
              <a:path w="52115" h="52695">
                <a:moveTo>
                  <a:pt x="3011" y="52695"/>
                </a:moveTo>
                <a:lnTo>
                  <a:pt x="52115" y="23456"/>
                </a:lnTo>
                <a:lnTo>
                  <a:pt x="0" y="0"/>
                </a:lnTo>
              </a:path>
            </a:pathLst>
          </a:custGeom>
          <a:noFill xmlns:a="http://schemas.openxmlformats.org/drawingml/2006/main"/>
          <a:ln xmlns:a="http://schemas.openxmlformats.org/drawingml/2006/main" w="19050">
            <a:solidFill>
              <a:srgbClr val="26847D"/>
            </a:solidFill>
            <a:prstDash val="solid"/>
          </a:ln>
        </p:spPr>
      </p:sp>
      <p:sp>
        <p:nvSpPr>
          <p:cNvPr id="206" name="03_PREDICTIONS__wind_2_8">
            <a:extLst xmlns:a="http://schemas.openxmlformats.org/drawingml/2006/main">
              <a:ext uri="{FF2B5EF4-FFF2-40B4-BE49-F238E27FC236}">
                <a16:creationId xmlns:a16="http://schemas.microsoft.com/office/drawing/2014/main" id="{57C7E021-ABC0-4212-B020-B0B88B0F93FE}"/>
              </a:ext>
            </a:extLst>
          </p:cNvPr>
          <p:cNvSpPr>
            <a:spLocks xmlns:a="http://schemas.openxmlformats.org/drawingml/2006/main" noGrp="1"/>
          </p:cNvSpPr>
          <p:nvPr/>
        </p:nvSpPr>
        <p:spPr>
          <a:xfrm xmlns:a="http://schemas.openxmlformats.org/drawingml/2006/main" rot="0" flipH="0" flipV="0">
            <a:off x="2593658" y="5304663"/>
            <a:ext cx="146685" cy="8382"/>
          </a:xfrm>
          <a:custGeom xmlns:a="http://schemas.openxmlformats.org/drawingml/2006/main">
            <a:rect l="0" t="0" r="0" b="0"/>
            <a:pathLst>
              <a:path w="133350" h="7620">
                <a:moveTo>
                  <a:pt x="0" y="7620"/>
                </a:moveTo>
                <a:lnTo>
                  <a:pt x="133350" y="0"/>
                </a:lnTo>
              </a:path>
            </a:pathLst>
          </a:custGeom>
          <a:noFill xmlns:a="http://schemas.openxmlformats.org/drawingml/2006/main"/>
          <a:ln xmlns:a="http://schemas.openxmlformats.org/drawingml/2006/main" w="19050">
            <a:solidFill>
              <a:srgbClr val="26847D"/>
            </a:solidFill>
            <a:prstDash val="solid"/>
          </a:ln>
        </p:spPr>
      </p:sp>
      <p:sp>
        <p:nvSpPr>
          <p:cNvPr id="207" name="03_PREDICTIONS__wind_2_8_head">
            <a:extLst xmlns:a="http://schemas.openxmlformats.org/drawingml/2006/main">
              <a:ext uri="{FF2B5EF4-FFF2-40B4-BE49-F238E27FC236}">
                <a16:creationId xmlns:a16="http://schemas.microsoft.com/office/drawing/2014/main" id="{8834D236-3810-4140-8319-FF19746E221A}"/>
              </a:ext>
            </a:extLst>
          </p:cNvPr>
          <p:cNvSpPr>
            <a:spLocks xmlns:a="http://schemas.openxmlformats.org/drawingml/2006/main" noGrp="1"/>
          </p:cNvSpPr>
          <p:nvPr/>
        </p:nvSpPr>
        <p:spPr>
          <a:xfrm xmlns:a="http://schemas.openxmlformats.org/drawingml/2006/main" rot="0" flipH="0" flipV="0">
            <a:off x="2683016" y="5278861"/>
            <a:ext cx="57327" cy="57965"/>
          </a:xfrm>
          <a:custGeom xmlns:a="http://schemas.openxmlformats.org/drawingml/2006/main">
            <a:rect l="0" t="0" r="0" b="0"/>
            <a:pathLst>
              <a:path w="52115" h="52695">
                <a:moveTo>
                  <a:pt x="3011" y="52695"/>
                </a:moveTo>
                <a:lnTo>
                  <a:pt x="52115" y="23456"/>
                </a:lnTo>
                <a:lnTo>
                  <a:pt x="0" y="0"/>
                </a:lnTo>
              </a:path>
            </a:pathLst>
          </a:custGeom>
          <a:noFill xmlns:a="http://schemas.openxmlformats.org/drawingml/2006/main"/>
          <a:ln xmlns:a="http://schemas.openxmlformats.org/drawingml/2006/main" w="19050">
            <a:solidFill>
              <a:srgbClr val="26847D"/>
            </a:solidFill>
            <a:prstDash val="solid"/>
          </a:ln>
        </p:spPr>
      </p:sp>
      <p:sp>
        <p:nvSpPr>
          <p:cNvPr id="208" name="03_PREDICTIONS__wind_4_0">
            <a:extLst xmlns:a="http://schemas.openxmlformats.org/drawingml/2006/main">
              <a:ext uri="{FF2B5EF4-FFF2-40B4-BE49-F238E27FC236}">
                <a16:creationId xmlns:a16="http://schemas.microsoft.com/office/drawing/2014/main" id="{078EC718-007A-49C4-8849-3EFFEC686137}"/>
              </a:ext>
            </a:extLst>
          </p:cNvPr>
          <p:cNvSpPr>
            <a:spLocks xmlns:a="http://schemas.openxmlformats.org/drawingml/2006/main" noGrp="1"/>
          </p:cNvSpPr>
          <p:nvPr/>
        </p:nvSpPr>
        <p:spPr>
          <a:xfrm xmlns:a="http://schemas.openxmlformats.org/drawingml/2006/main" rot="0" flipH="0" flipV="0">
            <a:off x="665798" y="5795010"/>
            <a:ext cx="146685" cy="8382"/>
          </a:xfrm>
          <a:custGeom xmlns:a="http://schemas.openxmlformats.org/drawingml/2006/main">
            <a:rect l="0" t="0" r="0" b="0"/>
            <a:pathLst>
              <a:path w="133350" h="7620">
                <a:moveTo>
                  <a:pt x="0" y="0"/>
                </a:moveTo>
                <a:lnTo>
                  <a:pt x="133350" y="7620"/>
                </a:lnTo>
              </a:path>
            </a:pathLst>
          </a:custGeom>
          <a:noFill xmlns:a="http://schemas.openxmlformats.org/drawingml/2006/main"/>
          <a:ln xmlns:a="http://schemas.openxmlformats.org/drawingml/2006/main" w="19050">
            <a:solidFill>
              <a:srgbClr val="26847D"/>
            </a:solidFill>
            <a:prstDash val="solid"/>
          </a:ln>
        </p:spPr>
      </p:sp>
      <p:sp>
        <p:nvSpPr>
          <p:cNvPr id="209" name="03_PREDICTIONS__wind_4_0_head">
            <a:extLst xmlns:a="http://schemas.openxmlformats.org/drawingml/2006/main">
              <a:ext uri="{FF2B5EF4-FFF2-40B4-BE49-F238E27FC236}">
                <a16:creationId xmlns:a16="http://schemas.microsoft.com/office/drawing/2014/main" id="{C5813484-4564-496F-82E0-D86ECC25A306}"/>
              </a:ext>
            </a:extLst>
          </p:cNvPr>
          <p:cNvSpPr>
            <a:spLocks xmlns:a="http://schemas.openxmlformats.org/drawingml/2006/main" noGrp="1"/>
          </p:cNvSpPr>
          <p:nvPr/>
        </p:nvSpPr>
        <p:spPr>
          <a:xfrm xmlns:a="http://schemas.openxmlformats.org/drawingml/2006/main" rot="0" flipH="0" flipV="0">
            <a:off x="755156" y="5771228"/>
            <a:ext cx="57327" cy="57965"/>
          </a:xfrm>
          <a:custGeom xmlns:a="http://schemas.openxmlformats.org/drawingml/2006/main">
            <a:rect l="0" t="0" r="0" b="0"/>
            <a:pathLst>
              <a:path w="52115" h="52695">
                <a:moveTo>
                  <a:pt x="0" y="52695"/>
                </a:moveTo>
                <a:lnTo>
                  <a:pt x="52115" y="29240"/>
                </a:lnTo>
                <a:lnTo>
                  <a:pt x="3011" y="0"/>
                </a:lnTo>
              </a:path>
            </a:pathLst>
          </a:custGeom>
          <a:noFill xmlns:a="http://schemas.openxmlformats.org/drawingml/2006/main"/>
          <a:ln xmlns:a="http://schemas.openxmlformats.org/drawingml/2006/main" w="19050">
            <a:solidFill>
              <a:srgbClr val="26847D"/>
            </a:solidFill>
            <a:prstDash val="solid"/>
          </a:ln>
        </p:spPr>
      </p:sp>
      <p:sp>
        <p:nvSpPr>
          <p:cNvPr id="210" name="03_PREDICTIONS__wind_4_2">
            <a:extLst xmlns:a="http://schemas.openxmlformats.org/drawingml/2006/main">
              <a:ext uri="{FF2B5EF4-FFF2-40B4-BE49-F238E27FC236}">
                <a16:creationId xmlns:a16="http://schemas.microsoft.com/office/drawing/2014/main" id="{6DB6A2DA-622A-46F6-940F-E62A33CA2091}"/>
              </a:ext>
            </a:extLst>
          </p:cNvPr>
          <p:cNvSpPr>
            <a:spLocks xmlns:a="http://schemas.openxmlformats.org/drawingml/2006/main" noGrp="1"/>
          </p:cNvSpPr>
          <p:nvPr/>
        </p:nvSpPr>
        <p:spPr>
          <a:xfrm xmlns:a="http://schemas.openxmlformats.org/drawingml/2006/main" rot="0" flipH="0" flipV="0">
            <a:off x="1147763" y="5795010"/>
            <a:ext cx="146685" cy="8382"/>
          </a:xfrm>
          <a:custGeom xmlns:a="http://schemas.openxmlformats.org/drawingml/2006/main">
            <a:rect l="0" t="0" r="0" b="0"/>
            <a:pathLst>
              <a:path w="133350" h="7620">
                <a:moveTo>
                  <a:pt x="0" y="0"/>
                </a:moveTo>
                <a:lnTo>
                  <a:pt x="133350" y="7620"/>
                </a:lnTo>
              </a:path>
            </a:pathLst>
          </a:custGeom>
          <a:noFill xmlns:a="http://schemas.openxmlformats.org/drawingml/2006/main"/>
          <a:ln xmlns:a="http://schemas.openxmlformats.org/drawingml/2006/main" w="19050">
            <a:solidFill>
              <a:srgbClr val="26847D"/>
            </a:solidFill>
            <a:prstDash val="solid"/>
          </a:ln>
        </p:spPr>
      </p:sp>
      <p:sp>
        <p:nvSpPr>
          <p:cNvPr id="211" name="03_PREDICTIONS__wind_4_2_head">
            <a:extLst xmlns:a="http://schemas.openxmlformats.org/drawingml/2006/main">
              <a:ext uri="{FF2B5EF4-FFF2-40B4-BE49-F238E27FC236}">
                <a16:creationId xmlns:a16="http://schemas.microsoft.com/office/drawing/2014/main" id="{F47EC5C5-2316-4632-8A5B-6D3B65675B52}"/>
              </a:ext>
            </a:extLst>
          </p:cNvPr>
          <p:cNvSpPr>
            <a:spLocks xmlns:a="http://schemas.openxmlformats.org/drawingml/2006/main" noGrp="1"/>
          </p:cNvSpPr>
          <p:nvPr/>
        </p:nvSpPr>
        <p:spPr>
          <a:xfrm xmlns:a="http://schemas.openxmlformats.org/drawingml/2006/main" rot="0" flipH="0" flipV="0">
            <a:off x="1237121" y="5771228"/>
            <a:ext cx="57327" cy="57965"/>
          </a:xfrm>
          <a:custGeom xmlns:a="http://schemas.openxmlformats.org/drawingml/2006/main">
            <a:rect l="0" t="0" r="0" b="0"/>
            <a:pathLst>
              <a:path w="52115" h="52695">
                <a:moveTo>
                  <a:pt x="0" y="52695"/>
                </a:moveTo>
                <a:lnTo>
                  <a:pt x="52115" y="29240"/>
                </a:lnTo>
                <a:lnTo>
                  <a:pt x="3011" y="0"/>
                </a:lnTo>
              </a:path>
            </a:pathLst>
          </a:custGeom>
          <a:noFill xmlns:a="http://schemas.openxmlformats.org/drawingml/2006/main"/>
          <a:ln xmlns:a="http://schemas.openxmlformats.org/drawingml/2006/main" w="19050">
            <a:solidFill>
              <a:srgbClr val="26847D"/>
            </a:solidFill>
            <a:prstDash val="solid"/>
          </a:ln>
        </p:spPr>
      </p:sp>
      <p:sp>
        <p:nvSpPr>
          <p:cNvPr id="212" name="03_PREDICTIONS__wind_4_4">
            <a:extLst xmlns:a="http://schemas.openxmlformats.org/drawingml/2006/main">
              <a:ext uri="{FF2B5EF4-FFF2-40B4-BE49-F238E27FC236}">
                <a16:creationId xmlns:a16="http://schemas.microsoft.com/office/drawing/2014/main" id="{ACF780B7-DD4C-4BE9-8F37-EB7E75328BE1}"/>
              </a:ext>
            </a:extLst>
          </p:cNvPr>
          <p:cNvSpPr>
            <a:spLocks xmlns:a="http://schemas.openxmlformats.org/drawingml/2006/main" noGrp="1"/>
          </p:cNvSpPr>
          <p:nvPr/>
        </p:nvSpPr>
        <p:spPr>
          <a:xfrm xmlns:a="http://schemas.openxmlformats.org/drawingml/2006/main" rot="0" flipH="0" flipV="0">
            <a:off x="1629728" y="5795010"/>
            <a:ext cx="146685" cy="8382"/>
          </a:xfrm>
          <a:custGeom xmlns:a="http://schemas.openxmlformats.org/drawingml/2006/main">
            <a:rect l="0" t="0" r="0" b="0"/>
            <a:pathLst>
              <a:path w="133350" h="7620">
                <a:moveTo>
                  <a:pt x="0" y="0"/>
                </a:moveTo>
                <a:lnTo>
                  <a:pt x="133350" y="7620"/>
                </a:lnTo>
              </a:path>
            </a:pathLst>
          </a:custGeom>
          <a:noFill xmlns:a="http://schemas.openxmlformats.org/drawingml/2006/main"/>
          <a:ln xmlns:a="http://schemas.openxmlformats.org/drawingml/2006/main" w="19050">
            <a:solidFill>
              <a:srgbClr val="26847D"/>
            </a:solidFill>
            <a:prstDash val="solid"/>
          </a:ln>
        </p:spPr>
      </p:sp>
      <p:sp>
        <p:nvSpPr>
          <p:cNvPr id="213" name="03_PREDICTIONS__wind_4_4_head">
            <a:extLst xmlns:a="http://schemas.openxmlformats.org/drawingml/2006/main">
              <a:ext uri="{FF2B5EF4-FFF2-40B4-BE49-F238E27FC236}">
                <a16:creationId xmlns:a16="http://schemas.microsoft.com/office/drawing/2014/main" id="{9CC803D1-0F56-4951-8697-66867FB6E242}"/>
              </a:ext>
            </a:extLst>
          </p:cNvPr>
          <p:cNvSpPr>
            <a:spLocks xmlns:a="http://schemas.openxmlformats.org/drawingml/2006/main" noGrp="1"/>
          </p:cNvSpPr>
          <p:nvPr/>
        </p:nvSpPr>
        <p:spPr>
          <a:xfrm xmlns:a="http://schemas.openxmlformats.org/drawingml/2006/main" rot="0" flipH="0" flipV="0">
            <a:off x="1719086" y="5771228"/>
            <a:ext cx="57327" cy="57965"/>
          </a:xfrm>
          <a:custGeom xmlns:a="http://schemas.openxmlformats.org/drawingml/2006/main">
            <a:rect l="0" t="0" r="0" b="0"/>
            <a:pathLst>
              <a:path w="52115" h="52695">
                <a:moveTo>
                  <a:pt x="0" y="52695"/>
                </a:moveTo>
                <a:lnTo>
                  <a:pt x="52115" y="29240"/>
                </a:lnTo>
                <a:lnTo>
                  <a:pt x="3011" y="0"/>
                </a:lnTo>
              </a:path>
            </a:pathLst>
          </a:custGeom>
          <a:noFill xmlns:a="http://schemas.openxmlformats.org/drawingml/2006/main"/>
          <a:ln xmlns:a="http://schemas.openxmlformats.org/drawingml/2006/main" w="19050">
            <a:solidFill>
              <a:srgbClr val="26847D"/>
            </a:solidFill>
            <a:prstDash val="solid"/>
          </a:ln>
        </p:spPr>
      </p:sp>
      <p:sp>
        <p:nvSpPr>
          <p:cNvPr id="214" name="03_PREDICTIONS__wind_4_6">
            <a:extLst xmlns:a="http://schemas.openxmlformats.org/drawingml/2006/main">
              <a:ext uri="{FF2B5EF4-FFF2-40B4-BE49-F238E27FC236}">
                <a16:creationId xmlns:a16="http://schemas.microsoft.com/office/drawing/2014/main" id="{223285A7-9B7C-461A-9A46-4BA5AFD0AEB8}"/>
              </a:ext>
            </a:extLst>
          </p:cNvPr>
          <p:cNvSpPr>
            <a:spLocks xmlns:a="http://schemas.openxmlformats.org/drawingml/2006/main" noGrp="1"/>
          </p:cNvSpPr>
          <p:nvPr/>
        </p:nvSpPr>
        <p:spPr>
          <a:xfrm xmlns:a="http://schemas.openxmlformats.org/drawingml/2006/main" rot="0" flipH="0" flipV="0">
            <a:off x="2111693" y="5795010"/>
            <a:ext cx="146685" cy="8382"/>
          </a:xfrm>
          <a:custGeom xmlns:a="http://schemas.openxmlformats.org/drawingml/2006/main">
            <a:rect l="0" t="0" r="0" b="0"/>
            <a:pathLst>
              <a:path w="133350" h="7620">
                <a:moveTo>
                  <a:pt x="0" y="0"/>
                </a:moveTo>
                <a:lnTo>
                  <a:pt x="133350" y="7620"/>
                </a:lnTo>
              </a:path>
            </a:pathLst>
          </a:custGeom>
          <a:noFill xmlns:a="http://schemas.openxmlformats.org/drawingml/2006/main"/>
          <a:ln xmlns:a="http://schemas.openxmlformats.org/drawingml/2006/main" w="19050">
            <a:solidFill>
              <a:srgbClr val="26847D"/>
            </a:solidFill>
            <a:prstDash val="solid"/>
          </a:ln>
        </p:spPr>
      </p:sp>
      <p:sp>
        <p:nvSpPr>
          <p:cNvPr id="215" name="03_PREDICTIONS__wind_4_6_head">
            <a:extLst xmlns:a="http://schemas.openxmlformats.org/drawingml/2006/main">
              <a:ext uri="{FF2B5EF4-FFF2-40B4-BE49-F238E27FC236}">
                <a16:creationId xmlns:a16="http://schemas.microsoft.com/office/drawing/2014/main" id="{4EF1CBC9-E356-424D-877F-B75794876CE0}"/>
              </a:ext>
            </a:extLst>
          </p:cNvPr>
          <p:cNvSpPr>
            <a:spLocks xmlns:a="http://schemas.openxmlformats.org/drawingml/2006/main" noGrp="1"/>
          </p:cNvSpPr>
          <p:nvPr/>
        </p:nvSpPr>
        <p:spPr>
          <a:xfrm xmlns:a="http://schemas.openxmlformats.org/drawingml/2006/main" rot="0" flipH="0" flipV="0">
            <a:off x="2201051" y="5771228"/>
            <a:ext cx="57327" cy="57965"/>
          </a:xfrm>
          <a:custGeom xmlns:a="http://schemas.openxmlformats.org/drawingml/2006/main">
            <a:rect l="0" t="0" r="0" b="0"/>
            <a:pathLst>
              <a:path w="52115" h="52695">
                <a:moveTo>
                  <a:pt x="0" y="52695"/>
                </a:moveTo>
                <a:lnTo>
                  <a:pt x="52115" y="29240"/>
                </a:lnTo>
                <a:lnTo>
                  <a:pt x="3011" y="0"/>
                </a:lnTo>
              </a:path>
            </a:pathLst>
          </a:custGeom>
          <a:noFill xmlns:a="http://schemas.openxmlformats.org/drawingml/2006/main"/>
          <a:ln xmlns:a="http://schemas.openxmlformats.org/drawingml/2006/main" w="19050">
            <a:solidFill>
              <a:srgbClr val="26847D"/>
            </a:solidFill>
            <a:prstDash val="solid"/>
          </a:ln>
        </p:spPr>
      </p:sp>
      <p:sp>
        <p:nvSpPr>
          <p:cNvPr id="216" name="03_PREDICTIONS__wind_4_8">
            <a:extLst xmlns:a="http://schemas.openxmlformats.org/drawingml/2006/main">
              <a:ext uri="{FF2B5EF4-FFF2-40B4-BE49-F238E27FC236}">
                <a16:creationId xmlns:a16="http://schemas.microsoft.com/office/drawing/2014/main" id="{14D2A3B1-AA53-4007-B0AE-2A4E33FD94DA}"/>
              </a:ext>
            </a:extLst>
          </p:cNvPr>
          <p:cNvSpPr>
            <a:spLocks xmlns:a="http://schemas.openxmlformats.org/drawingml/2006/main" noGrp="1"/>
          </p:cNvSpPr>
          <p:nvPr/>
        </p:nvSpPr>
        <p:spPr>
          <a:xfrm xmlns:a="http://schemas.openxmlformats.org/drawingml/2006/main" rot="0" flipH="0" flipV="0">
            <a:off x="2593658" y="5795010"/>
            <a:ext cx="146685" cy="8382"/>
          </a:xfrm>
          <a:custGeom xmlns:a="http://schemas.openxmlformats.org/drawingml/2006/main">
            <a:rect l="0" t="0" r="0" b="0"/>
            <a:pathLst>
              <a:path w="133350" h="7620">
                <a:moveTo>
                  <a:pt x="0" y="0"/>
                </a:moveTo>
                <a:lnTo>
                  <a:pt x="133350" y="7620"/>
                </a:lnTo>
              </a:path>
            </a:pathLst>
          </a:custGeom>
          <a:noFill xmlns:a="http://schemas.openxmlformats.org/drawingml/2006/main"/>
          <a:ln xmlns:a="http://schemas.openxmlformats.org/drawingml/2006/main" w="19050">
            <a:solidFill>
              <a:srgbClr val="26847D"/>
            </a:solidFill>
            <a:prstDash val="solid"/>
          </a:ln>
        </p:spPr>
      </p:sp>
      <p:sp>
        <p:nvSpPr>
          <p:cNvPr id="217" name="03_PREDICTIONS__wind_4_8_head">
            <a:extLst xmlns:a="http://schemas.openxmlformats.org/drawingml/2006/main">
              <a:ext uri="{FF2B5EF4-FFF2-40B4-BE49-F238E27FC236}">
                <a16:creationId xmlns:a16="http://schemas.microsoft.com/office/drawing/2014/main" id="{87BD6843-9914-44D4-AD0C-FA15A0343C21}"/>
              </a:ext>
            </a:extLst>
          </p:cNvPr>
          <p:cNvSpPr>
            <a:spLocks xmlns:a="http://schemas.openxmlformats.org/drawingml/2006/main" noGrp="1"/>
          </p:cNvSpPr>
          <p:nvPr/>
        </p:nvSpPr>
        <p:spPr>
          <a:xfrm xmlns:a="http://schemas.openxmlformats.org/drawingml/2006/main" rot="0" flipH="0" flipV="0">
            <a:off x="2683016" y="5771228"/>
            <a:ext cx="57327" cy="57965"/>
          </a:xfrm>
          <a:custGeom xmlns:a="http://schemas.openxmlformats.org/drawingml/2006/main">
            <a:rect l="0" t="0" r="0" b="0"/>
            <a:pathLst>
              <a:path w="52115" h="52695">
                <a:moveTo>
                  <a:pt x="0" y="52695"/>
                </a:moveTo>
                <a:lnTo>
                  <a:pt x="52115" y="29240"/>
                </a:lnTo>
                <a:lnTo>
                  <a:pt x="3011" y="0"/>
                </a:lnTo>
              </a:path>
            </a:pathLst>
          </a:custGeom>
          <a:noFill xmlns:a="http://schemas.openxmlformats.org/drawingml/2006/main"/>
          <a:ln xmlns:a="http://schemas.openxmlformats.org/drawingml/2006/main" w="19050">
            <a:solidFill>
              <a:srgbClr val="26847D"/>
            </a:solidFill>
            <a:prstDash val="solid"/>
          </a:ln>
        </p:spPr>
      </p:sp>
      <p:sp>
        <p:nvSpPr>
          <p:cNvPr id="218" name="03_PREDICTIONS__wind_6_0">
            <a:extLst xmlns:a="http://schemas.openxmlformats.org/drawingml/2006/main">
              <a:ext uri="{FF2B5EF4-FFF2-40B4-BE49-F238E27FC236}">
                <a16:creationId xmlns:a16="http://schemas.microsoft.com/office/drawing/2014/main" id="{9606A632-2210-4E70-B7BA-F6D100908F18}"/>
              </a:ext>
            </a:extLst>
          </p:cNvPr>
          <p:cNvSpPr>
            <a:spLocks xmlns:a="http://schemas.openxmlformats.org/drawingml/2006/main" noGrp="1"/>
          </p:cNvSpPr>
          <p:nvPr/>
        </p:nvSpPr>
        <p:spPr>
          <a:xfrm xmlns:a="http://schemas.openxmlformats.org/drawingml/2006/main" rot="0" flipH="0" flipV="0">
            <a:off x="665798" y="6276975"/>
            <a:ext cx="146685" cy="25146"/>
          </a:xfrm>
          <a:custGeom xmlns:a="http://schemas.openxmlformats.org/drawingml/2006/main">
            <a:rect l="0" t="0" r="0" b="0"/>
            <a:pathLst>
              <a:path w="133350" h="22860">
                <a:moveTo>
                  <a:pt x="0" y="0"/>
                </a:moveTo>
                <a:lnTo>
                  <a:pt x="133350" y="22860"/>
                </a:lnTo>
              </a:path>
            </a:pathLst>
          </a:custGeom>
          <a:noFill xmlns:a="http://schemas.openxmlformats.org/drawingml/2006/main"/>
          <a:ln xmlns:a="http://schemas.openxmlformats.org/drawingml/2006/main" w="19050">
            <a:solidFill>
              <a:srgbClr val="26847D"/>
            </a:solidFill>
            <a:prstDash val="solid"/>
          </a:ln>
        </p:spPr>
      </p:sp>
      <p:sp>
        <p:nvSpPr>
          <p:cNvPr id="219" name="03_PREDICTIONS__wind_6_0_head">
            <a:extLst xmlns:a="http://schemas.openxmlformats.org/drawingml/2006/main">
              <a:ext uri="{FF2B5EF4-FFF2-40B4-BE49-F238E27FC236}">
                <a16:creationId xmlns:a16="http://schemas.microsoft.com/office/drawing/2014/main" id="{ED1576D9-B9F5-4E7C-A4F1-84FE666E7CDB}"/>
              </a:ext>
            </a:extLst>
          </p:cNvPr>
          <p:cNvSpPr>
            <a:spLocks xmlns:a="http://schemas.openxmlformats.org/drawingml/2006/main" noGrp="1"/>
          </p:cNvSpPr>
          <p:nvPr/>
        </p:nvSpPr>
        <p:spPr>
          <a:xfrm xmlns:a="http://schemas.openxmlformats.org/drawingml/2006/main" rot="0" flipH="0" flipV="0">
            <a:off x="752618" y="6264087"/>
            <a:ext cx="59864" cy="57224"/>
          </a:xfrm>
          <a:custGeom xmlns:a="http://schemas.openxmlformats.org/drawingml/2006/main">
            <a:rect l="0" t="0" r="0" b="0"/>
            <a:pathLst>
              <a:path w="54422" h="52022">
                <a:moveTo>
                  <a:pt x="0" y="52022"/>
                </a:moveTo>
                <a:lnTo>
                  <a:pt x="54422" y="34576"/>
                </a:lnTo>
                <a:lnTo>
                  <a:pt x="8918" y="0"/>
                </a:lnTo>
              </a:path>
            </a:pathLst>
          </a:custGeom>
          <a:noFill xmlns:a="http://schemas.openxmlformats.org/drawingml/2006/main"/>
          <a:ln xmlns:a="http://schemas.openxmlformats.org/drawingml/2006/main" w="19050">
            <a:solidFill>
              <a:srgbClr val="26847D"/>
            </a:solidFill>
            <a:prstDash val="solid"/>
          </a:ln>
        </p:spPr>
      </p:sp>
      <p:sp>
        <p:nvSpPr>
          <p:cNvPr id="220" name="03_PREDICTIONS__wind_6_2">
            <a:extLst xmlns:a="http://schemas.openxmlformats.org/drawingml/2006/main">
              <a:ext uri="{FF2B5EF4-FFF2-40B4-BE49-F238E27FC236}">
                <a16:creationId xmlns:a16="http://schemas.microsoft.com/office/drawing/2014/main" id="{199AAA16-C0CE-4800-948B-84D6B338A30E}"/>
              </a:ext>
            </a:extLst>
          </p:cNvPr>
          <p:cNvSpPr>
            <a:spLocks xmlns:a="http://schemas.openxmlformats.org/drawingml/2006/main" noGrp="1"/>
          </p:cNvSpPr>
          <p:nvPr/>
        </p:nvSpPr>
        <p:spPr>
          <a:xfrm xmlns:a="http://schemas.openxmlformats.org/drawingml/2006/main" rot="0" flipH="0" flipV="0">
            <a:off x="1147763" y="6276975"/>
            <a:ext cx="146685" cy="25146"/>
          </a:xfrm>
          <a:custGeom xmlns:a="http://schemas.openxmlformats.org/drawingml/2006/main">
            <a:rect l="0" t="0" r="0" b="0"/>
            <a:pathLst>
              <a:path w="133350" h="22860">
                <a:moveTo>
                  <a:pt x="0" y="0"/>
                </a:moveTo>
                <a:lnTo>
                  <a:pt x="133350" y="22860"/>
                </a:lnTo>
              </a:path>
            </a:pathLst>
          </a:custGeom>
          <a:noFill xmlns:a="http://schemas.openxmlformats.org/drawingml/2006/main"/>
          <a:ln xmlns:a="http://schemas.openxmlformats.org/drawingml/2006/main" w="19050">
            <a:solidFill>
              <a:srgbClr val="26847D"/>
            </a:solidFill>
            <a:prstDash val="solid"/>
          </a:ln>
        </p:spPr>
      </p:sp>
      <p:sp>
        <p:nvSpPr>
          <p:cNvPr id="221" name="03_PREDICTIONS__wind_6_2_head">
            <a:extLst xmlns:a="http://schemas.openxmlformats.org/drawingml/2006/main">
              <a:ext uri="{FF2B5EF4-FFF2-40B4-BE49-F238E27FC236}">
                <a16:creationId xmlns:a16="http://schemas.microsoft.com/office/drawing/2014/main" id="{788D25BE-F571-43E1-9632-AAF331AC8027}"/>
              </a:ext>
            </a:extLst>
          </p:cNvPr>
          <p:cNvSpPr>
            <a:spLocks xmlns:a="http://schemas.openxmlformats.org/drawingml/2006/main" noGrp="1"/>
          </p:cNvSpPr>
          <p:nvPr/>
        </p:nvSpPr>
        <p:spPr>
          <a:xfrm xmlns:a="http://schemas.openxmlformats.org/drawingml/2006/main" rot="0" flipH="0" flipV="0">
            <a:off x="1234583" y="6264087"/>
            <a:ext cx="59864" cy="57224"/>
          </a:xfrm>
          <a:custGeom xmlns:a="http://schemas.openxmlformats.org/drawingml/2006/main">
            <a:rect l="0" t="0" r="0" b="0"/>
            <a:pathLst>
              <a:path w="54422" h="52022">
                <a:moveTo>
                  <a:pt x="0" y="52022"/>
                </a:moveTo>
                <a:lnTo>
                  <a:pt x="54422" y="34576"/>
                </a:lnTo>
                <a:lnTo>
                  <a:pt x="8918" y="0"/>
                </a:lnTo>
              </a:path>
            </a:pathLst>
          </a:custGeom>
          <a:noFill xmlns:a="http://schemas.openxmlformats.org/drawingml/2006/main"/>
          <a:ln xmlns:a="http://schemas.openxmlformats.org/drawingml/2006/main" w="19050">
            <a:solidFill>
              <a:srgbClr val="26847D"/>
            </a:solidFill>
            <a:prstDash val="solid"/>
          </a:ln>
        </p:spPr>
      </p:sp>
      <p:sp>
        <p:nvSpPr>
          <p:cNvPr id="222" name="03_PREDICTIONS__wind_6_6">
            <a:extLst xmlns:a="http://schemas.openxmlformats.org/drawingml/2006/main">
              <a:ext uri="{FF2B5EF4-FFF2-40B4-BE49-F238E27FC236}">
                <a16:creationId xmlns:a16="http://schemas.microsoft.com/office/drawing/2014/main" id="{7F53270E-23A0-4CB0-9254-401E0396498B}"/>
              </a:ext>
            </a:extLst>
          </p:cNvPr>
          <p:cNvSpPr>
            <a:spLocks xmlns:a="http://schemas.openxmlformats.org/drawingml/2006/main" noGrp="1"/>
          </p:cNvSpPr>
          <p:nvPr/>
        </p:nvSpPr>
        <p:spPr>
          <a:xfrm xmlns:a="http://schemas.openxmlformats.org/drawingml/2006/main" rot="0" flipH="0" flipV="0">
            <a:off x="2111693" y="6276975"/>
            <a:ext cx="146685" cy="25146"/>
          </a:xfrm>
          <a:custGeom xmlns:a="http://schemas.openxmlformats.org/drawingml/2006/main">
            <a:rect l="0" t="0" r="0" b="0"/>
            <a:pathLst>
              <a:path w="133350" h="22860">
                <a:moveTo>
                  <a:pt x="0" y="0"/>
                </a:moveTo>
                <a:lnTo>
                  <a:pt x="133350" y="22860"/>
                </a:lnTo>
              </a:path>
            </a:pathLst>
          </a:custGeom>
          <a:noFill xmlns:a="http://schemas.openxmlformats.org/drawingml/2006/main"/>
          <a:ln xmlns:a="http://schemas.openxmlformats.org/drawingml/2006/main" w="19050">
            <a:solidFill>
              <a:srgbClr val="26847D"/>
            </a:solidFill>
            <a:prstDash val="solid"/>
          </a:ln>
        </p:spPr>
      </p:sp>
      <p:sp>
        <p:nvSpPr>
          <p:cNvPr id="223" name="03_PREDICTIONS__wind_6_6_head">
            <a:extLst xmlns:a="http://schemas.openxmlformats.org/drawingml/2006/main">
              <a:ext uri="{FF2B5EF4-FFF2-40B4-BE49-F238E27FC236}">
                <a16:creationId xmlns:a16="http://schemas.microsoft.com/office/drawing/2014/main" id="{4E03A6D9-7DAE-4FF9-8D51-9228D2B3300B}"/>
              </a:ext>
            </a:extLst>
          </p:cNvPr>
          <p:cNvSpPr>
            <a:spLocks xmlns:a="http://schemas.openxmlformats.org/drawingml/2006/main" noGrp="1"/>
          </p:cNvSpPr>
          <p:nvPr/>
        </p:nvSpPr>
        <p:spPr>
          <a:xfrm xmlns:a="http://schemas.openxmlformats.org/drawingml/2006/main" rot="0" flipH="0" flipV="0">
            <a:off x="2198513" y="6264087"/>
            <a:ext cx="59864" cy="57224"/>
          </a:xfrm>
          <a:custGeom xmlns:a="http://schemas.openxmlformats.org/drawingml/2006/main">
            <a:rect l="0" t="0" r="0" b="0"/>
            <a:pathLst>
              <a:path w="54422" h="52022">
                <a:moveTo>
                  <a:pt x="0" y="52022"/>
                </a:moveTo>
                <a:lnTo>
                  <a:pt x="54422" y="34576"/>
                </a:lnTo>
                <a:lnTo>
                  <a:pt x="8918" y="0"/>
                </a:lnTo>
              </a:path>
            </a:pathLst>
          </a:custGeom>
          <a:noFill xmlns:a="http://schemas.openxmlformats.org/drawingml/2006/main"/>
          <a:ln xmlns:a="http://schemas.openxmlformats.org/drawingml/2006/main" w="19050">
            <a:solidFill>
              <a:srgbClr val="26847D"/>
            </a:solidFill>
            <a:prstDash val="solid"/>
          </a:ln>
        </p:spPr>
      </p:sp>
      <p:sp>
        <p:nvSpPr>
          <p:cNvPr id="224" name="03_PREDICTIONS__wind_6_8">
            <a:extLst xmlns:a="http://schemas.openxmlformats.org/drawingml/2006/main">
              <a:ext uri="{FF2B5EF4-FFF2-40B4-BE49-F238E27FC236}">
                <a16:creationId xmlns:a16="http://schemas.microsoft.com/office/drawing/2014/main" id="{B996F1A5-56B9-4374-A7E4-BA3F4018A0C2}"/>
              </a:ext>
            </a:extLst>
          </p:cNvPr>
          <p:cNvSpPr>
            <a:spLocks xmlns:a="http://schemas.openxmlformats.org/drawingml/2006/main" noGrp="1"/>
          </p:cNvSpPr>
          <p:nvPr/>
        </p:nvSpPr>
        <p:spPr>
          <a:xfrm xmlns:a="http://schemas.openxmlformats.org/drawingml/2006/main" rot="0" flipH="0" flipV="0">
            <a:off x="2593658" y="6276975"/>
            <a:ext cx="146685" cy="25146"/>
          </a:xfrm>
          <a:custGeom xmlns:a="http://schemas.openxmlformats.org/drawingml/2006/main">
            <a:rect l="0" t="0" r="0" b="0"/>
            <a:pathLst>
              <a:path w="133350" h="22860">
                <a:moveTo>
                  <a:pt x="0" y="0"/>
                </a:moveTo>
                <a:lnTo>
                  <a:pt x="133350" y="22860"/>
                </a:lnTo>
              </a:path>
            </a:pathLst>
          </a:custGeom>
          <a:noFill xmlns:a="http://schemas.openxmlformats.org/drawingml/2006/main"/>
          <a:ln xmlns:a="http://schemas.openxmlformats.org/drawingml/2006/main" w="19050">
            <a:solidFill>
              <a:srgbClr val="26847D"/>
            </a:solidFill>
            <a:prstDash val="solid"/>
          </a:ln>
        </p:spPr>
      </p:sp>
      <p:sp>
        <p:nvSpPr>
          <p:cNvPr id="225" name="03_PREDICTIONS__wind_6_8_head">
            <a:extLst xmlns:a="http://schemas.openxmlformats.org/drawingml/2006/main">
              <a:ext uri="{FF2B5EF4-FFF2-40B4-BE49-F238E27FC236}">
                <a16:creationId xmlns:a16="http://schemas.microsoft.com/office/drawing/2014/main" id="{B5BABF15-08FE-427C-A4A0-0B0155D37063}"/>
              </a:ext>
            </a:extLst>
          </p:cNvPr>
          <p:cNvSpPr>
            <a:spLocks xmlns:a="http://schemas.openxmlformats.org/drawingml/2006/main" noGrp="1"/>
          </p:cNvSpPr>
          <p:nvPr/>
        </p:nvSpPr>
        <p:spPr>
          <a:xfrm xmlns:a="http://schemas.openxmlformats.org/drawingml/2006/main" rot="0" flipH="0" flipV="0">
            <a:off x="2680478" y="6264087"/>
            <a:ext cx="59864" cy="57224"/>
          </a:xfrm>
          <a:custGeom xmlns:a="http://schemas.openxmlformats.org/drawingml/2006/main">
            <a:rect l="0" t="0" r="0" b="0"/>
            <a:pathLst>
              <a:path w="54422" h="52022">
                <a:moveTo>
                  <a:pt x="0" y="52022"/>
                </a:moveTo>
                <a:lnTo>
                  <a:pt x="54422" y="34576"/>
                </a:lnTo>
                <a:lnTo>
                  <a:pt x="8918" y="0"/>
                </a:lnTo>
              </a:path>
            </a:pathLst>
          </a:custGeom>
          <a:noFill xmlns:a="http://schemas.openxmlformats.org/drawingml/2006/main"/>
          <a:ln xmlns:a="http://schemas.openxmlformats.org/drawingml/2006/main" w="19050">
            <a:solidFill>
              <a:srgbClr val="26847D"/>
            </a:solidFill>
            <a:prstDash val="solid"/>
          </a:ln>
        </p:spPr>
      </p:sp>
      <p:sp>
        <p:nvSpPr>
          <p:cNvPr id="532" name="04_COMPARISON__source_distribution_r0c0">
            <a:extLst xmlns:a="http://schemas.openxmlformats.org/drawingml/2006/main">
              <a:ext uri="{FF2B5EF4-FFF2-40B4-BE49-F238E27FC236}">
                <a16:creationId xmlns:a16="http://schemas.microsoft.com/office/drawing/2014/main" id="{E93B3639-0D31-4B6C-BD38-35C119C3702D}"/>
              </a:ext>
            </a:extLst>
          </p:cNvPr>
          <p:cNvSpPr>
            <a:spLocks xmlns:a="http://schemas.openxmlformats.org/drawingml/2006/main" noGrp="1"/>
          </p:cNvSpPr>
          <p:nvPr/>
        </p:nvSpPr>
        <p:spPr>
          <a:xfrm xmlns:a="http://schemas.openxmlformats.org/drawingml/2006/main" rot="0" flipH="0" flipV="0">
            <a:off x="7000875" y="6238875"/>
            <a:ext cx="167640" cy="167640"/>
          </a:xfrm>
          <a:prstGeom xmlns:a="http://schemas.openxmlformats.org/drawingml/2006/main" prst="rect">
            <a:avLst/>
          </a:prstGeom>
          <a:solidFill xmlns:a="http://schemas.openxmlformats.org/drawingml/2006/main">
            <a:srgbClr val="F2F4F6"/>
          </a:solidFill>
          <a:ln xmlns:a="http://schemas.openxmlformats.org/drawingml/2006/main" w="7620">
            <a:solidFill>
              <a:srgbClr val="FFFFFF"/>
            </a:solidFill>
          </a:ln>
        </p:spPr>
      </p:sp>
      <p:sp>
        <p:nvSpPr>
          <p:cNvPr id="533" name="04_COMPARISON__source_distribution_r0c1">
            <a:extLst xmlns:a="http://schemas.openxmlformats.org/drawingml/2006/main">
              <a:ext uri="{FF2B5EF4-FFF2-40B4-BE49-F238E27FC236}">
                <a16:creationId xmlns:a16="http://schemas.microsoft.com/office/drawing/2014/main" id="{B129C47F-7543-47C8-BB00-F9DF99E85479}"/>
              </a:ext>
            </a:extLst>
          </p:cNvPr>
          <p:cNvSpPr>
            <a:spLocks xmlns:a="http://schemas.openxmlformats.org/drawingml/2006/main" noGrp="1"/>
          </p:cNvSpPr>
          <p:nvPr/>
        </p:nvSpPr>
        <p:spPr>
          <a:xfrm xmlns:a="http://schemas.openxmlformats.org/drawingml/2006/main" rot="0" flipH="0" flipV="0">
            <a:off x="7168515" y="6238875"/>
            <a:ext cx="167640" cy="167640"/>
          </a:xfrm>
          <a:prstGeom xmlns:a="http://schemas.openxmlformats.org/drawingml/2006/main" prst="rect">
            <a:avLst/>
          </a:prstGeom>
          <a:solidFill xmlns:a="http://schemas.openxmlformats.org/drawingml/2006/main">
            <a:srgbClr val="F2F4F6"/>
          </a:solidFill>
          <a:ln xmlns:a="http://schemas.openxmlformats.org/drawingml/2006/main" w="7620">
            <a:solidFill>
              <a:srgbClr val="FFFFFF"/>
            </a:solidFill>
          </a:ln>
        </p:spPr>
      </p:sp>
      <p:sp>
        <p:nvSpPr>
          <p:cNvPr id="534" name="04_COMPARISON__source_distribution_r0c2">
            <a:extLst xmlns:a="http://schemas.openxmlformats.org/drawingml/2006/main">
              <a:ext uri="{FF2B5EF4-FFF2-40B4-BE49-F238E27FC236}">
                <a16:creationId xmlns:a16="http://schemas.microsoft.com/office/drawing/2014/main" id="{9E959340-CC4B-4115-9190-6834AE140702}"/>
              </a:ext>
            </a:extLst>
          </p:cNvPr>
          <p:cNvSpPr>
            <a:spLocks xmlns:a="http://schemas.openxmlformats.org/drawingml/2006/main" noGrp="1"/>
          </p:cNvSpPr>
          <p:nvPr/>
        </p:nvSpPr>
        <p:spPr>
          <a:xfrm xmlns:a="http://schemas.openxmlformats.org/drawingml/2006/main" rot="0" flipH="0" flipV="0">
            <a:off x="7336155" y="6238875"/>
            <a:ext cx="167640" cy="167640"/>
          </a:xfrm>
          <a:prstGeom xmlns:a="http://schemas.openxmlformats.org/drawingml/2006/main" prst="rect">
            <a:avLst/>
          </a:prstGeom>
          <a:solidFill xmlns:a="http://schemas.openxmlformats.org/drawingml/2006/main">
            <a:srgbClr val="F2F4F6"/>
          </a:solidFill>
          <a:ln xmlns:a="http://schemas.openxmlformats.org/drawingml/2006/main" w="7620">
            <a:solidFill>
              <a:srgbClr val="FFFFFF"/>
            </a:solidFill>
          </a:ln>
        </p:spPr>
      </p:sp>
      <p:sp>
        <p:nvSpPr>
          <p:cNvPr id="535" name="04_COMPARISON__source_distribution_r0c3">
            <a:extLst xmlns:a="http://schemas.openxmlformats.org/drawingml/2006/main">
              <a:ext uri="{FF2B5EF4-FFF2-40B4-BE49-F238E27FC236}">
                <a16:creationId xmlns:a16="http://schemas.microsoft.com/office/drawing/2014/main" id="{A3B01B54-8511-46A9-A1D2-771BFF9DF625}"/>
              </a:ext>
            </a:extLst>
          </p:cNvPr>
          <p:cNvSpPr>
            <a:spLocks xmlns:a="http://schemas.openxmlformats.org/drawingml/2006/main" noGrp="1"/>
          </p:cNvSpPr>
          <p:nvPr/>
        </p:nvSpPr>
        <p:spPr>
          <a:xfrm xmlns:a="http://schemas.openxmlformats.org/drawingml/2006/main" rot="0" flipH="0" flipV="0">
            <a:off x="7503795" y="6238875"/>
            <a:ext cx="167640" cy="167640"/>
          </a:xfrm>
          <a:prstGeom xmlns:a="http://schemas.openxmlformats.org/drawingml/2006/main" prst="rect">
            <a:avLst/>
          </a:prstGeom>
          <a:solidFill xmlns:a="http://schemas.openxmlformats.org/drawingml/2006/main">
            <a:srgbClr val="F2F4F6"/>
          </a:solidFill>
          <a:ln xmlns:a="http://schemas.openxmlformats.org/drawingml/2006/main" w="7620">
            <a:solidFill>
              <a:srgbClr val="FFFFFF"/>
            </a:solidFill>
          </a:ln>
        </p:spPr>
      </p:sp>
      <p:sp>
        <p:nvSpPr>
          <p:cNvPr id="536" name="04_COMPARISON__source_distribution_r0c4">
            <a:extLst xmlns:a="http://schemas.openxmlformats.org/drawingml/2006/main">
              <a:ext uri="{FF2B5EF4-FFF2-40B4-BE49-F238E27FC236}">
                <a16:creationId xmlns:a16="http://schemas.microsoft.com/office/drawing/2014/main" id="{91BCC17C-B766-41C1-A4FF-130E0539C303}"/>
              </a:ext>
            </a:extLst>
          </p:cNvPr>
          <p:cNvSpPr>
            <a:spLocks xmlns:a="http://schemas.openxmlformats.org/drawingml/2006/main" noGrp="1"/>
          </p:cNvSpPr>
          <p:nvPr/>
        </p:nvSpPr>
        <p:spPr>
          <a:xfrm xmlns:a="http://schemas.openxmlformats.org/drawingml/2006/main" rot="0" flipH="0" flipV="0">
            <a:off x="7671435" y="6238875"/>
            <a:ext cx="167640" cy="167640"/>
          </a:xfrm>
          <a:prstGeom xmlns:a="http://schemas.openxmlformats.org/drawingml/2006/main" prst="rect">
            <a:avLst/>
          </a:prstGeom>
          <a:solidFill xmlns:a="http://schemas.openxmlformats.org/drawingml/2006/main">
            <a:srgbClr val="606C73"/>
          </a:solidFill>
          <a:ln xmlns:a="http://schemas.openxmlformats.org/drawingml/2006/main" w="7620">
            <a:solidFill>
              <a:srgbClr val="FFFFFF"/>
            </a:solidFill>
          </a:ln>
        </p:spPr>
      </p:sp>
      <p:sp>
        <p:nvSpPr>
          <p:cNvPr id="537" name="04_COMPARISON__source_distribution_r0c5">
            <a:extLst xmlns:a="http://schemas.openxmlformats.org/drawingml/2006/main">
              <a:ext uri="{FF2B5EF4-FFF2-40B4-BE49-F238E27FC236}">
                <a16:creationId xmlns:a16="http://schemas.microsoft.com/office/drawing/2014/main" id="{2068936C-0C77-4E1C-8633-8913482BD16F}"/>
              </a:ext>
            </a:extLst>
          </p:cNvPr>
          <p:cNvSpPr>
            <a:spLocks xmlns:a="http://schemas.openxmlformats.org/drawingml/2006/main" noGrp="1"/>
          </p:cNvSpPr>
          <p:nvPr/>
        </p:nvSpPr>
        <p:spPr>
          <a:xfrm xmlns:a="http://schemas.openxmlformats.org/drawingml/2006/main" rot="0" flipH="0" flipV="0">
            <a:off x="7839075" y="6238875"/>
            <a:ext cx="167640" cy="167640"/>
          </a:xfrm>
          <a:prstGeom xmlns:a="http://schemas.openxmlformats.org/drawingml/2006/main" prst="rect">
            <a:avLst/>
          </a:prstGeom>
          <a:solidFill xmlns:a="http://schemas.openxmlformats.org/drawingml/2006/main">
            <a:srgbClr val="F2F4F6"/>
          </a:solidFill>
          <a:ln xmlns:a="http://schemas.openxmlformats.org/drawingml/2006/main" w="7620">
            <a:solidFill>
              <a:srgbClr val="FFFFFF"/>
            </a:solidFill>
          </a:ln>
        </p:spPr>
      </p:sp>
      <p:sp>
        <p:nvSpPr>
          <p:cNvPr id="538" name="04_COMPARISON__source_distribution_r0c6">
            <a:extLst xmlns:a="http://schemas.openxmlformats.org/drawingml/2006/main">
              <a:ext uri="{FF2B5EF4-FFF2-40B4-BE49-F238E27FC236}">
                <a16:creationId xmlns:a16="http://schemas.microsoft.com/office/drawing/2014/main" id="{EC2DE8A6-598F-4FA7-B254-E0CA0AB0757E}"/>
              </a:ext>
            </a:extLst>
          </p:cNvPr>
          <p:cNvSpPr>
            <a:spLocks xmlns:a="http://schemas.openxmlformats.org/drawingml/2006/main" noGrp="1"/>
          </p:cNvSpPr>
          <p:nvPr/>
        </p:nvSpPr>
        <p:spPr>
          <a:xfrm xmlns:a="http://schemas.openxmlformats.org/drawingml/2006/main" rot="0" flipH="0" flipV="0">
            <a:off x="8006715" y="6238875"/>
            <a:ext cx="167640" cy="167640"/>
          </a:xfrm>
          <a:prstGeom xmlns:a="http://schemas.openxmlformats.org/drawingml/2006/main" prst="rect">
            <a:avLst/>
          </a:prstGeom>
          <a:solidFill xmlns:a="http://schemas.openxmlformats.org/drawingml/2006/main">
            <a:srgbClr val="F2F4F6"/>
          </a:solidFill>
          <a:ln xmlns:a="http://schemas.openxmlformats.org/drawingml/2006/main" w="7620">
            <a:solidFill>
              <a:srgbClr val="FFFFFF"/>
            </a:solidFill>
          </a:ln>
        </p:spPr>
      </p:sp>
      <p:sp>
        <p:nvSpPr>
          <p:cNvPr id="539" name="04_COMPARISON__source_distribution_r0c7">
            <a:extLst xmlns:a="http://schemas.openxmlformats.org/drawingml/2006/main">
              <a:ext uri="{FF2B5EF4-FFF2-40B4-BE49-F238E27FC236}">
                <a16:creationId xmlns:a16="http://schemas.microsoft.com/office/drawing/2014/main" id="{6813F2C4-F64E-498C-BAA0-153C2398FBA6}"/>
              </a:ext>
            </a:extLst>
          </p:cNvPr>
          <p:cNvSpPr>
            <a:spLocks xmlns:a="http://schemas.openxmlformats.org/drawingml/2006/main" noGrp="1"/>
          </p:cNvSpPr>
          <p:nvPr/>
        </p:nvSpPr>
        <p:spPr>
          <a:xfrm xmlns:a="http://schemas.openxmlformats.org/drawingml/2006/main" rot="0" flipH="0" flipV="0">
            <a:off x="8174355" y="6238875"/>
            <a:ext cx="167640" cy="167640"/>
          </a:xfrm>
          <a:prstGeom xmlns:a="http://schemas.openxmlformats.org/drawingml/2006/main" prst="rect">
            <a:avLst/>
          </a:prstGeom>
          <a:solidFill xmlns:a="http://schemas.openxmlformats.org/drawingml/2006/main">
            <a:srgbClr val="F2F4F6"/>
          </a:solidFill>
          <a:ln xmlns:a="http://schemas.openxmlformats.org/drawingml/2006/main" w="7620">
            <a:solidFill>
              <a:srgbClr val="FFFFFF"/>
            </a:solidFill>
          </a:ln>
        </p:spPr>
      </p:sp>
      <p:sp>
        <p:nvSpPr>
          <p:cNvPr id="540" name="04_COMPARISON__source_distribution_r0c8">
            <a:extLst xmlns:a="http://schemas.openxmlformats.org/drawingml/2006/main">
              <a:ext uri="{FF2B5EF4-FFF2-40B4-BE49-F238E27FC236}">
                <a16:creationId xmlns:a16="http://schemas.microsoft.com/office/drawing/2014/main" id="{C71905C5-B032-46C8-8E3E-AE5470D24831}"/>
              </a:ext>
            </a:extLst>
          </p:cNvPr>
          <p:cNvSpPr>
            <a:spLocks xmlns:a="http://schemas.openxmlformats.org/drawingml/2006/main" noGrp="1"/>
          </p:cNvSpPr>
          <p:nvPr/>
        </p:nvSpPr>
        <p:spPr>
          <a:xfrm xmlns:a="http://schemas.openxmlformats.org/drawingml/2006/main" rot="0" flipH="0" flipV="0">
            <a:off x="8341995" y="6238875"/>
            <a:ext cx="167640" cy="167640"/>
          </a:xfrm>
          <a:prstGeom xmlns:a="http://schemas.openxmlformats.org/drawingml/2006/main" prst="rect">
            <a:avLst/>
          </a:prstGeom>
          <a:solidFill xmlns:a="http://schemas.openxmlformats.org/drawingml/2006/main">
            <a:srgbClr val="F2F4F6"/>
          </a:solidFill>
          <a:ln xmlns:a="http://schemas.openxmlformats.org/drawingml/2006/main" w="7620">
            <a:solidFill>
              <a:srgbClr val="FFFFFF"/>
            </a:solidFill>
          </a:ln>
        </p:spPr>
      </p:sp>
      <p:sp>
        <p:nvSpPr>
          <p:cNvPr id="541" name="04_COMPARISON__source_distribution_r0c9">
            <a:extLst xmlns:a="http://schemas.openxmlformats.org/drawingml/2006/main">
              <a:ext uri="{FF2B5EF4-FFF2-40B4-BE49-F238E27FC236}">
                <a16:creationId xmlns:a16="http://schemas.microsoft.com/office/drawing/2014/main" id="{8923D4D4-21A5-464D-B28A-EE33CA02E00D}"/>
              </a:ext>
            </a:extLst>
          </p:cNvPr>
          <p:cNvSpPr>
            <a:spLocks xmlns:a="http://schemas.openxmlformats.org/drawingml/2006/main" noGrp="1"/>
          </p:cNvSpPr>
          <p:nvPr/>
        </p:nvSpPr>
        <p:spPr>
          <a:xfrm xmlns:a="http://schemas.openxmlformats.org/drawingml/2006/main" rot="0" flipH="0" flipV="0">
            <a:off x="8509635" y="6238875"/>
            <a:ext cx="167640" cy="167640"/>
          </a:xfrm>
          <a:prstGeom xmlns:a="http://schemas.openxmlformats.org/drawingml/2006/main" prst="rect">
            <a:avLst/>
          </a:prstGeom>
          <a:solidFill xmlns:a="http://schemas.openxmlformats.org/drawingml/2006/main">
            <a:srgbClr val="F2F4F6"/>
          </a:solidFill>
          <a:ln xmlns:a="http://schemas.openxmlformats.org/drawingml/2006/main" w="7620">
            <a:solidFill>
              <a:srgbClr val="FFFFFF"/>
            </a:solidFill>
          </a:ln>
        </p:spPr>
      </p:sp>
      <p:sp>
        <p:nvSpPr>
          <p:cNvPr id="542" name="04_COMPARISON__source_distribution_r1c0">
            <a:extLst xmlns:a="http://schemas.openxmlformats.org/drawingml/2006/main">
              <a:ext uri="{FF2B5EF4-FFF2-40B4-BE49-F238E27FC236}">
                <a16:creationId xmlns:a16="http://schemas.microsoft.com/office/drawing/2014/main" id="{DAAE465D-08D6-4EAE-BC7C-AD454A88A9D9}"/>
              </a:ext>
            </a:extLst>
          </p:cNvPr>
          <p:cNvSpPr>
            <a:spLocks xmlns:a="http://schemas.openxmlformats.org/drawingml/2006/main" noGrp="1"/>
          </p:cNvSpPr>
          <p:nvPr/>
        </p:nvSpPr>
        <p:spPr>
          <a:xfrm xmlns:a="http://schemas.openxmlformats.org/drawingml/2006/main" rot="0" flipH="0" flipV="0">
            <a:off x="7000875" y="6406515"/>
            <a:ext cx="167640" cy="167640"/>
          </a:xfrm>
          <a:prstGeom xmlns:a="http://schemas.openxmlformats.org/drawingml/2006/main" prst="rect">
            <a:avLst/>
          </a:prstGeom>
          <a:solidFill xmlns:a="http://schemas.openxmlformats.org/drawingml/2006/main">
            <a:srgbClr val="F1F3F5"/>
          </a:solidFill>
          <a:ln xmlns:a="http://schemas.openxmlformats.org/drawingml/2006/main" w="7620">
            <a:solidFill>
              <a:srgbClr val="FFFFFF"/>
            </a:solidFill>
          </a:ln>
        </p:spPr>
      </p:sp>
      <p:sp>
        <p:nvSpPr>
          <p:cNvPr id="543" name="04_COMPARISON__source_distribution_r1c1">
            <a:extLst xmlns:a="http://schemas.openxmlformats.org/drawingml/2006/main">
              <a:ext uri="{FF2B5EF4-FFF2-40B4-BE49-F238E27FC236}">
                <a16:creationId xmlns:a16="http://schemas.microsoft.com/office/drawing/2014/main" id="{2B6F18AE-071D-435D-8923-7BE99ED8E526}"/>
              </a:ext>
            </a:extLst>
          </p:cNvPr>
          <p:cNvSpPr>
            <a:spLocks xmlns:a="http://schemas.openxmlformats.org/drawingml/2006/main" noGrp="1"/>
          </p:cNvSpPr>
          <p:nvPr/>
        </p:nvSpPr>
        <p:spPr>
          <a:xfrm xmlns:a="http://schemas.openxmlformats.org/drawingml/2006/main" rot="0" flipH="0" flipV="0">
            <a:off x="7168515" y="6406515"/>
            <a:ext cx="167640" cy="167640"/>
          </a:xfrm>
          <a:prstGeom xmlns:a="http://schemas.openxmlformats.org/drawingml/2006/main" prst="rect">
            <a:avLst/>
          </a:prstGeom>
          <a:solidFill xmlns:a="http://schemas.openxmlformats.org/drawingml/2006/main">
            <a:srgbClr val="EFF1F3"/>
          </a:solidFill>
          <a:ln xmlns:a="http://schemas.openxmlformats.org/drawingml/2006/main" w="7620">
            <a:solidFill>
              <a:srgbClr val="FFFFFF"/>
            </a:solidFill>
          </a:ln>
        </p:spPr>
      </p:sp>
      <p:sp>
        <p:nvSpPr>
          <p:cNvPr id="544" name="04_COMPARISON__source_distribution_r1c2">
            <a:extLst xmlns:a="http://schemas.openxmlformats.org/drawingml/2006/main">
              <a:ext uri="{FF2B5EF4-FFF2-40B4-BE49-F238E27FC236}">
                <a16:creationId xmlns:a16="http://schemas.microsoft.com/office/drawing/2014/main" id="{8934D55B-1C9B-4F94-8355-263FFDB05561}"/>
              </a:ext>
            </a:extLst>
          </p:cNvPr>
          <p:cNvSpPr>
            <a:spLocks xmlns:a="http://schemas.openxmlformats.org/drawingml/2006/main" noGrp="1"/>
          </p:cNvSpPr>
          <p:nvPr/>
        </p:nvSpPr>
        <p:spPr>
          <a:xfrm xmlns:a="http://schemas.openxmlformats.org/drawingml/2006/main" rot="0" flipH="0" flipV="0">
            <a:off x="7336155" y="6406515"/>
            <a:ext cx="167640" cy="167640"/>
          </a:xfrm>
          <a:prstGeom xmlns:a="http://schemas.openxmlformats.org/drawingml/2006/main" prst="rect">
            <a:avLst/>
          </a:prstGeom>
          <a:solidFill xmlns:a="http://schemas.openxmlformats.org/drawingml/2006/main">
            <a:srgbClr val="EEEFF2"/>
          </a:solidFill>
          <a:ln xmlns:a="http://schemas.openxmlformats.org/drawingml/2006/main" w="7620">
            <a:solidFill>
              <a:srgbClr val="FFFFFF"/>
            </a:solidFill>
          </a:ln>
        </p:spPr>
      </p:sp>
      <p:sp>
        <p:nvSpPr>
          <p:cNvPr id="545" name="04_COMPARISON__source_distribution_r1c3">
            <a:extLst xmlns:a="http://schemas.openxmlformats.org/drawingml/2006/main">
              <a:ext uri="{FF2B5EF4-FFF2-40B4-BE49-F238E27FC236}">
                <a16:creationId xmlns:a16="http://schemas.microsoft.com/office/drawing/2014/main" id="{0762DA4D-18BB-43D3-9CC0-208B82C026B0}"/>
              </a:ext>
            </a:extLst>
          </p:cNvPr>
          <p:cNvSpPr>
            <a:spLocks xmlns:a="http://schemas.openxmlformats.org/drawingml/2006/main" noGrp="1"/>
          </p:cNvSpPr>
          <p:nvPr/>
        </p:nvSpPr>
        <p:spPr>
          <a:xfrm xmlns:a="http://schemas.openxmlformats.org/drawingml/2006/main" rot="0" flipH="0" flipV="0">
            <a:off x="7503795" y="6406515"/>
            <a:ext cx="167640" cy="167640"/>
          </a:xfrm>
          <a:prstGeom xmlns:a="http://schemas.openxmlformats.org/drawingml/2006/main" prst="rect">
            <a:avLst/>
          </a:prstGeom>
          <a:solidFill xmlns:a="http://schemas.openxmlformats.org/drawingml/2006/main">
            <a:srgbClr val="EFF1F3"/>
          </a:solidFill>
          <a:ln xmlns:a="http://schemas.openxmlformats.org/drawingml/2006/main" w="7620">
            <a:solidFill>
              <a:srgbClr val="FFFFFF"/>
            </a:solidFill>
          </a:ln>
        </p:spPr>
      </p:sp>
      <p:sp>
        <p:nvSpPr>
          <p:cNvPr id="546" name="04_COMPARISON__source_distribution_r1c4">
            <a:extLst xmlns:a="http://schemas.openxmlformats.org/drawingml/2006/main">
              <a:ext uri="{FF2B5EF4-FFF2-40B4-BE49-F238E27FC236}">
                <a16:creationId xmlns:a16="http://schemas.microsoft.com/office/drawing/2014/main" id="{7EE44716-BD74-4FD0-84DC-CF2975FF79F6}"/>
              </a:ext>
            </a:extLst>
          </p:cNvPr>
          <p:cNvSpPr>
            <a:spLocks xmlns:a="http://schemas.openxmlformats.org/drawingml/2006/main" noGrp="1"/>
          </p:cNvSpPr>
          <p:nvPr/>
        </p:nvSpPr>
        <p:spPr>
          <a:xfrm xmlns:a="http://schemas.openxmlformats.org/drawingml/2006/main" rot="0" flipH="0" flipV="0">
            <a:off x="7671435" y="6406515"/>
            <a:ext cx="167640" cy="167640"/>
          </a:xfrm>
          <a:prstGeom xmlns:a="http://schemas.openxmlformats.org/drawingml/2006/main" prst="rect">
            <a:avLst/>
          </a:prstGeom>
          <a:solidFill xmlns:a="http://schemas.openxmlformats.org/drawingml/2006/main">
            <a:srgbClr val="606C73"/>
          </a:solidFill>
          <a:ln xmlns:a="http://schemas.openxmlformats.org/drawingml/2006/main" w="7620">
            <a:solidFill>
              <a:srgbClr val="FFFFFF"/>
            </a:solidFill>
          </a:ln>
        </p:spPr>
      </p:sp>
      <p:sp>
        <p:nvSpPr>
          <p:cNvPr id="547" name="04_COMPARISON__source_distribution_r1c5">
            <a:extLst xmlns:a="http://schemas.openxmlformats.org/drawingml/2006/main">
              <a:ext uri="{FF2B5EF4-FFF2-40B4-BE49-F238E27FC236}">
                <a16:creationId xmlns:a16="http://schemas.microsoft.com/office/drawing/2014/main" id="{B5428DB1-2FF7-467E-BC7F-09A2B8666A9A}"/>
              </a:ext>
            </a:extLst>
          </p:cNvPr>
          <p:cNvSpPr>
            <a:spLocks xmlns:a="http://schemas.openxmlformats.org/drawingml/2006/main" noGrp="1"/>
          </p:cNvSpPr>
          <p:nvPr/>
        </p:nvSpPr>
        <p:spPr>
          <a:xfrm xmlns:a="http://schemas.openxmlformats.org/drawingml/2006/main" rot="0" flipH="0" flipV="0">
            <a:off x="7839075" y="6406515"/>
            <a:ext cx="167640" cy="167640"/>
          </a:xfrm>
          <a:prstGeom xmlns:a="http://schemas.openxmlformats.org/drawingml/2006/main" prst="rect">
            <a:avLst/>
          </a:prstGeom>
          <a:solidFill xmlns:a="http://schemas.openxmlformats.org/drawingml/2006/main">
            <a:srgbClr val="F2F4F6"/>
          </a:solidFill>
          <a:ln xmlns:a="http://schemas.openxmlformats.org/drawingml/2006/main" w="7620">
            <a:solidFill>
              <a:srgbClr val="FFFFFF"/>
            </a:solidFill>
          </a:ln>
        </p:spPr>
      </p:sp>
      <p:sp>
        <p:nvSpPr>
          <p:cNvPr id="548" name="04_COMPARISON__source_distribution_r1c6">
            <a:extLst xmlns:a="http://schemas.openxmlformats.org/drawingml/2006/main">
              <a:ext uri="{FF2B5EF4-FFF2-40B4-BE49-F238E27FC236}">
                <a16:creationId xmlns:a16="http://schemas.microsoft.com/office/drawing/2014/main" id="{B13C0879-0572-42D3-8D2A-208EAAF1F0A6}"/>
              </a:ext>
            </a:extLst>
          </p:cNvPr>
          <p:cNvSpPr>
            <a:spLocks xmlns:a="http://schemas.openxmlformats.org/drawingml/2006/main" noGrp="1"/>
          </p:cNvSpPr>
          <p:nvPr/>
        </p:nvSpPr>
        <p:spPr>
          <a:xfrm xmlns:a="http://schemas.openxmlformats.org/drawingml/2006/main" rot="0" flipH="0" flipV="0">
            <a:off x="8006715" y="6406515"/>
            <a:ext cx="167640" cy="167640"/>
          </a:xfrm>
          <a:prstGeom xmlns:a="http://schemas.openxmlformats.org/drawingml/2006/main" prst="rect">
            <a:avLst/>
          </a:prstGeom>
          <a:solidFill xmlns:a="http://schemas.openxmlformats.org/drawingml/2006/main">
            <a:srgbClr val="F2F4F6"/>
          </a:solidFill>
          <a:ln xmlns:a="http://schemas.openxmlformats.org/drawingml/2006/main" w="7620">
            <a:solidFill>
              <a:srgbClr val="FFFFFF"/>
            </a:solidFill>
          </a:ln>
        </p:spPr>
      </p:sp>
      <p:sp>
        <p:nvSpPr>
          <p:cNvPr id="549" name="04_COMPARISON__source_distribution_r1c7">
            <a:extLst xmlns:a="http://schemas.openxmlformats.org/drawingml/2006/main">
              <a:ext uri="{FF2B5EF4-FFF2-40B4-BE49-F238E27FC236}">
                <a16:creationId xmlns:a16="http://schemas.microsoft.com/office/drawing/2014/main" id="{51E50427-9E87-43CC-8559-1715B6E8B867}"/>
              </a:ext>
            </a:extLst>
          </p:cNvPr>
          <p:cNvSpPr>
            <a:spLocks xmlns:a="http://schemas.openxmlformats.org/drawingml/2006/main" noGrp="1"/>
          </p:cNvSpPr>
          <p:nvPr/>
        </p:nvSpPr>
        <p:spPr>
          <a:xfrm xmlns:a="http://schemas.openxmlformats.org/drawingml/2006/main" rot="0" flipH="0" flipV="0">
            <a:off x="8174355" y="6406515"/>
            <a:ext cx="167640" cy="167640"/>
          </a:xfrm>
          <a:prstGeom xmlns:a="http://schemas.openxmlformats.org/drawingml/2006/main" prst="rect">
            <a:avLst/>
          </a:prstGeom>
          <a:solidFill xmlns:a="http://schemas.openxmlformats.org/drawingml/2006/main">
            <a:srgbClr val="F2F4F6"/>
          </a:solidFill>
          <a:ln xmlns:a="http://schemas.openxmlformats.org/drawingml/2006/main" w="7620">
            <a:solidFill>
              <a:srgbClr val="FFFFFF"/>
            </a:solidFill>
          </a:ln>
        </p:spPr>
      </p:sp>
      <p:sp>
        <p:nvSpPr>
          <p:cNvPr id="550" name="04_COMPARISON__source_distribution_r1c8">
            <a:extLst xmlns:a="http://schemas.openxmlformats.org/drawingml/2006/main">
              <a:ext uri="{FF2B5EF4-FFF2-40B4-BE49-F238E27FC236}">
                <a16:creationId xmlns:a16="http://schemas.microsoft.com/office/drawing/2014/main" id="{16211D6B-9367-4E10-902C-F61038DDA074}"/>
              </a:ext>
            </a:extLst>
          </p:cNvPr>
          <p:cNvSpPr>
            <a:spLocks xmlns:a="http://schemas.openxmlformats.org/drawingml/2006/main" noGrp="1"/>
          </p:cNvSpPr>
          <p:nvPr/>
        </p:nvSpPr>
        <p:spPr>
          <a:xfrm xmlns:a="http://schemas.openxmlformats.org/drawingml/2006/main" rot="0" flipH="0" flipV="0">
            <a:off x="8341995" y="6406515"/>
            <a:ext cx="167640" cy="167640"/>
          </a:xfrm>
          <a:prstGeom xmlns:a="http://schemas.openxmlformats.org/drawingml/2006/main" prst="rect">
            <a:avLst/>
          </a:prstGeom>
          <a:solidFill xmlns:a="http://schemas.openxmlformats.org/drawingml/2006/main">
            <a:srgbClr val="F2F4F6"/>
          </a:solidFill>
          <a:ln xmlns:a="http://schemas.openxmlformats.org/drawingml/2006/main" w="7620">
            <a:solidFill>
              <a:srgbClr val="FFFFFF"/>
            </a:solidFill>
          </a:ln>
        </p:spPr>
      </p:sp>
      <p:sp>
        <p:nvSpPr>
          <p:cNvPr id="551" name="04_COMPARISON__source_distribution_r1c9">
            <a:extLst xmlns:a="http://schemas.openxmlformats.org/drawingml/2006/main">
              <a:ext uri="{FF2B5EF4-FFF2-40B4-BE49-F238E27FC236}">
                <a16:creationId xmlns:a16="http://schemas.microsoft.com/office/drawing/2014/main" id="{F87C5254-8403-4ED0-997E-582A733FEEC2}"/>
              </a:ext>
            </a:extLst>
          </p:cNvPr>
          <p:cNvSpPr>
            <a:spLocks xmlns:a="http://schemas.openxmlformats.org/drawingml/2006/main" noGrp="1"/>
          </p:cNvSpPr>
          <p:nvPr/>
        </p:nvSpPr>
        <p:spPr>
          <a:xfrm xmlns:a="http://schemas.openxmlformats.org/drawingml/2006/main" rot="0" flipH="0" flipV="0">
            <a:off x="8509635" y="6406515"/>
            <a:ext cx="167640" cy="167640"/>
          </a:xfrm>
          <a:prstGeom xmlns:a="http://schemas.openxmlformats.org/drawingml/2006/main" prst="rect">
            <a:avLst/>
          </a:prstGeom>
          <a:solidFill xmlns:a="http://schemas.openxmlformats.org/drawingml/2006/main">
            <a:srgbClr val="F2F4F6"/>
          </a:solidFill>
          <a:ln xmlns:a="http://schemas.openxmlformats.org/drawingml/2006/main" w="7620">
            <a:solidFill>
              <a:srgbClr val="FFFFFF"/>
            </a:solidFill>
          </a:ln>
        </p:spPr>
      </p:sp>
      <p:sp>
        <p:nvSpPr>
          <p:cNvPr id="552" name="04_COMPARISON__source_distribution_r2c0">
            <a:extLst xmlns:a="http://schemas.openxmlformats.org/drawingml/2006/main">
              <a:ext uri="{FF2B5EF4-FFF2-40B4-BE49-F238E27FC236}">
                <a16:creationId xmlns:a16="http://schemas.microsoft.com/office/drawing/2014/main" id="{F2712F5D-3ABC-4474-B992-2C7BD2EC37C8}"/>
              </a:ext>
            </a:extLst>
          </p:cNvPr>
          <p:cNvSpPr>
            <a:spLocks xmlns:a="http://schemas.openxmlformats.org/drawingml/2006/main" noGrp="1"/>
          </p:cNvSpPr>
          <p:nvPr/>
        </p:nvSpPr>
        <p:spPr>
          <a:xfrm xmlns:a="http://schemas.openxmlformats.org/drawingml/2006/main" rot="0" flipH="0" flipV="0">
            <a:off x="7000875" y="6574155"/>
            <a:ext cx="167640" cy="167640"/>
          </a:xfrm>
          <a:prstGeom xmlns:a="http://schemas.openxmlformats.org/drawingml/2006/main" prst="rect">
            <a:avLst/>
          </a:prstGeom>
          <a:solidFill xmlns:a="http://schemas.openxmlformats.org/drawingml/2006/main">
            <a:srgbClr val="EAEBEF"/>
          </a:solidFill>
          <a:ln xmlns:a="http://schemas.openxmlformats.org/drawingml/2006/main" w="7620">
            <a:solidFill>
              <a:srgbClr val="FFFFFF"/>
            </a:solidFill>
          </a:ln>
        </p:spPr>
      </p:sp>
      <p:sp>
        <p:nvSpPr>
          <p:cNvPr id="553" name="04_COMPARISON__source_distribution_r2c1">
            <a:extLst xmlns:a="http://schemas.openxmlformats.org/drawingml/2006/main">
              <a:ext uri="{FF2B5EF4-FFF2-40B4-BE49-F238E27FC236}">
                <a16:creationId xmlns:a16="http://schemas.microsoft.com/office/drawing/2014/main" id="{77CE6FE7-1873-49E9-A56F-DE280ED6E735}"/>
              </a:ext>
            </a:extLst>
          </p:cNvPr>
          <p:cNvSpPr>
            <a:spLocks xmlns:a="http://schemas.openxmlformats.org/drawingml/2006/main" noGrp="1"/>
          </p:cNvSpPr>
          <p:nvPr/>
        </p:nvSpPr>
        <p:spPr>
          <a:xfrm xmlns:a="http://schemas.openxmlformats.org/drawingml/2006/main" rot="0" flipH="0" flipV="0">
            <a:off x="7168515" y="6574155"/>
            <a:ext cx="167640" cy="167640"/>
          </a:xfrm>
          <a:prstGeom xmlns:a="http://schemas.openxmlformats.org/drawingml/2006/main" prst="rect">
            <a:avLst/>
          </a:prstGeom>
          <a:solidFill xmlns:a="http://schemas.openxmlformats.org/drawingml/2006/main">
            <a:srgbClr val="D9D9E2"/>
          </a:solidFill>
          <a:ln xmlns:a="http://schemas.openxmlformats.org/drawingml/2006/main" w="7620">
            <a:solidFill>
              <a:srgbClr val="FFFFFF"/>
            </a:solidFill>
          </a:ln>
        </p:spPr>
      </p:sp>
      <p:sp>
        <p:nvSpPr>
          <p:cNvPr id="554" name="04_COMPARISON__source_distribution_r2c2">
            <a:extLst xmlns:a="http://schemas.openxmlformats.org/drawingml/2006/main">
              <a:ext uri="{FF2B5EF4-FFF2-40B4-BE49-F238E27FC236}">
                <a16:creationId xmlns:a16="http://schemas.microsoft.com/office/drawing/2014/main" id="{64875B0F-5F7A-4B19-9C76-A56471469A0D}"/>
              </a:ext>
            </a:extLst>
          </p:cNvPr>
          <p:cNvSpPr>
            <a:spLocks xmlns:a="http://schemas.openxmlformats.org/drawingml/2006/main" noGrp="1"/>
          </p:cNvSpPr>
          <p:nvPr/>
        </p:nvSpPr>
        <p:spPr>
          <a:xfrm xmlns:a="http://schemas.openxmlformats.org/drawingml/2006/main" rot="0" flipH="0" flipV="0">
            <a:off x="7336155" y="6574155"/>
            <a:ext cx="167640" cy="167640"/>
          </a:xfrm>
          <a:prstGeom xmlns:a="http://schemas.openxmlformats.org/drawingml/2006/main" prst="rect">
            <a:avLst/>
          </a:prstGeom>
          <a:solidFill xmlns:a="http://schemas.openxmlformats.org/drawingml/2006/main">
            <a:srgbClr val="CECDDA"/>
          </a:solidFill>
          <a:ln xmlns:a="http://schemas.openxmlformats.org/drawingml/2006/main" w="7620">
            <a:solidFill>
              <a:srgbClr val="FFFFFF"/>
            </a:solidFill>
          </a:ln>
        </p:spPr>
      </p:sp>
      <p:sp>
        <p:nvSpPr>
          <p:cNvPr id="555" name="04_COMPARISON__source_distribution_r2c3">
            <a:extLst xmlns:a="http://schemas.openxmlformats.org/drawingml/2006/main">
              <a:ext uri="{FF2B5EF4-FFF2-40B4-BE49-F238E27FC236}">
                <a16:creationId xmlns:a16="http://schemas.microsoft.com/office/drawing/2014/main" id="{1933B5B6-4B38-4899-A6FF-32FF0F3B21B8}"/>
              </a:ext>
            </a:extLst>
          </p:cNvPr>
          <p:cNvSpPr>
            <a:spLocks xmlns:a="http://schemas.openxmlformats.org/drawingml/2006/main" noGrp="1"/>
          </p:cNvSpPr>
          <p:nvPr/>
        </p:nvSpPr>
        <p:spPr>
          <a:xfrm xmlns:a="http://schemas.openxmlformats.org/drawingml/2006/main" rot="0" flipH="0" flipV="0">
            <a:off x="7503795" y="6574155"/>
            <a:ext cx="167640" cy="167640"/>
          </a:xfrm>
          <a:prstGeom xmlns:a="http://schemas.openxmlformats.org/drawingml/2006/main" prst="rect">
            <a:avLst/>
          </a:prstGeom>
          <a:solidFill xmlns:a="http://schemas.openxmlformats.org/drawingml/2006/main">
            <a:srgbClr val="D9D9E2"/>
          </a:solidFill>
          <a:ln xmlns:a="http://schemas.openxmlformats.org/drawingml/2006/main" w="7620">
            <a:solidFill>
              <a:srgbClr val="FFFFFF"/>
            </a:solidFill>
          </a:ln>
        </p:spPr>
      </p:sp>
      <p:sp>
        <p:nvSpPr>
          <p:cNvPr id="556" name="04_COMPARISON__source_distribution_r2c4">
            <a:extLst xmlns:a="http://schemas.openxmlformats.org/drawingml/2006/main">
              <a:ext uri="{FF2B5EF4-FFF2-40B4-BE49-F238E27FC236}">
                <a16:creationId xmlns:a16="http://schemas.microsoft.com/office/drawing/2014/main" id="{004E5169-8DAD-481D-991B-6FD8BF2A83E6}"/>
              </a:ext>
            </a:extLst>
          </p:cNvPr>
          <p:cNvSpPr>
            <a:spLocks xmlns:a="http://schemas.openxmlformats.org/drawingml/2006/main" noGrp="1"/>
          </p:cNvSpPr>
          <p:nvPr/>
        </p:nvSpPr>
        <p:spPr>
          <a:xfrm xmlns:a="http://schemas.openxmlformats.org/drawingml/2006/main" rot="0" flipH="0" flipV="0">
            <a:off x="7671435" y="6574155"/>
            <a:ext cx="167640" cy="167640"/>
          </a:xfrm>
          <a:prstGeom xmlns:a="http://schemas.openxmlformats.org/drawingml/2006/main" prst="rect">
            <a:avLst/>
          </a:prstGeom>
          <a:solidFill xmlns:a="http://schemas.openxmlformats.org/drawingml/2006/main">
            <a:srgbClr val="606C73"/>
          </a:solidFill>
          <a:ln xmlns:a="http://schemas.openxmlformats.org/drawingml/2006/main" w="7620">
            <a:solidFill>
              <a:srgbClr val="FFFFFF"/>
            </a:solidFill>
          </a:ln>
        </p:spPr>
      </p:sp>
      <p:sp>
        <p:nvSpPr>
          <p:cNvPr id="557" name="04_COMPARISON__source_distribution_r2c5">
            <a:extLst xmlns:a="http://schemas.openxmlformats.org/drawingml/2006/main">
              <a:ext uri="{FF2B5EF4-FFF2-40B4-BE49-F238E27FC236}">
                <a16:creationId xmlns:a16="http://schemas.microsoft.com/office/drawing/2014/main" id="{A87B8CDF-DCB1-4161-BDA8-C47104D7AB59}"/>
              </a:ext>
            </a:extLst>
          </p:cNvPr>
          <p:cNvSpPr>
            <a:spLocks xmlns:a="http://schemas.openxmlformats.org/drawingml/2006/main" noGrp="1"/>
          </p:cNvSpPr>
          <p:nvPr/>
        </p:nvSpPr>
        <p:spPr>
          <a:xfrm xmlns:a="http://schemas.openxmlformats.org/drawingml/2006/main" rot="0" flipH="0" flipV="0">
            <a:off x="7839075" y="6574155"/>
            <a:ext cx="167640" cy="167640"/>
          </a:xfrm>
          <a:prstGeom xmlns:a="http://schemas.openxmlformats.org/drawingml/2006/main" prst="rect">
            <a:avLst/>
          </a:prstGeom>
          <a:solidFill xmlns:a="http://schemas.openxmlformats.org/drawingml/2006/main">
            <a:srgbClr val="F1F3F5"/>
          </a:solidFill>
          <a:ln xmlns:a="http://schemas.openxmlformats.org/drawingml/2006/main" w="7620">
            <a:solidFill>
              <a:srgbClr val="FFFFFF"/>
            </a:solidFill>
          </a:ln>
        </p:spPr>
      </p:sp>
      <p:sp>
        <p:nvSpPr>
          <p:cNvPr id="558" name="04_COMPARISON__source_distribution_r2c6">
            <a:extLst xmlns:a="http://schemas.openxmlformats.org/drawingml/2006/main">
              <a:ext uri="{FF2B5EF4-FFF2-40B4-BE49-F238E27FC236}">
                <a16:creationId xmlns:a16="http://schemas.microsoft.com/office/drawing/2014/main" id="{FB6DF7EF-68C7-4A5E-ACA7-038A91FA199A}"/>
              </a:ext>
            </a:extLst>
          </p:cNvPr>
          <p:cNvSpPr>
            <a:spLocks xmlns:a="http://schemas.openxmlformats.org/drawingml/2006/main" noGrp="1"/>
          </p:cNvSpPr>
          <p:nvPr/>
        </p:nvSpPr>
        <p:spPr>
          <a:xfrm xmlns:a="http://schemas.openxmlformats.org/drawingml/2006/main" rot="0" flipH="0" flipV="0">
            <a:off x="8006715" y="6574155"/>
            <a:ext cx="167640" cy="167640"/>
          </a:xfrm>
          <a:prstGeom xmlns:a="http://schemas.openxmlformats.org/drawingml/2006/main" prst="rect">
            <a:avLst/>
          </a:prstGeom>
          <a:solidFill xmlns:a="http://schemas.openxmlformats.org/drawingml/2006/main">
            <a:srgbClr val="F2F4F6"/>
          </a:solidFill>
          <a:ln xmlns:a="http://schemas.openxmlformats.org/drawingml/2006/main" w="7620">
            <a:solidFill>
              <a:srgbClr val="FFFFFF"/>
            </a:solidFill>
          </a:ln>
        </p:spPr>
      </p:sp>
      <p:sp>
        <p:nvSpPr>
          <p:cNvPr id="559" name="04_COMPARISON__source_distribution_r2c7">
            <a:extLst xmlns:a="http://schemas.openxmlformats.org/drawingml/2006/main">
              <a:ext uri="{FF2B5EF4-FFF2-40B4-BE49-F238E27FC236}">
                <a16:creationId xmlns:a16="http://schemas.microsoft.com/office/drawing/2014/main" id="{E1293901-9AFF-4D8F-8588-B71CFED235AE}"/>
              </a:ext>
            </a:extLst>
          </p:cNvPr>
          <p:cNvSpPr>
            <a:spLocks xmlns:a="http://schemas.openxmlformats.org/drawingml/2006/main" noGrp="1"/>
          </p:cNvSpPr>
          <p:nvPr/>
        </p:nvSpPr>
        <p:spPr>
          <a:xfrm xmlns:a="http://schemas.openxmlformats.org/drawingml/2006/main" rot="0" flipH="0" flipV="0">
            <a:off x="8174355" y="6574155"/>
            <a:ext cx="167640" cy="167640"/>
          </a:xfrm>
          <a:prstGeom xmlns:a="http://schemas.openxmlformats.org/drawingml/2006/main" prst="rect">
            <a:avLst/>
          </a:prstGeom>
          <a:solidFill xmlns:a="http://schemas.openxmlformats.org/drawingml/2006/main">
            <a:srgbClr val="F2F4F6"/>
          </a:solidFill>
          <a:ln xmlns:a="http://schemas.openxmlformats.org/drawingml/2006/main" w="7620">
            <a:solidFill>
              <a:srgbClr val="FFFFFF"/>
            </a:solidFill>
          </a:ln>
        </p:spPr>
      </p:sp>
      <p:sp>
        <p:nvSpPr>
          <p:cNvPr id="560" name="04_COMPARISON__source_distribution_r2c8">
            <a:extLst xmlns:a="http://schemas.openxmlformats.org/drawingml/2006/main">
              <a:ext uri="{FF2B5EF4-FFF2-40B4-BE49-F238E27FC236}">
                <a16:creationId xmlns:a16="http://schemas.microsoft.com/office/drawing/2014/main" id="{447F7B41-A8CF-4CC6-A1BC-202B30E20B4F}"/>
              </a:ext>
            </a:extLst>
          </p:cNvPr>
          <p:cNvSpPr>
            <a:spLocks xmlns:a="http://schemas.openxmlformats.org/drawingml/2006/main" noGrp="1"/>
          </p:cNvSpPr>
          <p:nvPr/>
        </p:nvSpPr>
        <p:spPr>
          <a:xfrm xmlns:a="http://schemas.openxmlformats.org/drawingml/2006/main" rot="0" flipH="0" flipV="0">
            <a:off x="8341995" y="6574155"/>
            <a:ext cx="167640" cy="167640"/>
          </a:xfrm>
          <a:prstGeom xmlns:a="http://schemas.openxmlformats.org/drawingml/2006/main" prst="rect">
            <a:avLst/>
          </a:prstGeom>
          <a:solidFill xmlns:a="http://schemas.openxmlformats.org/drawingml/2006/main">
            <a:srgbClr val="F2F4F6"/>
          </a:solidFill>
          <a:ln xmlns:a="http://schemas.openxmlformats.org/drawingml/2006/main" w="7620">
            <a:solidFill>
              <a:srgbClr val="FFFFFF"/>
            </a:solidFill>
          </a:ln>
        </p:spPr>
      </p:sp>
      <p:sp>
        <p:nvSpPr>
          <p:cNvPr id="561" name="04_COMPARISON__source_distribution_r2c9">
            <a:extLst xmlns:a="http://schemas.openxmlformats.org/drawingml/2006/main">
              <a:ext uri="{FF2B5EF4-FFF2-40B4-BE49-F238E27FC236}">
                <a16:creationId xmlns:a16="http://schemas.microsoft.com/office/drawing/2014/main" id="{5CD883C0-642C-47A0-AC38-814E87CB514E}"/>
              </a:ext>
            </a:extLst>
          </p:cNvPr>
          <p:cNvSpPr>
            <a:spLocks xmlns:a="http://schemas.openxmlformats.org/drawingml/2006/main" noGrp="1"/>
          </p:cNvSpPr>
          <p:nvPr/>
        </p:nvSpPr>
        <p:spPr>
          <a:xfrm xmlns:a="http://schemas.openxmlformats.org/drawingml/2006/main" rot="0" flipH="0" flipV="0">
            <a:off x="8509635" y="6574155"/>
            <a:ext cx="167640" cy="167640"/>
          </a:xfrm>
          <a:prstGeom xmlns:a="http://schemas.openxmlformats.org/drawingml/2006/main" prst="rect">
            <a:avLst/>
          </a:prstGeom>
          <a:solidFill xmlns:a="http://schemas.openxmlformats.org/drawingml/2006/main">
            <a:srgbClr val="F2F4F6"/>
          </a:solidFill>
          <a:ln xmlns:a="http://schemas.openxmlformats.org/drawingml/2006/main" w="7620">
            <a:solidFill>
              <a:srgbClr val="FFFFFF"/>
            </a:solidFill>
          </a:ln>
        </p:spPr>
      </p:sp>
      <p:sp>
        <p:nvSpPr>
          <p:cNvPr id="562" name="04_COMPARISON__source_distribution_r3c0">
            <a:extLst xmlns:a="http://schemas.openxmlformats.org/drawingml/2006/main">
              <a:ext uri="{FF2B5EF4-FFF2-40B4-BE49-F238E27FC236}">
                <a16:creationId xmlns:a16="http://schemas.microsoft.com/office/drawing/2014/main" id="{6E01BD53-F960-4C0D-95DE-47C6BA10EE13}"/>
              </a:ext>
            </a:extLst>
          </p:cNvPr>
          <p:cNvSpPr>
            <a:spLocks xmlns:a="http://schemas.openxmlformats.org/drawingml/2006/main" noGrp="1"/>
          </p:cNvSpPr>
          <p:nvPr/>
        </p:nvSpPr>
        <p:spPr>
          <a:xfrm xmlns:a="http://schemas.openxmlformats.org/drawingml/2006/main" rot="0" flipH="0" flipV="0">
            <a:off x="7000875" y="6741795"/>
            <a:ext cx="167640" cy="167640"/>
          </a:xfrm>
          <a:prstGeom xmlns:a="http://schemas.openxmlformats.org/drawingml/2006/main" prst="rect">
            <a:avLst/>
          </a:prstGeom>
          <a:solidFill xmlns:a="http://schemas.openxmlformats.org/drawingml/2006/main">
            <a:srgbClr val="DADAE3"/>
          </a:solidFill>
          <a:ln xmlns:a="http://schemas.openxmlformats.org/drawingml/2006/main" w="7620">
            <a:solidFill>
              <a:srgbClr val="FFFFFF"/>
            </a:solidFill>
          </a:ln>
        </p:spPr>
      </p:sp>
      <p:sp>
        <p:nvSpPr>
          <p:cNvPr id="563" name="04_COMPARISON__source_distribution_r3c1">
            <a:extLst xmlns:a="http://schemas.openxmlformats.org/drawingml/2006/main">
              <a:ext uri="{FF2B5EF4-FFF2-40B4-BE49-F238E27FC236}">
                <a16:creationId xmlns:a16="http://schemas.microsoft.com/office/drawing/2014/main" id="{2A1320A7-6375-45FC-9725-04248FC3D1E8}"/>
              </a:ext>
            </a:extLst>
          </p:cNvPr>
          <p:cNvSpPr>
            <a:spLocks xmlns:a="http://schemas.openxmlformats.org/drawingml/2006/main" noGrp="1"/>
          </p:cNvSpPr>
          <p:nvPr/>
        </p:nvSpPr>
        <p:spPr>
          <a:xfrm xmlns:a="http://schemas.openxmlformats.org/drawingml/2006/main" rot="0" flipH="0" flipV="0">
            <a:off x="7168515" y="6741795"/>
            <a:ext cx="167640" cy="167640"/>
          </a:xfrm>
          <a:prstGeom xmlns:a="http://schemas.openxmlformats.org/drawingml/2006/main" prst="rect">
            <a:avLst/>
          </a:prstGeom>
          <a:solidFill xmlns:a="http://schemas.openxmlformats.org/drawingml/2006/main">
            <a:srgbClr val="A7A4BC"/>
          </a:solidFill>
          <a:ln xmlns:a="http://schemas.openxmlformats.org/drawingml/2006/main" w="7620">
            <a:solidFill>
              <a:srgbClr val="FFFFFF"/>
            </a:solidFill>
          </a:ln>
        </p:spPr>
      </p:sp>
      <p:sp>
        <p:nvSpPr>
          <p:cNvPr id="564" name="04_COMPARISON__source_distribution_r3c2">
            <a:extLst xmlns:a="http://schemas.openxmlformats.org/drawingml/2006/main">
              <a:ext uri="{FF2B5EF4-FFF2-40B4-BE49-F238E27FC236}">
                <a16:creationId xmlns:a16="http://schemas.microsoft.com/office/drawing/2014/main" id="{ED445070-6228-41E8-9A62-394969184120}"/>
              </a:ext>
            </a:extLst>
          </p:cNvPr>
          <p:cNvSpPr>
            <a:spLocks xmlns:a="http://schemas.openxmlformats.org/drawingml/2006/main" noGrp="1"/>
          </p:cNvSpPr>
          <p:nvPr/>
        </p:nvSpPr>
        <p:spPr>
          <a:xfrm xmlns:a="http://schemas.openxmlformats.org/drawingml/2006/main" rot="0" flipH="0" flipV="0">
            <a:off x="7336155" y="6741795"/>
            <a:ext cx="167640" cy="167640"/>
          </a:xfrm>
          <a:prstGeom xmlns:a="http://schemas.openxmlformats.org/drawingml/2006/main" prst="rect">
            <a:avLst/>
          </a:prstGeom>
          <a:solidFill xmlns:a="http://schemas.openxmlformats.org/drawingml/2006/main">
            <a:srgbClr val="867FA2"/>
          </a:solidFill>
          <a:ln xmlns:a="http://schemas.openxmlformats.org/drawingml/2006/main" w="7620">
            <a:solidFill>
              <a:srgbClr val="FFFFFF"/>
            </a:solidFill>
          </a:ln>
        </p:spPr>
      </p:sp>
      <p:sp>
        <p:nvSpPr>
          <p:cNvPr id="565" name="04_COMPARISON__source_distribution_r3c3">
            <a:extLst xmlns:a="http://schemas.openxmlformats.org/drawingml/2006/main">
              <a:ext uri="{FF2B5EF4-FFF2-40B4-BE49-F238E27FC236}">
                <a16:creationId xmlns:a16="http://schemas.microsoft.com/office/drawing/2014/main" id="{3866E57A-7640-4DF0-B676-400DE916D1D3}"/>
              </a:ext>
            </a:extLst>
          </p:cNvPr>
          <p:cNvSpPr>
            <a:spLocks xmlns:a="http://schemas.openxmlformats.org/drawingml/2006/main" noGrp="1"/>
          </p:cNvSpPr>
          <p:nvPr/>
        </p:nvSpPr>
        <p:spPr>
          <a:xfrm xmlns:a="http://schemas.openxmlformats.org/drawingml/2006/main" rot="0" flipH="0" flipV="0">
            <a:off x="7503795" y="6741795"/>
            <a:ext cx="167640" cy="167640"/>
          </a:xfrm>
          <a:prstGeom xmlns:a="http://schemas.openxmlformats.org/drawingml/2006/main" prst="rect">
            <a:avLst/>
          </a:prstGeom>
          <a:solidFill xmlns:a="http://schemas.openxmlformats.org/drawingml/2006/main">
            <a:srgbClr val="A7A4BC"/>
          </a:solidFill>
          <a:ln xmlns:a="http://schemas.openxmlformats.org/drawingml/2006/main" w="7620">
            <a:solidFill>
              <a:srgbClr val="FFFFFF"/>
            </a:solidFill>
          </a:ln>
        </p:spPr>
      </p:sp>
      <p:sp>
        <p:nvSpPr>
          <p:cNvPr id="566" name="04_COMPARISON__source_distribution_r3c4">
            <a:extLst xmlns:a="http://schemas.openxmlformats.org/drawingml/2006/main">
              <a:ext uri="{FF2B5EF4-FFF2-40B4-BE49-F238E27FC236}">
                <a16:creationId xmlns:a16="http://schemas.microsoft.com/office/drawing/2014/main" id="{4758862A-79CF-4FAD-9364-B76C5E75395D}"/>
              </a:ext>
            </a:extLst>
          </p:cNvPr>
          <p:cNvSpPr>
            <a:spLocks xmlns:a="http://schemas.openxmlformats.org/drawingml/2006/main" noGrp="1"/>
          </p:cNvSpPr>
          <p:nvPr/>
        </p:nvSpPr>
        <p:spPr>
          <a:xfrm xmlns:a="http://schemas.openxmlformats.org/drawingml/2006/main" rot="0" flipH="0" flipV="0">
            <a:off x="7671435" y="6741795"/>
            <a:ext cx="167640" cy="167640"/>
          </a:xfrm>
          <a:prstGeom xmlns:a="http://schemas.openxmlformats.org/drawingml/2006/main" prst="rect">
            <a:avLst/>
          </a:prstGeom>
          <a:solidFill xmlns:a="http://schemas.openxmlformats.org/drawingml/2006/main">
            <a:srgbClr val="DADAE3"/>
          </a:solidFill>
          <a:ln xmlns:a="http://schemas.openxmlformats.org/drawingml/2006/main" w="7620">
            <a:solidFill>
              <a:srgbClr val="FFFFFF"/>
            </a:solidFill>
          </a:ln>
        </p:spPr>
      </p:sp>
      <p:sp>
        <p:nvSpPr>
          <p:cNvPr id="567" name="04_COMPARISON__source_distribution_r3c5">
            <a:extLst xmlns:a="http://schemas.openxmlformats.org/drawingml/2006/main">
              <a:ext uri="{FF2B5EF4-FFF2-40B4-BE49-F238E27FC236}">
                <a16:creationId xmlns:a16="http://schemas.microsoft.com/office/drawing/2014/main" id="{C253BB62-6308-485C-BC07-30B117DA3285}"/>
              </a:ext>
            </a:extLst>
          </p:cNvPr>
          <p:cNvSpPr>
            <a:spLocks xmlns:a="http://schemas.openxmlformats.org/drawingml/2006/main" noGrp="1"/>
          </p:cNvSpPr>
          <p:nvPr/>
        </p:nvSpPr>
        <p:spPr>
          <a:xfrm xmlns:a="http://schemas.openxmlformats.org/drawingml/2006/main" rot="0" flipH="0" flipV="0">
            <a:off x="7839075" y="6741795"/>
            <a:ext cx="167640" cy="167640"/>
          </a:xfrm>
          <a:prstGeom xmlns:a="http://schemas.openxmlformats.org/drawingml/2006/main" prst="rect">
            <a:avLst/>
          </a:prstGeom>
          <a:solidFill xmlns:a="http://schemas.openxmlformats.org/drawingml/2006/main">
            <a:srgbClr val="EFF0F3"/>
          </a:solidFill>
          <a:ln xmlns:a="http://schemas.openxmlformats.org/drawingml/2006/main" w="7620">
            <a:solidFill>
              <a:srgbClr val="FFFFFF"/>
            </a:solidFill>
          </a:ln>
        </p:spPr>
      </p:sp>
      <p:sp>
        <p:nvSpPr>
          <p:cNvPr id="568" name="04_COMPARISON__source_distribution_r3c6">
            <a:extLst xmlns:a="http://schemas.openxmlformats.org/drawingml/2006/main">
              <a:ext uri="{FF2B5EF4-FFF2-40B4-BE49-F238E27FC236}">
                <a16:creationId xmlns:a16="http://schemas.microsoft.com/office/drawing/2014/main" id="{3F769C16-6A0D-44B4-B5C1-93F62DA406A7}"/>
              </a:ext>
            </a:extLst>
          </p:cNvPr>
          <p:cNvSpPr>
            <a:spLocks xmlns:a="http://schemas.openxmlformats.org/drawingml/2006/main" noGrp="1"/>
          </p:cNvSpPr>
          <p:nvPr/>
        </p:nvSpPr>
        <p:spPr>
          <a:xfrm xmlns:a="http://schemas.openxmlformats.org/drawingml/2006/main" rot="0" flipH="0" flipV="0">
            <a:off x="8006715" y="6741795"/>
            <a:ext cx="167640" cy="167640"/>
          </a:xfrm>
          <a:prstGeom xmlns:a="http://schemas.openxmlformats.org/drawingml/2006/main" prst="rect">
            <a:avLst/>
          </a:prstGeom>
          <a:solidFill xmlns:a="http://schemas.openxmlformats.org/drawingml/2006/main">
            <a:srgbClr val="F2F4F5"/>
          </a:solidFill>
          <a:ln xmlns:a="http://schemas.openxmlformats.org/drawingml/2006/main" w="7620">
            <a:solidFill>
              <a:srgbClr val="FFFFFF"/>
            </a:solidFill>
          </a:ln>
        </p:spPr>
      </p:sp>
      <p:sp>
        <p:nvSpPr>
          <p:cNvPr id="569" name="04_COMPARISON__source_distribution_r3c7">
            <a:extLst xmlns:a="http://schemas.openxmlformats.org/drawingml/2006/main">
              <a:ext uri="{FF2B5EF4-FFF2-40B4-BE49-F238E27FC236}">
                <a16:creationId xmlns:a16="http://schemas.microsoft.com/office/drawing/2014/main" id="{1742A16B-7B58-4F6C-9567-8B5B74190C76}"/>
              </a:ext>
            </a:extLst>
          </p:cNvPr>
          <p:cNvSpPr>
            <a:spLocks xmlns:a="http://schemas.openxmlformats.org/drawingml/2006/main" noGrp="1"/>
          </p:cNvSpPr>
          <p:nvPr/>
        </p:nvSpPr>
        <p:spPr>
          <a:xfrm xmlns:a="http://schemas.openxmlformats.org/drawingml/2006/main" rot="0" flipH="0" flipV="0">
            <a:off x="8174355" y="6741795"/>
            <a:ext cx="167640" cy="167640"/>
          </a:xfrm>
          <a:prstGeom xmlns:a="http://schemas.openxmlformats.org/drawingml/2006/main" prst="rect">
            <a:avLst/>
          </a:prstGeom>
          <a:solidFill xmlns:a="http://schemas.openxmlformats.org/drawingml/2006/main">
            <a:srgbClr val="F2F4F6"/>
          </a:solidFill>
          <a:ln xmlns:a="http://schemas.openxmlformats.org/drawingml/2006/main" w="7620">
            <a:solidFill>
              <a:srgbClr val="FFFFFF"/>
            </a:solidFill>
          </a:ln>
        </p:spPr>
      </p:sp>
      <p:sp>
        <p:nvSpPr>
          <p:cNvPr id="570" name="04_COMPARISON__source_distribution_r3c8">
            <a:extLst xmlns:a="http://schemas.openxmlformats.org/drawingml/2006/main">
              <a:ext uri="{FF2B5EF4-FFF2-40B4-BE49-F238E27FC236}">
                <a16:creationId xmlns:a16="http://schemas.microsoft.com/office/drawing/2014/main" id="{095182A2-24CA-4F81-B237-EBAB1A0C621F}"/>
              </a:ext>
            </a:extLst>
          </p:cNvPr>
          <p:cNvSpPr>
            <a:spLocks xmlns:a="http://schemas.openxmlformats.org/drawingml/2006/main" noGrp="1"/>
          </p:cNvSpPr>
          <p:nvPr/>
        </p:nvSpPr>
        <p:spPr>
          <a:xfrm xmlns:a="http://schemas.openxmlformats.org/drawingml/2006/main" rot="0" flipH="0" flipV="0">
            <a:off x="8341995" y="6741795"/>
            <a:ext cx="167640" cy="167640"/>
          </a:xfrm>
          <a:prstGeom xmlns:a="http://schemas.openxmlformats.org/drawingml/2006/main" prst="rect">
            <a:avLst/>
          </a:prstGeom>
          <a:solidFill xmlns:a="http://schemas.openxmlformats.org/drawingml/2006/main">
            <a:srgbClr val="F2F4F6"/>
          </a:solidFill>
          <a:ln xmlns:a="http://schemas.openxmlformats.org/drawingml/2006/main" w="7620">
            <a:solidFill>
              <a:srgbClr val="FFFFFF"/>
            </a:solidFill>
          </a:ln>
        </p:spPr>
      </p:sp>
      <p:sp>
        <p:nvSpPr>
          <p:cNvPr id="571" name="04_COMPARISON__source_distribution_r3c9">
            <a:extLst xmlns:a="http://schemas.openxmlformats.org/drawingml/2006/main">
              <a:ext uri="{FF2B5EF4-FFF2-40B4-BE49-F238E27FC236}">
                <a16:creationId xmlns:a16="http://schemas.microsoft.com/office/drawing/2014/main" id="{7A1DEEF1-226D-4838-BBEB-5D043B0B61CC}"/>
              </a:ext>
            </a:extLst>
          </p:cNvPr>
          <p:cNvSpPr>
            <a:spLocks xmlns:a="http://schemas.openxmlformats.org/drawingml/2006/main" noGrp="1"/>
          </p:cNvSpPr>
          <p:nvPr/>
        </p:nvSpPr>
        <p:spPr>
          <a:xfrm xmlns:a="http://schemas.openxmlformats.org/drawingml/2006/main" rot="0" flipH="0" flipV="0">
            <a:off x="8509635" y="6741795"/>
            <a:ext cx="167640" cy="167640"/>
          </a:xfrm>
          <a:prstGeom xmlns:a="http://schemas.openxmlformats.org/drawingml/2006/main" prst="rect">
            <a:avLst/>
          </a:prstGeom>
          <a:solidFill xmlns:a="http://schemas.openxmlformats.org/drawingml/2006/main">
            <a:srgbClr val="F2F4F6"/>
          </a:solidFill>
          <a:ln xmlns:a="http://schemas.openxmlformats.org/drawingml/2006/main" w="7620">
            <a:solidFill>
              <a:srgbClr val="FFFFFF"/>
            </a:solidFill>
          </a:ln>
        </p:spPr>
      </p:sp>
      <p:sp>
        <p:nvSpPr>
          <p:cNvPr id="572" name="04_COMPARISON__source_distribution_r4c0">
            <a:extLst xmlns:a="http://schemas.openxmlformats.org/drawingml/2006/main">
              <a:ext uri="{FF2B5EF4-FFF2-40B4-BE49-F238E27FC236}">
                <a16:creationId xmlns:a16="http://schemas.microsoft.com/office/drawing/2014/main" id="{5B1EA675-7D32-4E1D-AB5B-AC9CE2822269}"/>
              </a:ext>
            </a:extLst>
          </p:cNvPr>
          <p:cNvSpPr>
            <a:spLocks xmlns:a="http://schemas.openxmlformats.org/drawingml/2006/main" noGrp="1"/>
          </p:cNvSpPr>
          <p:nvPr/>
        </p:nvSpPr>
        <p:spPr>
          <a:xfrm xmlns:a="http://schemas.openxmlformats.org/drawingml/2006/main" rot="0" flipH="0" flipV="0">
            <a:off x="7000875" y="6909435"/>
            <a:ext cx="167640" cy="167640"/>
          </a:xfrm>
          <a:prstGeom xmlns:a="http://schemas.openxmlformats.org/drawingml/2006/main" prst="rect">
            <a:avLst/>
          </a:prstGeom>
          <a:solidFill xmlns:a="http://schemas.openxmlformats.org/drawingml/2006/main">
            <a:srgbClr val="D7D7E1"/>
          </a:solidFill>
          <a:ln xmlns:a="http://schemas.openxmlformats.org/drawingml/2006/main" w="7620">
            <a:solidFill>
              <a:srgbClr val="FFFFFF"/>
            </a:solidFill>
          </a:ln>
        </p:spPr>
      </p:sp>
      <p:sp>
        <p:nvSpPr>
          <p:cNvPr id="573" name="04_COMPARISON__source_distribution_r4c1">
            <a:extLst xmlns:a="http://schemas.openxmlformats.org/drawingml/2006/main">
              <a:ext uri="{FF2B5EF4-FFF2-40B4-BE49-F238E27FC236}">
                <a16:creationId xmlns:a16="http://schemas.microsoft.com/office/drawing/2014/main" id="{1D7F552A-782B-445C-831D-59BFFE69F2F6}"/>
              </a:ext>
            </a:extLst>
          </p:cNvPr>
          <p:cNvSpPr>
            <a:spLocks xmlns:a="http://schemas.openxmlformats.org/drawingml/2006/main" noGrp="1"/>
          </p:cNvSpPr>
          <p:nvPr/>
        </p:nvSpPr>
        <p:spPr>
          <a:xfrm xmlns:a="http://schemas.openxmlformats.org/drawingml/2006/main" rot="0" flipH="0" flipV="0">
            <a:off x="7168515" y="6909435"/>
            <a:ext cx="167640" cy="167640"/>
          </a:xfrm>
          <a:prstGeom xmlns:a="http://schemas.openxmlformats.org/drawingml/2006/main" prst="rect">
            <a:avLst/>
          </a:prstGeom>
          <a:solidFill xmlns:a="http://schemas.openxmlformats.org/drawingml/2006/main">
            <a:srgbClr val="9F9BB6"/>
          </a:solidFill>
          <a:ln xmlns:a="http://schemas.openxmlformats.org/drawingml/2006/main" w="7620">
            <a:solidFill>
              <a:srgbClr val="FFFFFF"/>
            </a:solidFill>
          </a:ln>
        </p:spPr>
      </p:sp>
      <p:sp>
        <p:nvSpPr>
          <p:cNvPr id="574" name="04_COMPARISON__source_distribution_r4c2">
            <a:extLst xmlns:a="http://schemas.openxmlformats.org/drawingml/2006/main">
              <a:ext uri="{FF2B5EF4-FFF2-40B4-BE49-F238E27FC236}">
                <a16:creationId xmlns:a16="http://schemas.microsoft.com/office/drawing/2014/main" id="{85EEC5BE-F86C-4478-90EE-D2D3C459417C}"/>
              </a:ext>
            </a:extLst>
          </p:cNvPr>
          <p:cNvSpPr>
            <a:spLocks xmlns:a="http://schemas.openxmlformats.org/drawingml/2006/main" noGrp="1"/>
          </p:cNvSpPr>
          <p:nvPr/>
        </p:nvSpPr>
        <p:spPr>
          <a:xfrm xmlns:a="http://schemas.openxmlformats.org/drawingml/2006/main" rot="0" flipH="0" flipV="0">
            <a:off x="7336155" y="6909435"/>
            <a:ext cx="167640" cy="167640"/>
          </a:xfrm>
          <a:prstGeom xmlns:a="http://schemas.openxmlformats.org/drawingml/2006/main" prst="rect">
            <a:avLst/>
          </a:prstGeom>
          <a:solidFill xmlns:a="http://schemas.openxmlformats.org/drawingml/2006/main">
            <a:srgbClr val="7A7399"/>
          </a:solidFill>
          <a:ln xmlns:a="http://schemas.openxmlformats.org/drawingml/2006/main" w="7620">
            <a:solidFill>
              <a:srgbClr val="FFFFFF"/>
            </a:solidFill>
          </a:ln>
        </p:spPr>
      </p:sp>
      <p:sp>
        <p:nvSpPr>
          <p:cNvPr id="575" name="04_COMPARISON__source_distribution_r4c3">
            <a:extLst xmlns:a="http://schemas.openxmlformats.org/drawingml/2006/main">
              <a:ext uri="{FF2B5EF4-FFF2-40B4-BE49-F238E27FC236}">
                <a16:creationId xmlns:a16="http://schemas.microsoft.com/office/drawing/2014/main" id="{292BFE29-2E26-460B-B5DF-B420476E531D}"/>
              </a:ext>
            </a:extLst>
          </p:cNvPr>
          <p:cNvSpPr>
            <a:spLocks xmlns:a="http://schemas.openxmlformats.org/drawingml/2006/main" noGrp="1"/>
          </p:cNvSpPr>
          <p:nvPr/>
        </p:nvSpPr>
        <p:spPr>
          <a:xfrm xmlns:a="http://schemas.openxmlformats.org/drawingml/2006/main" rot="0" flipH="0" flipV="0">
            <a:off x="7503795" y="6909435"/>
            <a:ext cx="167640" cy="167640"/>
          </a:xfrm>
          <a:prstGeom xmlns:a="http://schemas.openxmlformats.org/drawingml/2006/main" prst="rect">
            <a:avLst/>
          </a:prstGeom>
          <a:solidFill xmlns:a="http://schemas.openxmlformats.org/drawingml/2006/main">
            <a:srgbClr val="9F9BB6"/>
          </a:solidFill>
          <a:ln xmlns:a="http://schemas.openxmlformats.org/drawingml/2006/main" w="7620">
            <a:solidFill>
              <a:srgbClr val="FFFFFF"/>
            </a:solidFill>
          </a:ln>
        </p:spPr>
      </p:sp>
      <p:sp>
        <p:nvSpPr>
          <p:cNvPr id="576" name="04_COMPARISON__source_distribution_r4c4">
            <a:extLst xmlns:a="http://schemas.openxmlformats.org/drawingml/2006/main">
              <a:ext uri="{FF2B5EF4-FFF2-40B4-BE49-F238E27FC236}">
                <a16:creationId xmlns:a16="http://schemas.microsoft.com/office/drawing/2014/main" id="{5B10089F-0997-4397-AF15-A89A23520541}"/>
              </a:ext>
            </a:extLst>
          </p:cNvPr>
          <p:cNvSpPr>
            <a:spLocks xmlns:a="http://schemas.openxmlformats.org/drawingml/2006/main" noGrp="1"/>
          </p:cNvSpPr>
          <p:nvPr/>
        </p:nvSpPr>
        <p:spPr>
          <a:xfrm xmlns:a="http://schemas.openxmlformats.org/drawingml/2006/main" rot="0" flipH="0" flipV="0">
            <a:off x="7671435" y="6909435"/>
            <a:ext cx="167640" cy="167640"/>
          </a:xfrm>
          <a:prstGeom xmlns:a="http://schemas.openxmlformats.org/drawingml/2006/main" prst="rect">
            <a:avLst/>
          </a:prstGeom>
          <a:solidFill xmlns:a="http://schemas.openxmlformats.org/drawingml/2006/main">
            <a:srgbClr val="D7D7E1"/>
          </a:solidFill>
          <a:ln xmlns:a="http://schemas.openxmlformats.org/drawingml/2006/main" w="7620">
            <a:solidFill>
              <a:srgbClr val="FFFFFF"/>
            </a:solidFill>
          </a:ln>
        </p:spPr>
      </p:sp>
      <p:sp>
        <p:nvSpPr>
          <p:cNvPr id="577" name="04_COMPARISON__source_distribution_r4c5">
            <a:extLst xmlns:a="http://schemas.openxmlformats.org/drawingml/2006/main">
              <a:ext uri="{FF2B5EF4-FFF2-40B4-BE49-F238E27FC236}">
                <a16:creationId xmlns:a16="http://schemas.microsoft.com/office/drawing/2014/main" id="{698423D8-CF4C-4FEC-885A-13335CFE4AFA}"/>
              </a:ext>
            </a:extLst>
          </p:cNvPr>
          <p:cNvSpPr>
            <a:spLocks xmlns:a="http://schemas.openxmlformats.org/drawingml/2006/main" noGrp="1"/>
          </p:cNvSpPr>
          <p:nvPr/>
        </p:nvSpPr>
        <p:spPr>
          <a:xfrm xmlns:a="http://schemas.openxmlformats.org/drawingml/2006/main" rot="0" flipH="0" flipV="0">
            <a:off x="7839075" y="6909435"/>
            <a:ext cx="167640" cy="167640"/>
          </a:xfrm>
          <a:prstGeom xmlns:a="http://schemas.openxmlformats.org/drawingml/2006/main" prst="rect">
            <a:avLst/>
          </a:prstGeom>
          <a:solidFill xmlns:a="http://schemas.openxmlformats.org/drawingml/2006/main">
            <a:srgbClr val="EEEFF2"/>
          </a:solidFill>
          <a:ln xmlns:a="http://schemas.openxmlformats.org/drawingml/2006/main" w="7620">
            <a:solidFill>
              <a:srgbClr val="FFFFFF"/>
            </a:solidFill>
          </a:ln>
        </p:spPr>
      </p:sp>
      <p:sp>
        <p:nvSpPr>
          <p:cNvPr id="578" name="04_COMPARISON__source_distribution_r4c6">
            <a:extLst xmlns:a="http://schemas.openxmlformats.org/drawingml/2006/main">
              <a:ext uri="{FF2B5EF4-FFF2-40B4-BE49-F238E27FC236}">
                <a16:creationId xmlns:a16="http://schemas.microsoft.com/office/drawing/2014/main" id="{CF0C0089-577B-42D5-AF9B-DDE2B33DD79F}"/>
              </a:ext>
            </a:extLst>
          </p:cNvPr>
          <p:cNvSpPr>
            <a:spLocks xmlns:a="http://schemas.openxmlformats.org/drawingml/2006/main" noGrp="1"/>
          </p:cNvSpPr>
          <p:nvPr/>
        </p:nvSpPr>
        <p:spPr>
          <a:xfrm xmlns:a="http://schemas.openxmlformats.org/drawingml/2006/main" rot="0" flipH="0" flipV="0">
            <a:off x="8006715" y="6909435"/>
            <a:ext cx="167640" cy="167640"/>
          </a:xfrm>
          <a:prstGeom xmlns:a="http://schemas.openxmlformats.org/drawingml/2006/main" prst="rect">
            <a:avLst/>
          </a:prstGeom>
          <a:solidFill xmlns:a="http://schemas.openxmlformats.org/drawingml/2006/main">
            <a:srgbClr val="F2F4F5"/>
          </a:solidFill>
          <a:ln xmlns:a="http://schemas.openxmlformats.org/drawingml/2006/main" w="7620">
            <a:solidFill>
              <a:srgbClr val="FFFFFF"/>
            </a:solidFill>
          </a:ln>
        </p:spPr>
      </p:sp>
      <p:sp>
        <p:nvSpPr>
          <p:cNvPr id="579" name="04_COMPARISON__source_distribution_r4c7">
            <a:extLst xmlns:a="http://schemas.openxmlformats.org/drawingml/2006/main">
              <a:ext uri="{FF2B5EF4-FFF2-40B4-BE49-F238E27FC236}">
                <a16:creationId xmlns:a16="http://schemas.microsoft.com/office/drawing/2014/main" id="{5BE4A3D3-FFD0-48E5-ABE8-94557156B064}"/>
              </a:ext>
            </a:extLst>
          </p:cNvPr>
          <p:cNvSpPr>
            <a:spLocks xmlns:a="http://schemas.openxmlformats.org/drawingml/2006/main" noGrp="1"/>
          </p:cNvSpPr>
          <p:nvPr/>
        </p:nvSpPr>
        <p:spPr>
          <a:xfrm xmlns:a="http://schemas.openxmlformats.org/drawingml/2006/main" rot="0" flipH="0" flipV="0">
            <a:off x="8174355" y="6909435"/>
            <a:ext cx="167640" cy="167640"/>
          </a:xfrm>
          <a:prstGeom xmlns:a="http://schemas.openxmlformats.org/drawingml/2006/main" prst="rect">
            <a:avLst/>
          </a:prstGeom>
          <a:solidFill xmlns:a="http://schemas.openxmlformats.org/drawingml/2006/main">
            <a:srgbClr val="F2F4F6"/>
          </a:solidFill>
          <a:ln xmlns:a="http://schemas.openxmlformats.org/drawingml/2006/main" w="7620">
            <a:solidFill>
              <a:srgbClr val="FFFFFF"/>
            </a:solidFill>
          </a:ln>
        </p:spPr>
      </p:sp>
      <p:sp>
        <p:nvSpPr>
          <p:cNvPr id="580" name="04_COMPARISON__source_distribution_r4c8">
            <a:extLst xmlns:a="http://schemas.openxmlformats.org/drawingml/2006/main">
              <a:ext uri="{FF2B5EF4-FFF2-40B4-BE49-F238E27FC236}">
                <a16:creationId xmlns:a16="http://schemas.microsoft.com/office/drawing/2014/main" id="{9781FADD-D546-4C55-8121-57A9BB3B6485}"/>
              </a:ext>
            </a:extLst>
          </p:cNvPr>
          <p:cNvSpPr>
            <a:spLocks xmlns:a="http://schemas.openxmlformats.org/drawingml/2006/main" noGrp="1"/>
          </p:cNvSpPr>
          <p:nvPr/>
        </p:nvSpPr>
        <p:spPr>
          <a:xfrm xmlns:a="http://schemas.openxmlformats.org/drawingml/2006/main" rot="0" flipH="0" flipV="0">
            <a:off x="8341995" y="6909435"/>
            <a:ext cx="167640" cy="167640"/>
          </a:xfrm>
          <a:prstGeom xmlns:a="http://schemas.openxmlformats.org/drawingml/2006/main" prst="rect">
            <a:avLst/>
          </a:prstGeom>
          <a:solidFill xmlns:a="http://schemas.openxmlformats.org/drawingml/2006/main">
            <a:srgbClr val="F2F4F6"/>
          </a:solidFill>
          <a:ln xmlns:a="http://schemas.openxmlformats.org/drawingml/2006/main" w="7620">
            <a:solidFill>
              <a:srgbClr val="FFFFFF"/>
            </a:solidFill>
          </a:ln>
        </p:spPr>
      </p:sp>
      <p:sp>
        <p:nvSpPr>
          <p:cNvPr id="581" name="04_COMPARISON__source_distribution_r4c9">
            <a:extLst xmlns:a="http://schemas.openxmlformats.org/drawingml/2006/main">
              <a:ext uri="{FF2B5EF4-FFF2-40B4-BE49-F238E27FC236}">
                <a16:creationId xmlns:a16="http://schemas.microsoft.com/office/drawing/2014/main" id="{760C126E-06FE-4D8B-A4F6-C235D584574F}"/>
              </a:ext>
            </a:extLst>
          </p:cNvPr>
          <p:cNvSpPr>
            <a:spLocks xmlns:a="http://schemas.openxmlformats.org/drawingml/2006/main" noGrp="1"/>
          </p:cNvSpPr>
          <p:nvPr/>
        </p:nvSpPr>
        <p:spPr>
          <a:xfrm xmlns:a="http://schemas.openxmlformats.org/drawingml/2006/main" rot="0" flipH="0" flipV="0">
            <a:off x="8509635" y="6909435"/>
            <a:ext cx="167640" cy="167640"/>
          </a:xfrm>
          <a:prstGeom xmlns:a="http://schemas.openxmlformats.org/drawingml/2006/main" prst="rect">
            <a:avLst/>
          </a:prstGeom>
          <a:solidFill xmlns:a="http://schemas.openxmlformats.org/drawingml/2006/main">
            <a:srgbClr val="F2F4F6"/>
          </a:solidFill>
          <a:ln xmlns:a="http://schemas.openxmlformats.org/drawingml/2006/main" w="7620">
            <a:solidFill>
              <a:srgbClr val="FFFFFF"/>
            </a:solidFill>
          </a:ln>
        </p:spPr>
      </p:sp>
      <p:sp>
        <p:nvSpPr>
          <p:cNvPr id="582" name="04_COMPARISON__source_distribution_r5c0">
            <a:extLst xmlns:a="http://schemas.openxmlformats.org/drawingml/2006/main">
              <a:ext uri="{FF2B5EF4-FFF2-40B4-BE49-F238E27FC236}">
                <a16:creationId xmlns:a16="http://schemas.microsoft.com/office/drawing/2014/main" id="{9F3176F7-85CD-42A6-8D2A-31A639C01E4B}"/>
              </a:ext>
            </a:extLst>
          </p:cNvPr>
          <p:cNvSpPr>
            <a:spLocks xmlns:a="http://schemas.openxmlformats.org/drawingml/2006/main" noGrp="1"/>
          </p:cNvSpPr>
          <p:nvPr/>
        </p:nvSpPr>
        <p:spPr>
          <a:xfrm xmlns:a="http://schemas.openxmlformats.org/drawingml/2006/main" rot="0" flipH="0" flipV="0">
            <a:off x="7000875" y="7077075"/>
            <a:ext cx="167640" cy="167640"/>
          </a:xfrm>
          <a:prstGeom xmlns:a="http://schemas.openxmlformats.org/drawingml/2006/main" prst="rect">
            <a:avLst/>
          </a:prstGeom>
          <a:solidFill xmlns:a="http://schemas.openxmlformats.org/drawingml/2006/main">
            <a:srgbClr val="E7E8ED"/>
          </a:solidFill>
          <a:ln xmlns:a="http://schemas.openxmlformats.org/drawingml/2006/main" w="7620">
            <a:solidFill>
              <a:srgbClr val="FFFFFF"/>
            </a:solidFill>
          </a:ln>
        </p:spPr>
      </p:sp>
      <p:sp>
        <p:nvSpPr>
          <p:cNvPr id="583" name="04_COMPARISON__source_distribution_r5c1">
            <a:extLst xmlns:a="http://schemas.openxmlformats.org/drawingml/2006/main">
              <a:ext uri="{FF2B5EF4-FFF2-40B4-BE49-F238E27FC236}">
                <a16:creationId xmlns:a16="http://schemas.microsoft.com/office/drawing/2014/main" id="{22959160-F8C2-46A6-A49D-169633A2E1FA}"/>
              </a:ext>
            </a:extLst>
          </p:cNvPr>
          <p:cNvSpPr>
            <a:spLocks xmlns:a="http://schemas.openxmlformats.org/drawingml/2006/main" noGrp="1"/>
          </p:cNvSpPr>
          <p:nvPr/>
        </p:nvSpPr>
        <p:spPr>
          <a:xfrm xmlns:a="http://schemas.openxmlformats.org/drawingml/2006/main" rot="0" flipH="0" flipV="0">
            <a:off x="7168515" y="7077075"/>
            <a:ext cx="167640" cy="167640"/>
          </a:xfrm>
          <a:prstGeom xmlns:a="http://schemas.openxmlformats.org/drawingml/2006/main" prst="rect">
            <a:avLst/>
          </a:prstGeom>
          <a:solidFill xmlns:a="http://schemas.openxmlformats.org/drawingml/2006/main">
            <a:srgbClr val="D1D0DC"/>
          </a:solidFill>
          <a:ln xmlns:a="http://schemas.openxmlformats.org/drawingml/2006/main" w="7620">
            <a:solidFill>
              <a:srgbClr val="FFFFFF"/>
            </a:solidFill>
          </a:ln>
        </p:spPr>
      </p:sp>
      <p:sp>
        <p:nvSpPr>
          <p:cNvPr id="584" name="04_COMPARISON__source_distribution_r5c2">
            <a:extLst xmlns:a="http://schemas.openxmlformats.org/drawingml/2006/main">
              <a:ext uri="{FF2B5EF4-FFF2-40B4-BE49-F238E27FC236}">
                <a16:creationId xmlns:a16="http://schemas.microsoft.com/office/drawing/2014/main" id="{47F18AAE-FA14-47F8-8EA1-1721E9B4A3D3}"/>
              </a:ext>
            </a:extLst>
          </p:cNvPr>
          <p:cNvSpPr>
            <a:spLocks xmlns:a="http://schemas.openxmlformats.org/drawingml/2006/main" noGrp="1"/>
          </p:cNvSpPr>
          <p:nvPr/>
        </p:nvSpPr>
        <p:spPr>
          <a:xfrm xmlns:a="http://schemas.openxmlformats.org/drawingml/2006/main" rot="0" flipH="0" flipV="0">
            <a:off x="7336155" y="7077075"/>
            <a:ext cx="167640" cy="167640"/>
          </a:xfrm>
          <a:prstGeom xmlns:a="http://schemas.openxmlformats.org/drawingml/2006/main" prst="rect">
            <a:avLst/>
          </a:prstGeom>
          <a:solidFill xmlns:a="http://schemas.openxmlformats.org/drawingml/2006/main">
            <a:srgbClr val="C2C0D0"/>
          </a:solidFill>
          <a:ln xmlns:a="http://schemas.openxmlformats.org/drawingml/2006/main" w="7620">
            <a:solidFill>
              <a:srgbClr val="FFFFFF"/>
            </a:solidFill>
          </a:ln>
        </p:spPr>
      </p:sp>
      <p:sp>
        <p:nvSpPr>
          <p:cNvPr id="585" name="04_COMPARISON__source_distribution_r5c3">
            <a:extLst xmlns:a="http://schemas.openxmlformats.org/drawingml/2006/main">
              <a:ext uri="{FF2B5EF4-FFF2-40B4-BE49-F238E27FC236}">
                <a16:creationId xmlns:a16="http://schemas.microsoft.com/office/drawing/2014/main" id="{1AF86F92-9D50-4605-959D-6DDE8126D67E}"/>
              </a:ext>
            </a:extLst>
          </p:cNvPr>
          <p:cNvSpPr>
            <a:spLocks xmlns:a="http://schemas.openxmlformats.org/drawingml/2006/main" noGrp="1"/>
          </p:cNvSpPr>
          <p:nvPr/>
        </p:nvSpPr>
        <p:spPr>
          <a:xfrm xmlns:a="http://schemas.openxmlformats.org/drawingml/2006/main" rot="0" flipH="0" flipV="0">
            <a:off x="7503795" y="7077075"/>
            <a:ext cx="167640" cy="167640"/>
          </a:xfrm>
          <a:prstGeom xmlns:a="http://schemas.openxmlformats.org/drawingml/2006/main" prst="rect">
            <a:avLst/>
          </a:prstGeom>
          <a:solidFill xmlns:a="http://schemas.openxmlformats.org/drawingml/2006/main">
            <a:srgbClr val="D1D0DC"/>
          </a:solidFill>
          <a:ln xmlns:a="http://schemas.openxmlformats.org/drawingml/2006/main" w="7620">
            <a:solidFill>
              <a:srgbClr val="FFFFFF"/>
            </a:solidFill>
          </a:ln>
        </p:spPr>
      </p:sp>
      <p:sp>
        <p:nvSpPr>
          <p:cNvPr id="586" name="04_COMPARISON__source_distribution_r5c4">
            <a:extLst xmlns:a="http://schemas.openxmlformats.org/drawingml/2006/main">
              <a:ext uri="{FF2B5EF4-FFF2-40B4-BE49-F238E27FC236}">
                <a16:creationId xmlns:a16="http://schemas.microsoft.com/office/drawing/2014/main" id="{1D243E4B-6C3F-41C0-B065-0035C6AB289C}"/>
              </a:ext>
            </a:extLst>
          </p:cNvPr>
          <p:cNvSpPr>
            <a:spLocks xmlns:a="http://schemas.openxmlformats.org/drawingml/2006/main" noGrp="1"/>
          </p:cNvSpPr>
          <p:nvPr/>
        </p:nvSpPr>
        <p:spPr>
          <a:xfrm xmlns:a="http://schemas.openxmlformats.org/drawingml/2006/main" rot="0" flipH="0" flipV="0">
            <a:off x="7671435" y="7077075"/>
            <a:ext cx="167640" cy="167640"/>
          </a:xfrm>
          <a:prstGeom xmlns:a="http://schemas.openxmlformats.org/drawingml/2006/main" prst="rect">
            <a:avLst/>
          </a:prstGeom>
          <a:solidFill xmlns:a="http://schemas.openxmlformats.org/drawingml/2006/main">
            <a:srgbClr val="606C73"/>
          </a:solidFill>
          <a:ln xmlns:a="http://schemas.openxmlformats.org/drawingml/2006/main" w="7620">
            <a:solidFill>
              <a:srgbClr val="FFFFFF"/>
            </a:solidFill>
          </a:ln>
        </p:spPr>
      </p:sp>
      <p:sp>
        <p:nvSpPr>
          <p:cNvPr id="587" name="04_COMPARISON__source_distribution_r5c5">
            <a:extLst xmlns:a="http://schemas.openxmlformats.org/drawingml/2006/main">
              <a:ext uri="{FF2B5EF4-FFF2-40B4-BE49-F238E27FC236}">
                <a16:creationId xmlns:a16="http://schemas.microsoft.com/office/drawing/2014/main" id="{5644DFE6-1C4B-4BFB-B91F-276BD79869A9}"/>
              </a:ext>
            </a:extLst>
          </p:cNvPr>
          <p:cNvSpPr>
            <a:spLocks xmlns:a="http://schemas.openxmlformats.org/drawingml/2006/main" noGrp="1"/>
          </p:cNvSpPr>
          <p:nvPr/>
        </p:nvSpPr>
        <p:spPr>
          <a:xfrm xmlns:a="http://schemas.openxmlformats.org/drawingml/2006/main" rot="0" flipH="0" flipV="0">
            <a:off x="7839075" y="7077075"/>
            <a:ext cx="167640" cy="167640"/>
          </a:xfrm>
          <a:prstGeom xmlns:a="http://schemas.openxmlformats.org/drawingml/2006/main" prst="rect">
            <a:avLst/>
          </a:prstGeom>
          <a:solidFill xmlns:a="http://schemas.openxmlformats.org/drawingml/2006/main">
            <a:srgbClr val="F1F2F4"/>
          </a:solidFill>
          <a:ln xmlns:a="http://schemas.openxmlformats.org/drawingml/2006/main" w="7620">
            <a:solidFill>
              <a:srgbClr val="FFFFFF"/>
            </a:solidFill>
          </a:ln>
        </p:spPr>
      </p:sp>
      <p:sp>
        <p:nvSpPr>
          <p:cNvPr id="588" name="04_COMPARISON__source_distribution_r5c6">
            <a:extLst xmlns:a="http://schemas.openxmlformats.org/drawingml/2006/main">
              <a:ext uri="{FF2B5EF4-FFF2-40B4-BE49-F238E27FC236}">
                <a16:creationId xmlns:a16="http://schemas.microsoft.com/office/drawing/2014/main" id="{6209BB37-D516-4521-AE4A-5AAC59800F86}"/>
              </a:ext>
            </a:extLst>
          </p:cNvPr>
          <p:cNvSpPr>
            <a:spLocks xmlns:a="http://schemas.openxmlformats.org/drawingml/2006/main" noGrp="1"/>
          </p:cNvSpPr>
          <p:nvPr/>
        </p:nvSpPr>
        <p:spPr>
          <a:xfrm xmlns:a="http://schemas.openxmlformats.org/drawingml/2006/main" rot="0" flipH="0" flipV="0">
            <a:off x="8006715" y="7077075"/>
            <a:ext cx="167640" cy="167640"/>
          </a:xfrm>
          <a:prstGeom xmlns:a="http://schemas.openxmlformats.org/drawingml/2006/main" prst="rect">
            <a:avLst/>
          </a:prstGeom>
          <a:solidFill xmlns:a="http://schemas.openxmlformats.org/drawingml/2006/main">
            <a:srgbClr val="F2F4F6"/>
          </a:solidFill>
          <a:ln xmlns:a="http://schemas.openxmlformats.org/drawingml/2006/main" w="7620">
            <a:solidFill>
              <a:srgbClr val="FFFFFF"/>
            </a:solidFill>
          </a:ln>
        </p:spPr>
      </p:sp>
      <p:sp>
        <p:nvSpPr>
          <p:cNvPr id="589" name="04_COMPARISON__source_distribution_r5c7">
            <a:extLst xmlns:a="http://schemas.openxmlformats.org/drawingml/2006/main">
              <a:ext uri="{FF2B5EF4-FFF2-40B4-BE49-F238E27FC236}">
                <a16:creationId xmlns:a16="http://schemas.microsoft.com/office/drawing/2014/main" id="{E8AFFB2A-16F5-407B-AE16-83DB42627C6C}"/>
              </a:ext>
            </a:extLst>
          </p:cNvPr>
          <p:cNvSpPr>
            <a:spLocks xmlns:a="http://schemas.openxmlformats.org/drawingml/2006/main" noGrp="1"/>
          </p:cNvSpPr>
          <p:nvPr/>
        </p:nvSpPr>
        <p:spPr>
          <a:xfrm xmlns:a="http://schemas.openxmlformats.org/drawingml/2006/main" rot="0" flipH="0" flipV="0">
            <a:off x="8174355" y="7077075"/>
            <a:ext cx="167640" cy="167640"/>
          </a:xfrm>
          <a:prstGeom xmlns:a="http://schemas.openxmlformats.org/drawingml/2006/main" prst="rect">
            <a:avLst/>
          </a:prstGeom>
          <a:solidFill xmlns:a="http://schemas.openxmlformats.org/drawingml/2006/main">
            <a:srgbClr val="606C73"/>
          </a:solidFill>
          <a:ln xmlns:a="http://schemas.openxmlformats.org/drawingml/2006/main" w="7620">
            <a:solidFill>
              <a:srgbClr val="FFFFFF"/>
            </a:solidFill>
          </a:ln>
        </p:spPr>
      </p:sp>
      <p:sp>
        <p:nvSpPr>
          <p:cNvPr id="590" name="04_COMPARISON__source_distribution_r5c8">
            <a:extLst xmlns:a="http://schemas.openxmlformats.org/drawingml/2006/main">
              <a:ext uri="{FF2B5EF4-FFF2-40B4-BE49-F238E27FC236}">
                <a16:creationId xmlns:a16="http://schemas.microsoft.com/office/drawing/2014/main" id="{E43A9E7D-4E1F-4C08-A4B6-BB212D8CD6CA}"/>
              </a:ext>
            </a:extLst>
          </p:cNvPr>
          <p:cNvSpPr>
            <a:spLocks xmlns:a="http://schemas.openxmlformats.org/drawingml/2006/main" noGrp="1"/>
          </p:cNvSpPr>
          <p:nvPr/>
        </p:nvSpPr>
        <p:spPr>
          <a:xfrm xmlns:a="http://schemas.openxmlformats.org/drawingml/2006/main" rot="0" flipH="0" flipV="0">
            <a:off x="8341995" y="7077075"/>
            <a:ext cx="167640" cy="167640"/>
          </a:xfrm>
          <a:prstGeom xmlns:a="http://schemas.openxmlformats.org/drawingml/2006/main" prst="rect">
            <a:avLst/>
          </a:prstGeom>
          <a:solidFill xmlns:a="http://schemas.openxmlformats.org/drawingml/2006/main">
            <a:srgbClr val="606C73"/>
          </a:solidFill>
          <a:ln xmlns:a="http://schemas.openxmlformats.org/drawingml/2006/main" w="7620">
            <a:solidFill>
              <a:srgbClr val="FFFFFF"/>
            </a:solidFill>
          </a:ln>
        </p:spPr>
      </p:sp>
      <p:sp>
        <p:nvSpPr>
          <p:cNvPr id="591" name="04_COMPARISON__source_distribution_r5c9">
            <a:extLst xmlns:a="http://schemas.openxmlformats.org/drawingml/2006/main">
              <a:ext uri="{FF2B5EF4-FFF2-40B4-BE49-F238E27FC236}">
                <a16:creationId xmlns:a16="http://schemas.microsoft.com/office/drawing/2014/main" id="{571F9B5F-1B4A-48F5-83A0-3BD4BB48B060}"/>
              </a:ext>
            </a:extLst>
          </p:cNvPr>
          <p:cNvSpPr>
            <a:spLocks xmlns:a="http://schemas.openxmlformats.org/drawingml/2006/main" noGrp="1"/>
          </p:cNvSpPr>
          <p:nvPr/>
        </p:nvSpPr>
        <p:spPr>
          <a:xfrm xmlns:a="http://schemas.openxmlformats.org/drawingml/2006/main" rot="0" flipH="0" flipV="0">
            <a:off x="8509635" y="7077075"/>
            <a:ext cx="167640" cy="167640"/>
          </a:xfrm>
          <a:prstGeom xmlns:a="http://schemas.openxmlformats.org/drawingml/2006/main" prst="rect">
            <a:avLst/>
          </a:prstGeom>
          <a:solidFill xmlns:a="http://schemas.openxmlformats.org/drawingml/2006/main">
            <a:srgbClr val="606C73"/>
          </a:solidFill>
          <a:ln xmlns:a="http://schemas.openxmlformats.org/drawingml/2006/main" w="7620">
            <a:solidFill>
              <a:srgbClr val="FFFFFF"/>
            </a:solidFill>
          </a:ln>
        </p:spPr>
      </p:sp>
      <p:sp>
        <p:nvSpPr>
          <p:cNvPr id="592" name="04_COMPARISON__source_distribution_r6c0">
            <a:extLst xmlns:a="http://schemas.openxmlformats.org/drawingml/2006/main">
              <a:ext uri="{FF2B5EF4-FFF2-40B4-BE49-F238E27FC236}">
                <a16:creationId xmlns:a16="http://schemas.microsoft.com/office/drawing/2014/main" id="{6742E2FB-B9FD-4A41-858A-F4699FC08A50}"/>
              </a:ext>
            </a:extLst>
          </p:cNvPr>
          <p:cNvSpPr>
            <a:spLocks xmlns:a="http://schemas.openxmlformats.org/drawingml/2006/main" noGrp="1"/>
          </p:cNvSpPr>
          <p:nvPr/>
        </p:nvSpPr>
        <p:spPr>
          <a:xfrm xmlns:a="http://schemas.openxmlformats.org/drawingml/2006/main" rot="0" flipH="0" flipV="0">
            <a:off x="7000875" y="7244715"/>
            <a:ext cx="167640" cy="167640"/>
          </a:xfrm>
          <a:prstGeom xmlns:a="http://schemas.openxmlformats.org/drawingml/2006/main" prst="rect">
            <a:avLst/>
          </a:prstGeom>
          <a:solidFill xmlns:a="http://schemas.openxmlformats.org/drawingml/2006/main">
            <a:srgbClr val="F1F2F4"/>
          </a:solidFill>
          <a:ln xmlns:a="http://schemas.openxmlformats.org/drawingml/2006/main" w="7620">
            <a:solidFill>
              <a:srgbClr val="FFFFFF"/>
            </a:solidFill>
          </a:ln>
        </p:spPr>
      </p:sp>
      <p:sp>
        <p:nvSpPr>
          <p:cNvPr id="593" name="04_COMPARISON__source_distribution_r6c1">
            <a:extLst xmlns:a="http://schemas.openxmlformats.org/drawingml/2006/main">
              <a:ext uri="{FF2B5EF4-FFF2-40B4-BE49-F238E27FC236}">
                <a16:creationId xmlns:a16="http://schemas.microsoft.com/office/drawing/2014/main" id="{648C1D6D-F407-4E72-8DC8-FC09BA7A7470}"/>
              </a:ext>
            </a:extLst>
          </p:cNvPr>
          <p:cNvSpPr>
            <a:spLocks xmlns:a="http://schemas.openxmlformats.org/drawingml/2006/main" noGrp="1"/>
          </p:cNvSpPr>
          <p:nvPr/>
        </p:nvSpPr>
        <p:spPr>
          <a:xfrm xmlns:a="http://schemas.openxmlformats.org/drawingml/2006/main" rot="0" flipH="0" flipV="0">
            <a:off x="7168515" y="7244715"/>
            <a:ext cx="167640" cy="167640"/>
          </a:xfrm>
          <a:prstGeom xmlns:a="http://schemas.openxmlformats.org/drawingml/2006/main" prst="rect">
            <a:avLst/>
          </a:prstGeom>
          <a:solidFill xmlns:a="http://schemas.openxmlformats.org/drawingml/2006/main">
            <a:srgbClr val="EDEFF2"/>
          </a:solidFill>
          <a:ln xmlns:a="http://schemas.openxmlformats.org/drawingml/2006/main" w="7620">
            <a:solidFill>
              <a:srgbClr val="FFFFFF"/>
            </a:solidFill>
          </a:ln>
        </p:spPr>
      </p:sp>
      <p:sp>
        <p:nvSpPr>
          <p:cNvPr id="594" name="04_COMPARISON__source_distribution_r6c2">
            <a:extLst xmlns:a="http://schemas.openxmlformats.org/drawingml/2006/main">
              <a:ext uri="{FF2B5EF4-FFF2-40B4-BE49-F238E27FC236}">
                <a16:creationId xmlns:a16="http://schemas.microsoft.com/office/drawing/2014/main" id="{CFDD8ECC-78C9-4EE6-94EA-CA9CA232CD15}"/>
              </a:ext>
            </a:extLst>
          </p:cNvPr>
          <p:cNvSpPr>
            <a:spLocks xmlns:a="http://schemas.openxmlformats.org/drawingml/2006/main" noGrp="1"/>
          </p:cNvSpPr>
          <p:nvPr/>
        </p:nvSpPr>
        <p:spPr>
          <a:xfrm xmlns:a="http://schemas.openxmlformats.org/drawingml/2006/main" rot="0" flipH="0" flipV="0">
            <a:off x="7336155" y="7244715"/>
            <a:ext cx="167640" cy="167640"/>
          </a:xfrm>
          <a:prstGeom xmlns:a="http://schemas.openxmlformats.org/drawingml/2006/main" prst="rect">
            <a:avLst/>
          </a:prstGeom>
          <a:solidFill xmlns:a="http://schemas.openxmlformats.org/drawingml/2006/main">
            <a:srgbClr val="EBECF0"/>
          </a:solidFill>
          <a:ln xmlns:a="http://schemas.openxmlformats.org/drawingml/2006/main" w="7620">
            <a:solidFill>
              <a:srgbClr val="FFFFFF"/>
            </a:solidFill>
          </a:ln>
        </p:spPr>
      </p:sp>
      <p:sp>
        <p:nvSpPr>
          <p:cNvPr id="595" name="04_COMPARISON__source_distribution_r6c3">
            <a:extLst xmlns:a="http://schemas.openxmlformats.org/drawingml/2006/main">
              <a:ext uri="{FF2B5EF4-FFF2-40B4-BE49-F238E27FC236}">
                <a16:creationId xmlns:a16="http://schemas.microsoft.com/office/drawing/2014/main" id="{A161C81E-6106-4A03-9D96-845068A70A24}"/>
              </a:ext>
            </a:extLst>
          </p:cNvPr>
          <p:cNvSpPr>
            <a:spLocks xmlns:a="http://schemas.openxmlformats.org/drawingml/2006/main" noGrp="1"/>
          </p:cNvSpPr>
          <p:nvPr/>
        </p:nvSpPr>
        <p:spPr>
          <a:xfrm xmlns:a="http://schemas.openxmlformats.org/drawingml/2006/main" rot="0" flipH="0" flipV="0">
            <a:off x="7503795" y="7244715"/>
            <a:ext cx="167640" cy="167640"/>
          </a:xfrm>
          <a:prstGeom xmlns:a="http://schemas.openxmlformats.org/drawingml/2006/main" prst="rect">
            <a:avLst/>
          </a:prstGeom>
          <a:solidFill xmlns:a="http://schemas.openxmlformats.org/drawingml/2006/main">
            <a:srgbClr val="EDEFF2"/>
          </a:solidFill>
          <a:ln xmlns:a="http://schemas.openxmlformats.org/drawingml/2006/main" w="7620">
            <a:solidFill>
              <a:srgbClr val="FFFFFF"/>
            </a:solidFill>
          </a:ln>
        </p:spPr>
      </p:sp>
      <p:sp>
        <p:nvSpPr>
          <p:cNvPr id="596" name="04_COMPARISON__source_distribution_r6c4">
            <a:extLst xmlns:a="http://schemas.openxmlformats.org/drawingml/2006/main">
              <a:ext uri="{FF2B5EF4-FFF2-40B4-BE49-F238E27FC236}">
                <a16:creationId xmlns:a16="http://schemas.microsoft.com/office/drawing/2014/main" id="{7806CB1A-1E61-4D96-AFC3-8588FC161F73}"/>
              </a:ext>
            </a:extLst>
          </p:cNvPr>
          <p:cNvSpPr>
            <a:spLocks xmlns:a="http://schemas.openxmlformats.org/drawingml/2006/main" noGrp="1"/>
          </p:cNvSpPr>
          <p:nvPr/>
        </p:nvSpPr>
        <p:spPr>
          <a:xfrm xmlns:a="http://schemas.openxmlformats.org/drawingml/2006/main" rot="0" flipH="0" flipV="0">
            <a:off x="7671435" y="7244715"/>
            <a:ext cx="167640" cy="167640"/>
          </a:xfrm>
          <a:prstGeom xmlns:a="http://schemas.openxmlformats.org/drawingml/2006/main" prst="rect">
            <a:avLst/>
          </a:prstGeom>
          <a:solidFill xmlns:a="http://schemas.openxmlformats.org/drawingml/2006/main">
            <a:srgbClr val="606C73"/>
          </a:solidFill>
          <a:ln xmlns:a="http://schemas.openxmlformats.org/drawingml/2006/main" w="7620">
            <a:solidFill>
              <a:srgbClr val="FFFFFF"/>
            </a:solidFill>
          </a:ln>
        </p:spPr>
      </p:sp>
      <p:sp>
        <p:nvSpPr>
          <p:cNvPr id="597" name="04_COMPARISON__source_distribution_r6c5">
            <a:extLst xmlns:a="http://schemas.openxmlformats.org/drawingml/2006/main">
              <a:ext uri="{FF2B5EF4-FFF2-40B4-BE49-F238E27FC236}">
                <a16:creationId xmlns:a16="http://schemas.microsoft.com/office/drawing/2014/main" id="{A944476B-72DF-472D-8512-88C187B06DFF}"/>
              </a:ext>
            </a:extLst>
          </p:cNvPr>
          <p:cNvSpPr>
            <a:spLocks xmlns:a="http://schemas.openxmlformats.org/drawingml/2006/main" noGrp="1"/>
          </p:cNvSpPr>
          <p:nvPr/>
        </p:nvSpPr>
        <p:spPr>
          <a:xfrm xmlns:a="http://schemas.openxmlformats.org/drawingml/2006/main" rot="0" flipH="0" flipV="0">
            <a:off x="7839075" y="7244715"/>
            <a:ext cx="167640" cy="167640"/>
          </a:xfrm>
          <a:prstGeom xmlns:a="http://schemas.openxmlformats.org/drawingml/2006/main" prst="rect">
            <a:avLst/>
          </a:prstGeom>
          <a:solidFill xmlns:a="http://schemas.openxmlformats.org/drawingml/2006/main">
            <a:srgbClr val="F2F4F5"/>
          </a:solidFill>
          <a:ln xmlns:a="http://schemas.openxmlformats.org/drawingml/2006/main" w="7620">
            <a:solidFill>
              <a:srgbClr val="FFFFFF"/>
            </a:solidFill>
          </a:ln>
        </p:spPr>
      </p:sp>
      <p:sp>
        <p:nvSpPr>
          <p:cNvPr id="598" name="04_COMPARISON__source_distribution_r6c6">
            <a:extLst xmlns:a="http://schemas.openxmlformats.org/drawingml/2006/main">
              <a:ext uri="{FF2B5EF4-FFF2-40B4-BE49-F238E27FC236}">
                <a16:creationId xmlns:a16="http://schemas.microsoft.com/office/drawing/2014/main" id="{52BDAF70-9BB2-4995-909F-F62CFCCC9EB2}"/>
              </a:ext>
            </a:extLst>
          </p:cNvPr>
          <p:cNvSpPr>
            <a:spLocks xmlns:a="http://schemas.openxmlformats.org/drawingml/2006/main" noGrp="1"/>
          </p:cNvSpPr>
          <p:nvPr/>
        </p:nvSpPr>
        <p:spPr>
          <a:xfrm xmlns:a="http://schemas.openxmlformats.org/drawingml/2006/main" rot="0" flipH="0" flipV="0">
            <a:off x="8006715" y="7244715"/>
            <a:ext cx="167640" cy="167640"/>
          </a:xfrm>
          <a:prstGeom xmlns:a="http://schemas.openxmlformats.org/drawingml/2006/main" prst="rect">
            <a:avLst/>
          </a:prstGeom>
          <a:solidFill xmlns:a="http://schemas.openxmlformats.org/drawingml/2006/main">
            <a:srgbClr val="F2F4F6"/>
          </a:solidFill>
          <a:ln xmlns:a="http://schemas.openxmlformats.org/drawingml/2006/main" w="7620">
            <a:solidFill>
              <a:srgbClr val="FFFFFF"/>
            </a:solidFill>
          </a:ln>
        </p:spPr>
      </p:sp>
      <p:sp>
        <p:nvSpPr>
          <p:cNvPr id="599" name="04_COMPARISON__source_distribution_r6c7">
            <a:extLst xmlns:a="http://schemas.openxmlformats.org/drawingml/2006/main">
              <a:ext uri="{FF2B5EF4-FFF2-40B4-BE49-F238E27FC236}">
                <a16:creationId xmlns:a16="http://schemas.microsoft.com/office/drawing/2014/main" id="{966EE4EF-3D4B-44F2-A9C2-A6EE326C329A}"/>
              </a:ext>
            </a:extLst>
          </p:cNvPr>
          <p:cNvSpPr>
            <a:spLocks xmlns:a="http://schemas.openxmlformats.org/drawingml/2006/main" noGrp="1"/>
          </p:cNvSpPr>
          <p:nvPr/>
        </p:nvSpPr>
        <p:spPr>
          <a:xfrm xmlns:a="http://schemas.openxmlformats.org/drawingml/2006/main" rot="0" flipH="0" flipV="0">
            <a:off x="8174355" y="7244715"/>
            <a:ext cx="167640" cy="167640"/>
          </a:xfrm>
          <a:prstGeom xmlns:a="http://schemas.openxmlformats.org/drawingml/2006/main" prst="rect">
            <a:avLst/>
          </a:prstGeom>
          <a:solidFill xmlns:a="http://schemas.openxmlformats.org/drawingml/2006/main">
            <a:srgbClr val="F2F4F6"/>
          </a:solidFill>
          <a:ln xmlns:a="http://schemas.openxmlformats.org/drawingml/2006/main" w="7620">
            <a:solidFill>
              <a:srgbClr val="FFFFFF"/>
            </a:solidFill>
          </a:ln>
        </p:spPr>
      </p:sp>
      <p:sp>
        <p:nvSpPr>
          <p:cNvPr id="600" name="04_COMPARISON__source_distribution_r6c8">
            <a:extLst xmlns:a="http://schemas.openxmlformats.org/drawingml/2006/main">
              <a:ext uri="{FF2B5EF4-FFF2-40B4-BE49-F238E27FC236}">
                <a16:creationId xmlns:a16="http://schemas.microsoft.com/office/drawing/2014/main" id="{840C676A-80BF-454A-B5B9-F5ADA599FA37}"/>
              </a:ext>
            </a:extLst>
          </p:cNvPr>
          <p:cNvSpPr>
            <a:spLocks xmlns:a="http://schemas.openxmlformats.org/drawingml/2006/main" noGrp="1"/>
          </p:cNvSpPr>
          <p:nvPr/>
        </p:nvSpPr>
        <p:spPr>
          <a:xfrm xmlns:a="http://schemas.openxmlformats.org/drawingml/2006/main" rot="0" flipH="0" flipV="0">
            <a:off x="8341995" y="7244715"/>
            <a:ext cx="167640" cy="167640"/>
          </a:xfrm>
          <a:prstGeom xmlns:a="http://schemas.openxmlformats.org/drawingml/2006/main" prst="rect">
            <a:avLst/>
          </a:prstGeom>
          <a:solidFill xmlns:a="http://schemas.openxmlformats.org/drawingml/2006/main">
            <a:srgbClr val="F2F4F6"/>
          </a:solidFill>
          <a:ln xmlns:a="http://schemas.openxmlformats.org/drawingml/2006/main" w="7620">
            <a:solidFill>
              <a:srgbClr val="FFFFFF"/>
            </a:solidFill>
          </a:ln>
        </p:spPr>
      </p:sp>
      <p:sp>
        <p:nvSpPr>
          <p:cNvPr id="601" name="04_COMPARISON__source_distribution_r6c9">
            <a:extLst xmlns:a="http://schemas.openxmlformats.org/drawingml/2006/main">
              <a:ext uri="{FF2B5EF4-FFF2-40B4-BE49-F238E27FC236}">
                <a16:creationId xmlns:a16="http://schemas.microsoft.com/office/drawing/2014/main" id="{24675DB1-F16A-4E1B-855F-34E386A8FBCB}"/>
              </a:ext>
            </a:extLst>
          </p:cNvPr>
          <p:cNvSpPr>
            <a:spLocks xmlns:a="http://schemas.openxmlformats.org/drawingml/2006/main" noGrp="1"/>
          </p:cNvSpPr>
          <p:nvPr/>
        </p:nvSpPr>
        <p:spPr>
          <a:xfrm xmlns:a="http://schemas.openxmlformats.org/drawingml/2006/main" rot="0" flipH="0" flipV="0">
            <a:off x="8509635" y="7244715"/>
            <a:ext cx="167640" cy="167640"/>
          </a:xfrm>
          <a:prstGeom xmlns:a="http://schemas.openxmlformats.org/drawingml/2006/main" prst="rect">
            <a:avLst/>
          </a:prstGeom>
          <a:solidFill xmlns:a="http://schemas.openxmlformats.org/drawingml/2006/main">
            <a:srgbClr val="F2F4F6"/>
          </a:solidFill>
          <a:ln xmlns:a="http://schemas.openxmlformats.org/drawingml/2006/main" w="7620">
            <a:solidFill>
              <a:srgbClr val="FFFFFF"/>
            </a:solidFill>
          </a:ln>
        </p:spPr>
      </p:sp>
      <p:sp>
        <p:nvSpPr>
          <p:cNvPr id="602" name="04_COMPARISON__source_distribution_frame">
            <a:extLst xmlns:a="http://schemas.openxmlformats.org/drawingml/2006/main">
              <a:ext uri="{FF2B5EF4-FFF2-40B4-BE49-F238E27FC236}">
                <a16:creationId xmlns:a16="http://schemas.microsoft.com/office/drawing/2014/main" id="{9932E937-A7BF-4937-9DB8-F5489C088442}"/>
              </a:ext>
            </a:extLst>
          </p:cNvPr>
          <p:cNvSpPr>
            <a:spLocks xmlns:a="http://schemas.openxmlformats.org/drawingml/2006/main" noGrp="1"/>
          </p:cNvSpPr>
          <p:nvPr/>
        </p:nvSpPr>
        <p:spPr>
          <a:xfrm xmlns:a="http://schemas.openxmlformats.org/drawingml/2006/main" rot="0" flipH="0" flipV="0">
            <a:off x="7000875" y="6238875"/>
            <a:ext cx="1676400" cy="1173480"/>
          </a:xfrm>
          <a:prstGeom xmlns:a="http://schemas.openxmlformats.org/drawingml/2006/main" prst="rect">
            <a:avLst/>
          </a:prstGeom>
          <a:noFill xmlns:a="http://schemas.openxmlformats.org/drawingml/2006/main"/>
          <a:ln xmlns:a="http://schemas.openxmlformats.org/drawingml/2006/main" w="10478">
            <a:solidFill>
              <a:srgbClr val="B6C4CC"/>
            </a:solidFill>
          </a:ln>
        </p:spPr>
      </p:sp>
      <p:sp>
        <p:nvSpPr>
          <p:cNvPr id="2" name="V7_TITLE_2">
            <a:extLst xmlns:a="http://schemas.openxmlformats.org/drawingml/2006/main">
              <a:ext uri="{FF2B5EF4-FFF2-40B4-BE49-F238E27FC236}">
                <a16:creationId xmlns:a16="http://schemas.microsoft.com/office/drawing/2014/main" id="{2C641120-A537-4616-9EDD-BC174221F06B}"/>
              </a:ext>
            </a:extLst>
          </p:cNvPr>
          <p:cNvSpPr>
            <a:spLocks xmlns:a="http://schemas.openxmlformats.org/drawingml/2006/main" noGrp="1"/>
          </p:cNvSpPr>
          <p:nvPr/>
        </p:nvSpPr>
        <p:spPr>
          <a:xfrm xmlns:a="http://schemas.openxmlformats.org/drawingml/2006/main">
            <a:off x="400050" y="209550"/>
            <a:ext cx="144399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lgn="l">
              <a:defRPr sz="2850" b="1">
                <a:solidFill>
                  <a:srgbClr val="233440"/>
                </a:solidFill>
                <a:latin typeface="Noto Sans CJK SC"/>
                <a:ea typeface="Noto Sans CJK SC"/>
                <a:cs typeface="Noto Sans CJK SC"/>
              </a:defRPr>
            </a:defPPr>
            <a:lvl1pPr algn="l">
              <a:defRPr sz="2850" b="1">
                <a:solidFill>
                  <a:srgbClr val="233440"/>
                </a:solidFill>
                <a:latin typeface="Noto Sans CJK SC"/>
                <a:ea typeface="Noto Sans CJK SC"/>
                <a:cs typeface="Noto Sans CJK SC"/>
              </a:defRPr>
            </a:lvl1pPr>
            <a:lvl2pPr algn="l">
              <a:defRPr sz="2850" b="1">
                <a:solidFill>
                  <a:srgbClr val="233440"/>
                </a:solidFill>
                <a:latin typeface="Noto Sans CJK SC"/>
                <a:ea typeface="Noto Sans CJK SC"/>
                <a:cs typeface="Noto Sans CJK SC"/>
              </a:defRPr>
            </a:lvl2pPr>
            <a:lvl3pPr algn="l">
              <a:defRPr sz="2850" b="1">
                <a:solidFill>
                  <a:srgbClr val="233440"/>
                </a:solidFill>
                <a:latin typeface="Noto Sans CJK SC"/>
                <a:ea typeface="Noto Sans CJK SC"/>
                <a:cs typeface="Noto Sans CJK SC"/>
              </a:defRPr>
            </a:lvl3pPr>
            <a:lvl4pPr algn="l">
              <a:defRPr sz="2850" b="1">
                <a:solidFill>
                  <a:srgbClr val="233440"/>
                </a:solidFill>
                <a:latin typeface="Noto Sans CJK SC"/>
                <a:ea typeface="Noto Sans CJK SC"/>
                <a:cs typeface="Noto Sans CJK SC"/>
              </a:defRPr>
            </a:lvl4pPr>
            <a:lvl5pPr algn="l">
              <a:defRPr sz="2850" b="1">
                <a:solidFill>
                  <a:srgbClr val="233440"/>
                </a:solidFill>
                <a:latin typeface="Noto Sans CJK SC"/>
                <a:ea typeface="Noto Sans CJK SC"/>
                <a:cs typeface="Noto Sans CJK SC"/>
              </a:defRPr>
            </a:lvl5pPr>
            <a:lvl6pPr algn="l">
              <a:defRPr sz="2850" b="1">
                <a:solidFill>
                  <a:srgbClr val="233440"/>
                </a:solidFill>
                <a:latin typeface="Noto Sans CJK SC"/>
                <a:ea typeface="Noto Sans CJK SC"/>
                <a:cs typeface="Noto Sans CJK SC"/>
              </a:defRPr>
            </a:lvl6pPr>
            <a:lvl7pPr algn="l">
              <a:defRPr sz="2850" b="1">
                <a:solidFill>
                  <a:srgbClr val="233440"/>
                </a:solidFill>
                <a:latin typeface="Noto Sans CJK SC"/>
                <a:ea typeface="Noto Sans CJK SC"/>
                <a:cs typeface="Noto Sans CJK SC"/>
              </a:defRPr>
            </a:lvl7pPr>
            <a:lvl8pPr algn="l">
              <a:defRPr sz="2850" b="1">
                <a:solidFill>
                  <a:srgbClr val="233440"/>
                </a:solidFill>
                <a:latin typeface="Noto Sans CJK SC"/>
                <a:ea typeface="Noto Sans CJK SC"/>
                <a:cs typeface="Noto Sans CJK SC"/>
              </a:defRPr>
            </a:lvl8pPr>
            <a:lvl9pPr algn="l">
              <a:defRPr sz="2850" b="1">
                <a:solidFill>
                  <a:srgbClr val="233440"/>
                </a:solidFill>
                <a:latin typeface="Noto Sans CJK SC"/>
                <a:ea typeface="Noto Sans CJK SC"/>
                <a:cs typeface="Noto Sans CJK SC"/>
              </a:defRPr>
            </a:lvl9pPr>
          </a:lstStyle>
          <a:p xmlns:a="http://schemas.openxmlformats.org/drawingml/2006/main">
            <a:pPr algn="l">
              <a:defRPr sz="2850" b="1">
                <a:solidFill>
                  <a:srgbClr val="233440"/>
                </a:solidFill>
                <a:latin typeface="Noto Sans CJK SC"/>
                <a:ea typeface="Noto Sans CJK SC"/>
                <a:cs typeface="Noto Sans CJK SC"/>
              </a:defRPr>
            </a:pPr>
            <a:r>
              <a:rPr sz="2850" b="1">
                <a:solidFill>
                  <a:srgbClr val="233440"/>
                </a:solidFill>
                <a:latin typeface="Noto Sans CJK SC"/>
                <a:ea typeface="Noto Sans CJK SC"/>
                <a:cs typeface="Noto Sans CJK SC"/>
              </a:rPr>
              <a:t>V7 主框架：竞争源判别与主动反证闭环</a:t>
            </a:r>
          </a:p>
        </p:txBody>
      </p:sp>
      <p:sp>
        <p:nvSpPr>
          <p:cNvPr id="3" name="V7_TITLE_RULE_2">
            <a:extLst xmlns:a="http://schemas.openxmlformats.org/drawingml/2006/main">
              <a:ext uri="{FF2B5EF4-FFF2-40B4-BE49-F238E27FC236}">
                <a16:creationId xmlns:a16="http://schemas.microsoft.com/office/drawing/2014/main" id="{A90E247F-E2B1-4DF3-8A46-A68F30050510}"/>
              </a:ext>
            </a:extLst>
          </p:cNvPr>
          <p:cNvSpPr>
            <a:spLocks xmlns:a="http://schemas.openxmlformats.org/drawingml/2006/main" noGrp="1"/>
          </p:cNvSpPr>
          <p:nvPr/>
        </p:nvSpPr>
        <p:spPr>
          <a:xfrm xmlns:a="http://schemas.openxmlformats.org/drawingml/2006/main" flipH="0" flipV="0">
            <a:off x="400050" y="895350"/>
            <a:ext cx="14439900" cy="0"/>
          </a:xfrm>
          <a:prstGeom xmlns:a="http://schemas.openxmlformats.org/drawingml/2006/main" prst="line">
            <a:avLst/>
          </a:prstGeom>
          <a:noFill xmlns:a="http://schemas.openxmlformats.org/drawingml/2006/main"/>
          <a:ln xmlns:a="http://schemas.openxmlformats.org/drawingml/2006/main" w="11430">
            <a:solidFill>
              <a:srgbClr val="CBD5DD"/>
            </a:solidFill>
            <a:prstDash val="solid"/>
          </a:ln>
        </p:spPr>
      </p:sp>
      <p:sp>
        <p:nvSpPr>
          <p:cNvPr id="4" name="V7_PAGE_2">
            <a:extLst xmlns:a="http://schemas.openxmlformats.org/drawingml/2006/main">
              <a:ext uri="{FF2B5EF4-FFF2-40B4-BE49-F238E27FC236}">
                <a16:creationId xmlns:a16="http://schemas.microsoft.com/office/drawing/2014/main" id="{355816A6-1B9B-4389-BF4D-65796601D272}"/>
              </a:ext>
            </a:extLst>
          </p:cNvPr>
          <p:cNvSpPr>
            <a:spLocks xmlns:a="http://schemas.openxmlformats.org/drawingml/2006/main" noGrp="1"/>
          </p:cNvSpPr>
          <p:nvPr/>
        </p:nvSpPr>
        <p:spPr>
          <a:xfrm xmlns:a="http://schemas.openxmlformats.org/drawingml/2006/main">
            <a:off x="14430375" y="8143875"/>
            <a:ext cx="4095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lgn="r">
              <a:defRPr sz="1500" b="0">
                <a:solidFill>
                  <a:srgbClr val="60717D"/>
                </a:solidFill>
                <a:latin typeface="Noto Sans CJK SC"/>
                <a:ea typeface="Noto Sans CJK SC"/>
                <a:cs typeface="Noto Sans CJK SC"/>
              </a:defRPr>
            </a:defPPr>
            <a:lvl1pPr algn="r">
              <a:defRPr sz="1500" b="0">
                <a:solidFill>
                  <a:srgbClr val="60717D"/>
                </a:solidFill>
                <a:latin typeface="Noto Sans CJK SC"/>
                <a:ea typeface="Noto Sans CJK SC"/>
                <a:cs typeface="Noto Sans CJK SC"/>
              </a:defRPr>
            </a:lvl1pPr>
            <a:lvl2pPr algn="r">
              <a:defRPr sz="1500" b="0">
                <a:solidFill>
                  <a:srgbClr val="60717D"/>
                </a:solidFill>
                <a:latin typeface="Noto Sans CJK SC"/>
                <a:ea typeface="Noto Sans CJK SC"/>
                <a:cs typeface="Noto Sans CJK SC"/>
              </a:defRPr>
            </a:lvl2pPr>
            <a:lvl3pPr algn="r">
              <a:defRPr sz="1500" b="0">
                <a:solidFill>
                  <a:srgbClr val="60717D"/>
                </a:solidFill>
                <a:latin typeface="Noto Sans CJK SC"/>
                <a:ea typeface="Noto Sans CJK SC"/>
                <a:cs typeface="Noto Sans CJK SC"/>
              </a:defRPr>
            </a:lvl3pPr>
            <a:lvl4pPr algn="r">
              <a:defRPr sz="1500" b="0">
                <a:solidFill>
                  <a:srgbClr val="60717D"/>
                </a:solidFill>
                <a:latin typeface="Noto Sans CJK SC"/>
                <a:ea typeface="Noto Sans CJK SC"/>
                <a:cs typeface="Noto Sans CJK SC"/>
              </a:defRPr>
            </a:lvl4pPr>
            <a:lvl5pPr algn="r">
              <a:defRPr sz="1500" b="0">
                <a:solidFill>
                  <a:srgbClr val="60717D"/>
                </a:solidFill>
                <a:latin typeface="Noto Sans CJK SC"/>
                <a:ea typeface="Noto Sans CJK SC"/>
                <a:cs typeface="Noto Sans CJK SC"/>
              </a:defRPr>
            </a:lvl5pPr>
            <a:lvl6pPr algn="r">
              <a:defRPr sz="1500" b="0">
                <a:solidFill>
                  <a:srgbClr val="60717D"/>
                </a:solidFill>
                <a:latin typeface="Noto Sans CJK SC"/>
                <a:ea typeface="Noto Sans CJK SC"/>
                <a:cs typeface="Noto Sans CJK SC"/>
              </a:defRPr>
            </a:lvl6pPr>
            <a:lvl7pPr algn="r">
              <a:defRPr sz="1500" b="0">
                <a:solidFill>
                  <a:srgbClr val="60717D"/>
                </a:solidFill>
                <a:latin typeface="Noto Sans CJK SC"/>
                <a:ea typeface="Noto Sans CJK SC"/>
                <a:cs typeface="Noto Sans CJK SC"/>
              </a:defRPr>
            </a:lvl7pPr>
            <a:lvl8pPr algn="r">
              <a:defRPr sz="1500" b="0">
                <a:solidFill>
                  <a:srgbClr val="60717D"/>
                </a:solidFill>
                <a:latin typeface="Noto Sans CJK SC"/>
                <a:ea typeface="Noto Sans CJK SC"/>
                <a:cs typeface="Noto Sans CJK SC"/>
              </a:defRPr>
            </a:lvl8pPr>
            <a:lvl9pPr algn="r">
              <a:defRPr sz="1500" b="0">
                <a:solidFill>
                  <a:srgbClr val="60717D"/>
                </a:solidFill>
                <a:latin typeface="Noto Sans CJK SC"/>
                <a:ea typeface="Noto Sans CJK SC"/>
                <a:cs typeface="Noto Sans CJK SC"/>
              </a:defRPr>
            </a:lvl9pPr>
          </a:lstStyle>
          <a:p xmlns:a="http://schemas.openxmlformats.org/drawingml/2006/main">
            <a:pPr algn="r">
              <a:defRPr sz="1500" b="0">
                <a:solidFill>
                  <a:srgbClr val="60717D"/>
                </a:solidFill>
                <a:latin typeface="Noto Sans CJK SC"/>
                <a:ea typeface="Noto Sans CJK SC"/>
                <a:cs typeface="Noto Sans CJK SC"/>
              </a:defRPr>
            </a:pPr>
            <a:r>
              <a:rPr sz="1500" b="0">
                <a:solidFill>
                  <a:srgbClr val="60717D"/>
                </a:solidFill>
                <a:latin typeface="Noto Sans CJK SC"/>
                <a:ea typeface="Noto Sans CJK SC"/>
                <a:cs typeface="Noto Sans CJK SC"/>
              </a:rPr>
              <a:t>2</a:t>
            </a:r>
          </a:p>
        </p:txBody>
      </p:sp>
      <p:sp>
        <p:nvSpPr>
          <p:cNvPr id="5" name="inputs_heading">
            <a:extLst xmlns:a="http://schemas.openxmlformats.org/drawingml/2006/main">
              <a:ext uri="{FF2B5EF4-FFF2-40B4-BE49-F238E27FC236}">
                <a16:creationId xmlns:a16="http://schemas.microsoft.com/office/drawing/2014/main" id="{3BA3F4E7-7D3C-4EFB-A4BA-4FF0831F27C0}"/>
              </a:ext>
            </a:extLst>
          </p:cNvPr>
          <p:cNvSpPr>
            <a:spLocks xmlns:a="http://schemas.openxmlformats.org/drawingml/2006/main" noGrp="1"/>
          </p:cNvSpPr>
          <p:nvPr/>
        </p:nvSpPr>
        <p:spPr>
          <a:xfrm xmlns:a="http://schemas.openxmlformats.org/drawingml/2006/main">
            <a:off x="457200" y="1190625"/>
            <a:ext cx="280987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lgn="l">
              <a:defRPr sz="2100" b="1">
                <a:solidFill>
                  <a:srgbClr val="233440"/>
                </a:solidFill>
                <a:latin typeface="Noto Sans CJK SC"/>
                <a:ea typeface="Noto Sans CJK SC"/>
                <a:cs typeface="Noto Sans CJK SC"/>
              </a:defRPr>
            </a:defPPr>
            <a:lvl1pPr algn="l">
              <a:defRPr sz="2100" b="1">
                <a:solidFill>
                  <a:srgbClr val="233440"/>
                </a:solidFill>
                <a:latin typeface="Noto Sans CJK SC"/>
                <a:ea typeface="Noto Sans CJK SC"/>
                <a:cs typeface="Noto Sans CJK SC"/>
              </a:defRPr>
            </a:lvl1pPr>
            <a:lvl2pPr algn="l">
              <a:defRPr sz="2100" b="1">
                <a:solidFill>
                  <a:srgbClr val="233440"/>
                </a:solidFill>
                <a:latin typeface="Noto Sans CJK SC"/>
                <a:ea typeface="Noto Sans CJK SC"/>
                <a:cs typeface="Noto Sans CJK SC"/>
              </a:defRPr>
            </a:lvl2pPr>
            <a:lvl3pPr algn="l">
              <a:defRPr sz="2100" b="1">
                <a:solidFill>
                  <a:srgbClr val="233440"/>
                </a:solidFill>
                <a:latin typeface="Noto Sans CJK SC"/>
                <a:ea typeface="Noto Sans CJK SC"/>
                <a:cs typeface="Noto Sans CJK SC"/>
              </a:defRPr>
            </a:lvl3pPr>
            <a:lvl4pPr algn="l">
              <a:defRPr sz="2100" b="1">
                <a:solidFill>
                  <a:srgbClr val="233440"/>
                </a:solidFill>
                <a:latin typeface="Noto Sans CJK SC"/>
                <a:ea typeface="Noto Sans CJK SC"/>
                <a:cs typeface="Noto Sans CJK SC"/>
              </a:defRPr>
            </a:lvl4pPr>
            <a:lvl5pPr algn="l">
              <a:defRPr sz="2100" b="1">
                <a:solidFill>
                  <a:srgbClr val="233440"/>
                </a:solidFill>
                <a:latin typeface="Noto Sans CJK SC"/>
                <a:ea typeface="Noto Sans CJK SC"/>
                <a:cs typeface="Noto Sans CJK SC"/>
              </a:defRPr>
            </a:lvl5pPr>
            <a:lvl6pPr algn="l">
              <a:defRPr sz="2100" b="1">
                <a:solidFill>
                  <a:srgbClr val="233440"/>
                </a:solidFill>
                <a:latin typeface="Noto Sans CJK SC"/>
                <a:ea typeface="Noto Sans CJK SC"/>
                <a:cs typeface="Noto Sans CJK SC"/>
              </a:defRPr>
            </a:lvl6pPr>
            <a:lvl7pPr algn="l">
              <a:defRPr sz="2100" b="1">
                <a:solidFill>
                  <a:srgbClr val="233440"/>
                </a:solidFill>
                <a:latin typeface="Noto Sans CJK SC"/>
                <a:ea typeface="Noto Sans CJK SC"/>
                <a:cs typeface="Noto Sans CJK SC"/>
              </a:defRPr>
            </a:lvl7pPr>
            <a:lvl8pPr algn="l">
              <a:defRPr sz="2100" b="1">
                <a:solidFill>
                  <a:srgbClr val="233440"/>
                </a:solidFill>
                <a:latin typeface="Noto Sans CJK SC"/>
                <a:ea typeface="Noto Sans CJK SC"/>
                <a:cs typeface="Noto Sans CJK SC"/>
              </a:defRPr>
            </a:lvl8pPr>
            <a:lvl9pPr algn="l">
              <a:defRPr sz="2100" b="1">
                <a:solidFill>
                  <a:srgbClr val="233440"/>
                </a:solidFill>
                <a:latin typeface="Noto Sans CJK SC"/>
                <a:ea typeface="Noto Sans CJK SC"/>
                <a:cs typeface="Noto Sans CJK SC"/>
              </a:defRPr>
            </a:lvl9pPr>
          </a:lstStyle>
          <a:p xmlns:a="http://schemas.openxmlformats.org/drawingml/2006/main">
            <a:pPr algn="l">
              <a:defRPr sz="2100" b="1">
                <a:solidFill>
                  <a:srgbClr val="233440"/>
                </a:solidFill>
                <a:latin typeface="Noto Sans CJK SC"/>
                <a:ea typeface="Noto Sans CJK SC"/>
                <a:cs typeface="Noto Sans CJK SC"/>
              </a:defRPr>
            </a:pPr>
            <a:r>
              <a:rPr sz="2100" b="1">
                <a:solidFill>
                  <a:srgbClr val="233440"/>
                </a:solidFill>
                <a:latin typeface="Noto Sans CJK SC"/>
                <a:ea typeface="Noto Sans CJK SC"/>
                <a:cs typeface="Noto Sans CJK SC"/>
              </a:rPr>
              <a:t>同步物理输入</a:t>
            </a:r>
          </a:p>
        </p:txBody>
      </p:sp>
      <p:sp>
        <p:nvSpPr>
          <p:cNvPr id="6" name="raw_input">
            <a:extLst xmlns:a="http://schemas.openxmlformats.org/drawingml/2006/main">
              <a:ext uri="{FF2B5EF4-FFF2-40B4-BE49-F238E27FC236}">
                <a16:creationId xmlns:a16="http://schemas.microsoft.com/office/drawing/2014/main" id="{79BBD06C-8179-496F-B427-51F8902E9188}"/>
              </a:ext>
            </a:extLst>
          </p:cNvPr>
          <p:cNvSpPr>
            <a:spLocks xmlns:a="http://schemas.openxmlformats.org/drawingml/2006/main" noGrp="1"/>
          </p:cNvSpPr>
          <p:nvPr/>
        </p:nvSpPr>
        <p:spPr>
          <a:xfrm xmlns:a="http://schemas.openxmlformats.org/drawingml/2006/main">
            <a:off x="457200" y="1733550"/>
            <a:ext cx="2667000" cy="1200150"/>
          </a:xfrm>
          <a:prstGeom xmlns:a="http://schemas.openxmlformats.org/drawingml/2006/main" prst="roundRect">
            <a:avLst>
              <a:gd name="adj" fmla="val 6349"/>
            </a:avLst>
          </a:prstGeom>
          <a:solidFill xmlns:a="http://schemas.openxmlformats.org/drawingml/2006/main">
            <a:srgbClr val="FFFFFF"/>
          </a:solidFill>
          <a:ln xmlns:a="http://schemas.openxmlformats.org/drawingml/2006/main" w="13335">
            <a:solidFill>
              <a:srgbClr val="60717D"/>
            </a:solidFill>
            <a:prstDash val="solid"/>
          </a:ln>
        </p:spPr>
      </p:sp>
      <p:sp>
        <p:nvSpPr>
          <p:cNvPr id="7" name="raw_input_text">
            <a:extLst xmlns:a="http://schemas.openxmlformats.org/drawingml/2006/main">
              <a:ext uri="{FF2B5EF4-FFF2-40B4-BE49-F238E27FC236}">
                <a16:creationId xmlns:a16="http://schemas.microsoft.com/office/drawing/2014/main" id="{8394843D-C0DA-4A64-BFBA-347956B4BEB5}"/>
              </a:ext>
            </a:extLst>
          </p:cNvPr>
          <p:cNvSpPr>
            <a:spLocks xmlns:a="http://schemas.openxmlformats.org/drawingml/2006/main" noGrp="1"/>
          </p:cNvSpPr>
          <p:nvPr/>
        </p:nvSpPr>
        <p:spPr>
          <a:xfrm xmlns:a="http://schemas.openxmlformats.org/drawingml/2006/main">
            <a:off x="590550" y="1809750"/>
            <a:ext cx="24003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lgn="ctr">
              <a:defRPr sz="1725" b="1">
                <a:solidFill>
                  <a:srgbClr val="60717D"/>
                </a:solidFill>
                <a:latin typeface="Noto Sans CJK SC"/>
                <a:ea typeface="Noto Sans CJK SC"/>
                <a:cs typeface="Noto Sans CJK SC"/>
              </a:defRPr>
            </a:defPPr>
            <a:lvl1pPr algn="ctr">
              <a:defRPr sz="1725" b="1">
                <a:solidFill>
                  <a:srgbClr val="60717D"/>
                </a:solidFill>
                <a:latin typeface="Noto Sans CJK SC"/>
                <a:ea typeface="Noto Sans CJK SC"/>
                <a:cs typeface="Noto Sans CJK SC"/>
              </a:defRPr>
            </a:lvl1pPr>
            <a:lvl2pPr algn="ctr">
              <a:defRPr sz="1725" b="1">
                <a:solidFill>
                  <a:srgbClr val="60717D"/>
                </a:solidFill>
                <a:latin typeface="Noto Sans CJK SC"/>
                <a:ea typeface="Noto Sans CJK SC"/>
                <a:cs typeface="Noto Sans CJK SC"/>
              </a:defRPr>
            </a:lvl2pPr>
            <a:lvl3pPr algn="ctr">
              <a:defRPr sz="1725" b="1">
                <a:solidFill>
                  <a:srgbClr val="60717D"/>
                </a:solidFill>
                <a:latin typeface="Noto Sans CJK SC"/>
                <a:ea typeface="Noto Sans CJK SC"/>
                <a:cs typeface="Noto Sans CJK SC"/>
              </a:defRPr>
            </a:lvl3pPr>
            <a:lvl4pPr algn="ctr">
              <a:defRPr sz="1725" b="1">
                <a:solidFill>
                  <a:srgbClr val="60717D"/>
                </a:solidFill>
                <a:latin typeface="Noto Sans CJK SC"/>
                <a:ea typeface="Noto Sans CJK SC"/>
                <a:cs typeface="Noto Sans CJK SC"/>
              </a:defRPr>
            </a:lvl4pPr>
            <a:lvl5pPr algn="ctr">
              <a:defRPr sz="1725" b="1">
                <a:solidFill>
                  <a:srgbClr val="60717D"/>
                </a:solidFill>
                <a:latin typeface="Noto Sans CJK SC"/>
                <a:ea typeface="Noto Sans CJK SC"/>
                <a:cs typeface="Noto Sans CJK SC"/>
              </a:defRPr>
            </a:lvl5pPr>
            <a:lvl6pPr algn="ctr">
              <a:defRPr sz="1725" b="1">
                <a:solidFill>
                  <a:srgbClr val="60717D"/>
                </a:solidFill>
                <a:latin typeface="Noto Sans CJK SC"/>
                <a:ea typeface="Noto Sans CJK SC"/>
                <a:cs typeface="Noto Sans CJK SC"/>
              </a:defRPr>
            </a:lvl6pPr>
            <a:lvl7pPr algn="ctr">
              <a:defRPr sz="1725" b="1">
                <a:solidFill>
                  <a:srgbClr val="60717D"/>
                </a:solidFill>
                <a:latin typeface="Noto Sans CJK SC"/>
                <a:ea typeface="Noto Sans CJK SC"/>
                <a:cs typeface="Noto Sans CJK SC"/>
              </a:defRPr>
            </a:lvl7pPr>
            <a:lvl8pPr algn="ctr">
              <a:defRPr sz="1725" b="1">
                <a:solidFill>
                  <a:srgbClr val="60717D"/>
                </a:solidFill>
                <a:latin typeface="Noto Sans CJK SC"/>
                <a:ea typeface="Noto Sans CJK SC"/>
                <a:cs typeface="Noto Sans CJK SC"/>
              </a:defRPr>
            </a:lvl8pPr>
            <a:lvl9pPr algn="ctr">
              <a:defRPr sz="1725" b="1">
                <a:solidFill>
                  <a:srgbClr val="60717D"/>
                </a:solidFill>
                <a:latin typeface="Noto Sans CJK SC"/>
                <a:ea typeface="Noto Sans CJK SC"/>
                <a:cs typeface="Noto Sans CJK SC"/>
              </a:defRPr>
            </a:lvl9pPr>
          </a:lstStyle>
          <a:p xmlns:a="http://schemas.openxmlformats.org/drawingml/2006/main">
            <a:pPr algn="ctr">
              <a:defRPr sz="1725" b="1">
                <a:solidFill>
                  <a:srgbClr val="60717D"/>
                </a:solidFill>
                <a:latin typeface="Noto Sans CJK SC"/>
                <a:ea typeface="Noto Sans CJK SC"/>
                <a:cs typeface="Noto Sans CJK SC"/>
              </a:defRPr>
            </a:pPr>
            <a:r>
              <a:rPr sz="1725" b="1">
                <a:solidFill>
                  <a:srgbClr val="60717D"/>
                </a:solidFill>
                <a:latin typeface="Noto Sans CJK SC"/>
                <a:ea typeface="Noto Sans CJK SC"/>
                <a:cs typeface="Noto Sans CJK SC"/>
              </a:rPr>
              <a:t>cL、cR 与两点位置</a:t>
            </a:r>
          </a:p>
          <a:p xmlns:a="http://schemas.openxmlformats.org/drawingml/2006/main">
            <a:pPr algn="ctr">
              <a:defRPr sz="1725" b="1">
                <a:solidFill>
                  <a:srgbClr val="60717D"/>
                </a:solidFill>
                <a:latin typeface="Noto Sans CJK SC"/>
                <a:ea typeface="Noto Sans CJK SC"/>
                <a:cs typeface="Noto Sans CJK SC"/>
              </a:defRPr>
            </a:pPr>
            <a:r>
              <a:rPr sz="1725" b="1">
                <a:solidFill>
                  <a:srgbClr val="60717D"/>
                </a:solidFill>
                <a:latin typeface="Noto Sans CJK SC"/>
                <a:ea typeface="Noto Sans CJK SC"/>
                <a:cs typeface="Noto Sans CJK SC"/>
              </a:rPr>
              <a:t>实际时间戳 t</a:t>
            </a:r>
          </a:p>
          <a:p xmlns:a="http://schemas.openxmlformats.org/drawingml/2006/main">
            <a:pPr algn="ctr">
              <a:defRPr sz="1725" b="1">
                <a:solidFill>
                  <a:srgbClr val="60717D"/>
                </a:solidFill>
                <a:latin typeface="Noto Sans CJK SC"/>
                <a:ea typeface="Noto Sans CJK SC"/>
                <a:cs typeface="Noto Sans CJK SC"/>
              </a:defRPr>
            </a:pPr>
            <a:r>
              <a:rPr sz="1725" b="1">
                <a:solidFill>
                  <a:srgbClr val="60717D"/>
                </a:solidFill>
                <a:latin typeface="Noto Sans CJK SC"/>
                <a:ea typeface="Noto Sans CJK SC"/>
                <a:cs typeface="Noto Sans CJK SC"/>
              </a:rPr>
              <a:t>局地风 u（可用时）</a:t>
            </a:r>
          </a:p>
        </p:txBody>
      </p:sp>
      <p:sp>
        <p:nvSpPr>
          <p:cNvPr id="8" name="raw_pair_axis">
            <a:extLst xmlns:a="http://schemas.openxmlformats.org/drawingml/2006/main">
              <a:ext uri="{FF2B5EF4-FFF2-40B4-BE49-F238E27FC236}">
                <a16:creationId xmlns:a16="http://schemas.microsoft.com/office/drawing/2014/main" id="{96B409A0-31CF-4786-B02F-4865B9A7DD8A}"/>
              </a:ext>
            </a:extLst>
          </p:cNvPr>
          <p:cNvSpPr>
            <a:spLocks xmlns:a="http://schemas.openxmlformats.org/drawingml/2006/main" noGrp="1"/>
          </p:cNvSpPr>
          <p:nvPr/>
        </p:nvSpPr>
        <p:spPr>
          <a:xfrm xmlns:a="http://schemas.openxmlformats.org/drawingml/2006/main" flipH="0" flipV="0">
            <a:off x="638175" y="4124325"/>
            <a:ext cx="2286000" cy="0"/>
          </a:xfrm>
          <a:prstGeom xmlns:a="http://schemas.openxmlformats.org/drawingml/2006/main" prst="line">
            <a:avLst/>
          </a:prstGeom>
          <a:noFill xmlns:a="http://schemas.openxmlformats.org/drawingml/2006/main"/>
          <a:ln xmlns:a="http://schemas.openxmlformats.org/drawingml/2006/main" w="11430">
            <a:solidFill>
              <a:srgbClr val="CBD5DD"/>
            </a:solidFill>
            <a:prstDash val="solid"/>
          </a:ln>
        </p:spPr>
      </p:sp>
      <p:sp>
        <p:nvSpPr>
          <p:cNvPr id="9" name="raw_pair_0">
            <a:extLst xmlns:a="http://schemas.openxmlformats.org/drawingml/2006/main">
              <a:ext uri="{FF2B5EF4-FFF2-40B4-BE49-F238E27FC236}">
                <a16:creationId xmlns:a16="http://schemas.microsoft.com/office/drawing/2014/main" id="{0BAE60B6-6AA8-421A-BC0C-0DE0CC487B9E}"/>
              </a:ext>
            </a:extLst>
          </p:cNvPr>
          <p:cNvSpPr>
            <a:spLocks xmlns:a="http://schemas.openxmlformats.org/drawingml/2006/main" noGrp="1"/>
          </p:cNvSpPr>
          <p:nvPr/>
        </p:nvSpPr>
        <p:spPr>
          <a:xfrm xmlns:a="http://schemas.openxmlformats.org/drawingml/2006/main">
            <a:off x="638175" y="3295650"/>
            <a:ext cx="2286000" cy="828675"/>
          </a:xfrm>
          <a:custGeom xmlns:a="http://schemas.openxmlformats.org/drawingml/2006/main">
            <a:pathLst>
              <a:path w="2286000" h="828675">
                <a:moveTo>
                  <a:pt x="0" y="621506"/>
                </a:moveTo>
                <a:lnTo>
                  <a:pt x="35719" y="621505"/>
                </a:lnTo>
                <a:lnTo>
                  <a:pt x="71438" y="621502"/>
                </a:lnTo>
                <a:lnTo>
                  <a:pt x="107156" y="621490"/>
                </a:lnTo>
                <a:lnTo>
                  <a:pt x="142875" y="621451"/>
                </a:lnTo>
                <a:lnTo>
                  <a:pt x="178594" y="621336"/>
                </a:lnTo>
                <a:lnTo>
                  <a:pt x="214313" y="621022"/>
                </a:lnTo>
                <a:lnTo>
                  <a:pt x="250031" y="620231"/>
                </a:lnTo>
                <a:lnTo>
                  <a:pt x="285750" y="618391"/>
                </a:lnTo>
                <a:lnTo>
                  <a:pt x="321469" y="614460"/>
                </a:lnTo>
                <a:lnTo>
                  <a:pt x="357188" y="606737"/>
                </a:lnTo>
                <a:lnTo>
                  <a:pt x="392906" y="592823"/>
                </a:lnTo>
                <a:lnTo>
                  <a:pt x="428625" y="569893"/>
                </a:lnTo>
                <a:lnTo>
                  <a:pt x="464344" y="535454"/>
                </a:lnTo>
                <a:lnTo>
                  <a:pt x="500063" y="488576"/>
                </a:lnTo>
                <a:lnTo>
                  <a:pt x="535781" y="431243"/>
                </a:lnTo>
                <a:lnTo>
                  <a:pt x="571500" y="369187"/>
                </a:lnTo>
                <a:lnTo>
                  <a:pt x="607219" y="311470"/>
                </a:lnTo>
                <a:lnTo>
                  <a:pt x="642938" y="268534"/>
                </a:lnTo>
                <a:lnTo>
                  <a:pt x="678656" y="249171"/>
                </a:lnTo>
                <a:lnTo>
                  <a:pt x="714375" y="257595"/>
                </a:lnTo>
                <a:lnTo>
                  <a:pt x="750094" y="291953"/>
                </a:lnTo>
                <a:lnTo>
                  <a:pt x="785813" y="344985"/>
                </a:lnTo>
                <a:lnTo>
                  <a:pt x="821531" y="406511"/>
                </a:lnTo>
                <a:lnTo>
                  <a:pt x="857250" y="466589"/>
                </a:lnTo>
                <a:lnTo>
                  <a:pt x="892969" y="517988"/>
                </a:lnTo>
                <a:lnTo>
                  <a:pt x="928688" y="557204"/>
                </a:lnTo>
                <a:lnTo>
                  <a:pt x="964406" y="584034"/>
                </a:lnTo>
                <a:lnTo>
                  <a:pt x="1000125" y="600309"/>
                </a:lnTo>
                <a:lnTo>
                  <a:pt x="1035844" y="608503"/>
                </a:lnTo>
                <a:lnTo>
                  <a:pt x="1071563" y="610737"/>
                </a:lnTo>
                <a:lnTo>
                  <a:pt x="1107281" y="608291"/>
                </a:lnTo>
                <a:lnTo>
                  <a:pt x="1143000" y="601568"/>
                </a:lnTo>
                <a:lnTo>
                  <a:pt x="1178719" y="590324"/>
                </a:lnTo>
                <a:lnTo>
                  <a:pt x="1214438" y="574039"/>
                </a:lnTo>
                <a:lnTo>
                  <a:pt x="1250156" y="552339"/>
                </a:lnTo>
                <a:lnTo>
                  <a:pt x="1285875" y="525414"/>
                </a:lnTo>
                <a:lnTo>
                  <a:pt x="1321594" y="494337"/>
                </a:lnTo>
                <a:lnTo>
                  <a:pt x="1357313" y="461221"/>
                </a:lnTo>
                <a:lnTo>
                  <a:pt x="1393031" y="429108"/>
                </a:lnTo>
                <a:lnTo>
                  <a:pt x="1428750" y="401566"/>
                </a:lnTo>
                <a:lnTo>
                  <a:pt x="1464469" y="382063"/>
                </a:lnTo>
                <a:lnTo>
                  <a:pt x="1500188" y="373253"/>
                </a:lnTo>
                <a:lnTo>
                  <a:pt x="1535906" y="376385"/>
                </a:lnTo>
                <a:lnTo>
                  <a:pt x="1571625" y="391011"/>
                </a:lnTo>
                <a:lnTo>
                  <a:pt x="1607344" y="415093"/>
                </a:lnTo>
                <a:lnTo>
                  <a:pt x="1643063" y="445468"/>
                </a:lnTo>
                <a:lnTo>
                  <a:pt x="1678781" y="478528"/>
                </a:lnTo>
                <a:lnTo>
                  <a:pt x="1714500" y="510913"/>
                </a:lnTo>
                <a:lnTo>
                  <a:pt x="1750219" y="540040"/>
                </a:lnTo>
                <a:lnTo>
                  <a:pt x="1785938" y="564355"/>
                </a:lnTo>
                <a:lnTo>
                  <a:pt x="1821656" y="583324"/>
                </a:lnTo>
                <a:lnTo>
                  <a:pt x="1857375" y="597212"/>
                </a:lnTo>
                <a:lnTo>
                  <a:pt x="1893094" y="606786"/>
                </a:lnTo>
                <a:lnTo>
                  <a:pt x="1928813" y="613011"/>
                </a:lnTo>
                <a:lnTo>
                  <a:pt x="1964531" y="616838"/>
                </a:lnTo>
                <a:lnTo>
                  <a:pt x="2000250" y="619063"/>
                </a:lnTo>
                <a:lnTo>
                  <a:pt x="2035969" y="620288"/>
                </a:lnTo>
                <a:lnTo>
                  <a:pt x="2071688" y="620928"/>
                </a:lnTo>
                <a:lnTo>
                  <a:pt x="2107406" y="621245"/>
                </a:lnTo>
                <a:lnTo>
                  <a:pt x="2143125" y="621394"/>
                </a:lnTo>
                <a:lnTo>
                  <a:pt x="2178844" y="621460"/>
                </a:lnTo>
                <a:lnTo>
                  <a:pt x="2214563" y="621488"/>
                </a:lnTo>
                <a:lnTo>
                  <a:pt x="2250281" y="621500"/>
                </a:lnTo>
                <a:lnTo>
                  <a:pt x="2286000" y="621504"/>
                </a:lnTo>
              </a:path>
            </a:pathLst>
          </a:custGeom>
          <a:noFill xmlns:a="http://schemas.openxmlformats.org/drawingml/2006/main"/>
          <a:ln xmlns:a="http://schemas.openxmlformats.org/drawingml/2006/main" w="23813">
            <a:solidFill>
              <a:srgbClr val="286D9C"/>
            </a:solidFill>
            <a:prstDash val="solid"/>
          </a:ln>
        </p:spPr>
      </p:sp>
      <p:sp>
        <p:nvSpPr>
          <p:cNvPr id="10" name="raw_pair_1">
            <a:extLst xmlns:a="http://schemas.openxmlformats.org/drawingml/2006/main">
              <a:ext uri="{FF2B5EF4-FFF2-40B4-BE49-F238E27FC236}">
                <a16:creationId xmlns:a16="http://schemas.microsoft.com/office/drawing/2014/main" id="{AA395554-A4E8-46D3-A2AC-D3299FB8EC9A}"/>
              </a:ext>
            </a:extLst>
          </p:cNvPr>
          <p:cNvSpPr>
            <a:spLocks xmlns:a="http://schemas.openxmlformats.org/drawingml/2006/main" noGrp="1"/>
          </p:cNvSpPr>
          <p:nvPr/>
        </p:nvSpPr>
        <p:spPr>
          <a:xfrm xmlns:a="http://schemas.openxmlformats.org/drawingml/2006/main">
            <a:off x="638175" y="3295650"/>
            <a:ext cx="2286000" cy="828675"/>
          </a:xfrm>
          <a:custGeom xmlns:a="http://schemas.openxmlformats.org/drawingml/2006/main">
            <a:pathLst>
              <a:path w="2286000" h="828675">
                <a:moveTo>
                  <a:pt x="0" y="669131"/>
                </a:moveTo>
                <a:lnTo>
                  <a:pt x="35719" y="669131"/>
                </a:lnTo>
                <a:lnTo>
                  <a:pt x="71438" y="669131"/>
                </a:lnTo>
                <a:lnTo>
                  <a:pt x="107156" y="669131"/>
                </a:lnTo>
                <a:lnTo>
                  <a:pt x="142875" y="669129"/>
                </a:lnTo>
                <a:lnTo>
                  <a:pt x="178594" y="669123"/>
                </a:lnTo>
                <a:lnTo>
                  <a:pt x="214313" y="669103"/>
                </a:lnTo>
                <a:lnTo>
                  <a:pt x="250031" y="669040"/>
                </a:lnTo>
                <a:lnTo>
                  <a:pt x="285750" y="668859"/>
                </a:lnTo>
                <a:lnTo>
                  <a:pt x="321469" y="668383"/>
                </a:lnTo>
                <a:lnTo>
                  <a:pt x="357188" y="667224"/>
                </a:lnTo>
                <a:lnTo>
                  <a:pt x="392906" y="664628"/>
                </a:lnTo>
                <a:lnTo>
                  <a:pt x="428625" y="659281"/>
                </a:lnTo>
                <a:lnTo>
                  <a:pt x="464344" y="649166"/>
                </a:lnTo>
                <a:lnTo>
                  <a:pt x="500063" y="631636"/>
                </a:lnTo>
                <a:lnTo>
                  <a:pt x="535781" y="603890"/>
                </a:lnTo>
                <a:lnTo>
                  <a:pt x="571500" y="563949"/>
                </a:lnTo>
                <a:lnTo>
                  <a:pt x="607219" y="512012"/>
                </a:lnTo>
                <a:lnTo>
                  <a:pt x="642938" y="451671"/>
                </a:lnTo>
                <a:lnTo>
                  <a:pt x="678656" y="390263"/>
                </a:lnTo>
                <a:lnTo>
                  <a:pt x="714375" y="337782"/>
                </a:lnTo>
                <a:lnTo>
                  <a:pt x="750094" y="304339"/>
                </a:lnTo>
                <a:lnTo>
                  <a:pt x="785813" y="297008"/>
                </a:lnTo>
                <a:lnTo>
                  <a:pt x="821531" y="317376"/>
                </a:lnTo>
                <a:lnTo>
                  <a:pt x="857250" y="360967"/>
                </a:lnTo>
                <a:lnTo>
                  <a:pt x="892969" y="418784"/>
                </a:lnTo>
                <a:lnTo>
                  <a:pt x="928688" y="480249"/>
                </a:lnTo>
                <a:lnTo>
                  <a:pt x="964406" y="536168"/>
                </a:lnTo>
                <a:lnTo>
                  <a:pt x="1000125" y="580580"/>
                </a:lnTo>
                <a:lnTo>
                  <a:pt x="1035844" y="611077"/>
                </a:lnTo>
                <a:lnTo>
                  <a:pt x="1071563" y="627919"/>
                </a:lnTo>
                <a:lnTo>
                  <a:pt x="1107281" y="632708"/>
                </a:lnTo>
                <a:lnTo>
                  <a:pt x="1143000" y="627284"/>
                </a:lnTo>
                <a:lnTo>
                  <a:pt x="1178719" y="613193"/>
                </a:lnTo>
                <a:lnTo>
                  <a:pt x="1214438" y="591715"/>
                </a:lnTo>
                <a:lnTo>
                  <a:pt x="1250156" y="564225"/>
                </a:lnTo>
                <a:lnTo>
                  <a:pt x="1285875" y="532618"/>
                </a:lnTo>
                <a:lnTo>
                  <a:pt x="1321594" y="499553"/>
                </a:lnTo>
                <a:lnTo>
                  <a:pt x="1357313" y="468388"/>
                </a:lnTo>
                <a:lnTo>
                  <a:pt x="1393031" y="442780"/>
                </a:lnTo>
                <a:lnTo>
                  <a:pt x="1428750" y="426059"/>
                </a:lnTo>
                <a:lnTo>
                  <a:pt x="1464469" y="420538"/>
                </a:lnTo>
                <a:lnTo>
                  <a:pt x="1500188" y="427007"/>
                </a:lnTo>
                <a:lnTo>
                  <a:pt x="1535906" y="444546"/>
                </a:lnTo>
                <a:lnTo>
                  <a:pt x="1571625" y="470742"/>
                </a:lnTo>
                <a:lnTo>
                  <a:pt x="1607344" y="502234"/>
                </a:lnTo>
                <a:lnTo>
                  <a:pt x="1643063" y="535418"/>
                </a:lnTo>
                <a:lnTo>
                  <a:pt x="1678781" y="567109"/>
                </a:lnTo>
                <a:lnTo>
                  <a:pt x="1714500" y="594999"/>
                </a:lnTo>
                <a:lnTo>
                  <a:pt x="1750219" y="617831"/>
                </a:lnTo>
                <a:lnTo>
                  <a:pt x="1785938" y="635323"/>
                </a:lnTo>
                <a:lnTo>
                  <a:pt x="1821656" y="647913"/>
                </a:lnTo>
                <a:lnTo>
                  <a:pt x="1857375" y="656449"/>
                </a:lnTo>
                <a:lnTo>
                  <a:pt x="1893094" y="661912"/>
                </a:lnTo>
                <a:lnTo>
                  <a:pt x="1928813" y="665218"/>
                </a:lnTo>
                <a:lnTo>
                  <a:pt x="1964531" y="667111"/>
                </a:lnTo>
                <a:lnTo>
                  <a:pt x="2000250" y="668138"/>
                </a:lnTo>
                <a:lnTo>
                  <a:pt x="2035969" y="668666"/>
                </a:lnTo>
                <a:lnTo>
                  <a:pt x="2071688" y="668924"/>
                </a:lnTo>
                <a:lnTo>
                  <a:pt x="2107406" y="669043"/>
                </a:lnTo>
                <a:lnTo>
                  <a:pt x="2143125" y="669096"/>
                </a:lnTo>
                <a:lnTo>
                  <a:pt x="2178844" y="669118"/>
                </a:lnTo>
                <a:lnTo>
                  <a:pt x="2214563" y="669126"/>
                </a:lnTo>
                <a:lnTo>
                  <a:pt x="2250281" y="669129"/>
                </a:lnTo>
                <a:lnTo>
                  <a:pt x="2286000" y="669131"/>
                </a:lnTo>
              </a:path>
            </a:pathLst>
          </a:custGeom>
          <a:noFill xmlns:a="http://schemas.openxmlformats.org/drawingml/2006/main"/>
          <a:ln xmlns:a="http://schemas.openxmlformats.org/drawingml/2006/main" w="23813">
            <a:solidFill>
              <a:srgbClr val="B16B26"/>
            </a:solidFill>
            <a:prstDash val="solid"/>
          </a:ln>
        </p:spPr>
      </p:sp>
      <p:sp>
        <p:nvSpPr>
          <p:cNvPr id="11" name="raw_pair_L">
            <a:extLst xmlns:a="http://schemas.openxmlformats.org/drawingml/2006/main">
              <a:ext uri="{FF2B5EF4-FFF2-40B4-BE49-F238E27FC236}">
                <a16:creationId xmlns:a16="http://schemas.microsoft.com/office/drawing/2014/main" id="{891AAA8B-6041-4ABB-98D8-D026F4639570}"/>
              </a:ext>
            </a:extLst>
          </p:cNvPr>
          <p:cNvSpPr>
            <a:spLocks xmlns:a="http://schemas.openxmlformats.org/drawingml/2006/main" noGrp="1"/>
          </p:cNvSpPr>
          <p:nvPr/>
        </p:nvSpPr>
        <p:spPr>
          <a:xfrm xmlns:a="http://schemas.openxmlformats.org/drawingml/2006/main">
            <a:off x="685800" y="3124200"/>
            <a:ext cx="228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lgn="l">
              <a:defRPr sz="1500" b="1">
                <a:solidFill>
                  <a:srgbClr val="286D9C"/>
                </a:solidFill>
                <a:latin typeface="Noto Sans CJK SC"/>
                <a:ea typeface="Noto Sans CJK SC"/>
                <a:cs typeface="Noto Sans CJK SC"/>
              </a:defRPr>
            </a:defPPr>
            <a:lvl1pPr algn="l">
              <a:defRPr sz="1500" b="1">
                <a:solidFill>
                  <a:srgbClr val="286D9C"/>
                </a:solidFill>
                <a:latin typeface="Noto Sans CJK SC"/>
                <a:ea typeface="Noto Sans CJK SC"/>
                <a:cs typeface="Noto Sans CJK SC"/>
              </a:defRPr>
            </a:lvl1pPr>
            <a:lvl2pPr algn="l">
              <a:defRPr sz="1500" b="1">
                <a:solidFill>
                  <a:srgbClr val="286D9C"/>
                </a:solidFill>
                <a:latin typeface="Noto Sans CJK SC"/>
                <a:ea typeface="Noto Sans CJK SC"/>
                <a:cs typeface="Noto Sans CJK SC"/>
              </a:defRPr>
            </a:lvl2pPr>
            <a:lvl3pPr algn="l">
              <a:defRPr sz="1500" b="1">
                <a:solidFill>
                  <a:srgbClr val="286D9C"/>
                </a:solidFill>
                <a:latin typeface="Noto Sans CJK SC"/>
                <a:ea typeface="Noto Sans CJK SC"/>
                <a:cs typeface="Noto Sans CJK SC"/>
              </a:defRPr>
            </a:lvl3pPr>
            <a:lvl4pPr algn="l">
              <a:defRPr sz="1500" b="1">
                <a:solidFill>
                  <a:srgbClr val="286D9C"/>
                </a:solidFill>
                <a:latin typeface="Noto Sans CJK SC"/>
                <a:ea typeface="Noto Sans CJK SC"/>
                <a:cs typeface="Noto Sans CJK SC"/>
              </a:defRPr>
            </a:lvl4pPr>
            <a:lvl5pPr algn="l">
              <a:defRPr sz="1500" b="1">
                <a:solidFill>
                  <a:srgbClr val="286D9C"/>
                </a:solidFill>
                <a:latin typeface="Noto Sans CJK SC"/>
                <a:ea typeface="Noto Sans CJK SC"/>
                <a:cs typeface="Noto Sans CJK SC"/>
              </a:defRPr>
            </a:lvl5pPr>
            <a:lvl6pPr algn="l">
              <a:defRPr sz="1500" b="1">
                <a:solidFill>
                  <a:srgbClr val="286D9C"/>
                </a:solidFill>
                <a:latin typeface="Noto Sans CJK SC"/>
                <a:ea typeface="Noto Sans CJK SC"/>
                <a:cs typeface="Noto Sans CJK SC"/>
              </a:defRPr>
            </a:lvl6pPr>
            <a:lvl7pPr algn="l">
              <a:defRPr sz="1500" b="1">
                <a:solidFill>
                  <a:srgbClr val="286D9C"/>
                </a:solidFill>
                <a:latin typeface="Noto Sans CJK SC"/>
                <a:ea typeface="Noto Sans CJK SC"/>
                <a:cs typeface="Noto Sans CJK SC"/>
              </a:defRPr>
            </a:lvl7pPr>
            <a:lvl8pPr algn="l">
              <a:defRPr sz="1500" b="1">
                <a:solidFill>
                  <a:srgbClr val="286D9C"/>
                </a:solidFill>
                <a:latin typeface="Noto Sans CJK SC"/>
                <a:ea typeface="Noto Sans CJK SC"/>
                <a:cs typeface="Noto Sans CJK SC"/>
              </a:defRPr>
            </a:lvl8pPr>
            <a:lvl9pPr algn="l">
              <a:defRPr sz="1500" b="1">
                <a:solidFill>
                  <a:srgbClr val="286D9C"/>
                </a:solidFill>
                <a:latin typeface="Noto Sans CJK SC"/>
                <a:ea typeface="Noto Sans CJK SC"/>
                <a:cs typeface="Noto Sans CJK SC"/>
              </a:defRPr>
            </a:lvl9pPr>
          </a:lstStyle>
          <a:p xmlns:a="http://schemas.openxmlformats.org/drawingml/2006/main">
            <a:pPr algn="l">
              <a:defRPr sz="1500" b="1">
                <a:solidFill>
                  <a:srgbClr val="286D9C"/>
                </a:solidFill>
                <a:latin typeface="Noto Sans CJK SC"/>
                <a:ea typeface="Noto Sans CJK SC"/>
                <a:cs typeface="Noto Sans CJK SC"/>
              </a:defRPr>
            </a:pPr>
            <a:r>
              <a:rPr sz="1500" b="1">
                <a:solidFill>
                  <a:srgbClr val="286D9C"/>
                </a:solidFill>
                <a:latin typeface="Noto Sans CJK SC"/>
                <a:ea typeface="Noto Sans CJK SC"/>
                <a:cs typeface="Noto Sans CJK SC"/>
              </a:rPr>
              <a:t>L</a:t>
            </a:r>
          </a:p>
        </p:txBody>
      </p:sp>
      <p:sp>
        <p:nvSpPr>
          <p:cNvPr id="12" name="raw_pair_R">
            <a:extLst xmlns:a="http://schemas.openxmlformats.org/drawingml/2006/main">
              <a:ext uri="{FF2B5EF4-FFF2-40B4-BE49-F238E27FC236}">
                <a16:creationId xmlns:a16="http://schemas.microsoft.com/office/drawing/2014/main" id="{33E58D4E-198D-420C-BFB7-18769958423B}"/>
              </a:ext>
            </a:extLst>
          </p:cNvPr>
          <p:cNvSpPr>
            <a:spLocks xmlns:a="http://schemas.openxmlformats.org/drawingml/2006/main" noGrp="1"/>
          </p:cNvSpPr>
          <p:nvPr/>
        </p:nvSpPr>
        <p:spPr>
          <a:xfrm xmlns:a="http://schemas.openxmlformats.org/drawingml/2006/main">
            <a:off x="962025" y="3124200"/>
            <a:ext cx="228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lgn="l">
              <a:defRPr sz="1500" b="1">
                <a:solidFill>
                  <a:srgbClr val="B16B26"/>
                </a:solidFill>
                <a:latin typeface="Noto Sans CJK SC"/>
                <a:ea typeface="Noto Sans CJK SC"/>
                <a:cs typeface="Noto Sans CJK SC"/>
              </a:defRPr>
            </a:defPPr>
            <a:lvl1pPr algn="l">
              <a:defRPr sz="1500" b="1">
                <a:solidFill>
                  <a:srgbClr val="B16B26"/>
                </a:solidFill>
                <a:latin typeface="Noto Sans CJK SC"/>
                <a:ea typeface="Noto Sans CJK SC"/>
                <a:cs typeface="Noto Sans CJK SC"/>
              </a:defRPr>
            </a:lvl1pPr>
            <a:lvl2pPr algn="l">
              <a:defRPr sz="1500" b="1">
                <a:solidFill>
                  <a:srgbClr val="B16B26"/>
                </a:solidFill>
                <a:latin typeface="Noto Sans CJK SC"/>
                <a:ea typeface="Noto Sans CJK SC"/>
                <a:cs typeface="Noto Sans CJK SC"/>
              </a:defRPr>
            </a:lvl2pPr>
            <a:lvl3pPr algn="l">
              <a:defRPr sz="1500" b="1">
                <a:solidFill>
                  <a:srgbClr val="B16B26"/>
                </a:solidFill>
                <a:latin typeface="Noto Sans CJK SC"/>
                <a:ea typeface="Noto Sans CJK SC"/>
                <a:cs typeface="Noto Sans CJK SC"/>
              </a:defRPr>
            </a:lvl3pPr>
            <a:lvl4pPr algn="l">
              <a:defRPr sz="1500" b="1">
                <a:solidFill>
                  <a:srgbClr val="B16B26"/>
                </a:solidFill>
                <a:latin typeface="Noto Sans CJK SC"/>
                <a:ea typeface="Noto Sans CJK SC"/>
                <a:cs typeface="Noto Sans CJK SC"/>
              </a:defRPr>
            </a:lvl4pPr>
            <a:lvl5pPr algn="l">
              <a:defRPr sz="1500" b="1">
                <a:solidFill>
                  <a:srgbClr val="B16B26"/>
                </a:solidFill>
                <a:latin typeface="Noto Sans CJK SC"/>
                <a:ea typeface="Noto Sans CJK SC"/>
                <a:cs typeface="Noto Sans CJK SC"/>
              </a:defRPr>
            </a:lvl5pPr>
            <a:lvl6pPr algn="l">
              <a:defRPr sz="1500" b="1">
                <a:solidFill>
                  <a:srgbClr val="B16B26"/>
                </a:solidFill>
                <a:latin typeface="Noto Sans CJK SC"/>
                <a:ea typeface="Noto Sans CJK SC"/>
                <a:cs typeface="Noto Sans CJK SC"/>
              </a:defRPr>
            </a:lvl6pPr>
            <a:lvl7pPr algn="l">
              <a:defRPr sz="1500" b="1">
                <a:solidFill>
                  <a:srgbClr val="B16B26"/>
                </a:solidFill>
                <a:latin typeface="Noto Sans CJK SC"/>
                <a:ea typeface="Noto Sans CJK SC"/>
                <a:cs typeface="Noto Sans CJK SC"/>
              </a:defRPr>
            </a:lvl7pPr>
            <a:lvl8pPr algn="l">
              <a:defRPr sz="1500" b="1">
                <a:solidFill>
                  <a:srgbClr val="B16B26"/>
                </a:solidFill>
                <a:latin typeface="Noto Sans CJK SC"/>
                <a:ea typeface="Noto Sans CJK SC"/>
                <a:cs typeface="Noto Sans CJK SC"/>
              </a:defRPr>
            </a:lvl8pPr>
            <a:lvl9pPr algn="l">
              <a:defRPr sz="1500" b="1">
                <a:solidFill>
                  <a:srgbClr val="B16B26"/>
                </a:solidFill>
                <a:latin typeface="Noto Sans CJK SC"/>
                <a:ea typeface="Noto Sans CJK SC"/>
                <a:cs typeface="Noto Sans CJK SC"/>
              </a:defRPr>
            </a:lvl9pPr>
          </a:lstStyle>
          <a:p xmlns:a="http://schemas.openxmlformats.org/drawingml/2006/main">
            <a:pPr algn="l">
              <a:defRPr sz="1500" b="1">
                <a:solidFill>
                  <a:srgbClr val="B16B26"/>
                </a:solidFill>
                <a:latin typeface="Noto Sans CJK SC"/>
                <a:ea typeface="Noto Sans CJK SC"/>
                <a:cs typeface="Noto Sans CJK SC"/>
              </a:defRPr>
            </a:pPr>
            <a:r>
              <a:rPr sz="1500" b="1">
                <a:solidFill>
                  <a:srgbClr val="B16B26"/>
                </a:solidFill>
                <a:latin typeface="Noto Sans CJK SC"/>
                <a:ea typeface="Noto Sans CJK SC"/>
                <a:cs typeface="Noto Sans CJK SC"/>
              </a:rPr>
              <a:t>R</a:t>
            </a:r>
          </a:p>
        </p:txBody>
      </p:sp>
      <p:sp>
        <p:nvSpPr>
          <p:cNvPr id="13" name="raw_note">
            <a:extLst xmlns:a="http://schemas.openxmlformats.org/drawingml/2006/main">
              <a:ext uri="{FF2B5EF4-FFF2-40B4-BE49-F238E27FC236}">
                <a16:creationId xmlns:a16="http://schemas.microsoft.com/office/drawing/2014/main" id="{E9F6FCAD-BE78-459B-B4B9-9E615F8FA923}"/>
              </a:ext>
            </a:extLst>
          </p:cNvPr>
          <p:cNvSpPr>
            <a:spLocks xmlns:a="http://schemas.openxmlformats.org/drawingml/2006/main" noGrp="1"/>
          </p:cNvSpPr>
          <p:nvPr/>
        </p:nvSpPr>
        <p:spPr>
          <a:xfrm xmlns:a="http://schemas.openxmlformats.org/drawingml/2006/main">
            <a:off x="628650" y="4238625"/>
            <a:ext cx="2286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lgn="l">
              <a:defRPr sz="1575" b="0">
                <a:solidFill>
                  <a:srgbClr val="60717D"/>
                </a:solidFill>
                <a:latin typeface="Noto Sans CJK SC"/>
                <a:ea typeface="Noto Sans CJK SC"/>
                <a:cs typeface="Noto Sans CJK SC"/>
              </a:defRPr>
            </a:defPPr>
            <a:lvl1pPr algn="l">
              <a:defRPr sz="1575" b="0">
                <a:solidFill>
                  <a:srgbClr val="60717D"/>
                </a:solidFill>
                <a:latin typeface="Noto Sans CJK SC"/>
                <a:ea typeface="Noto Sans CJK SC"/>
                <a:cs typeface="Noto Sans CJK SC"/>
              </a:defRPr>
            </a:lvl1pPr>
            <a:lvl2pPr algn="l">
              <a:defRPr sz="1575" b="0">
                <a:solidFill>
                  <a:srgbClr val="60717D"/>
                </a:solidFill>
                <a:latin typeface="Noto Sans CJK SC"/>
                <a:ea typeface="Noto Sans CJK SC"/>
                <a:cs typeface="Noto Sans CJK SC"/>
              </a:defRPr>
            </a:lvl2pPr>
            <a:lvl3pPr algn="l">
              <a:defRPr sz="1575" b="0">
                <a:solidFill>
                  <a:srgbClr val="60717D"/>
                </a:solidFill>
                <a:latin typeface="Noto Sans CJK SC"/>
                <a:ea typeface="Noto Sans CJK SC"/>
                <a:cs typeface="Noto Sans CJK SC"/>
              </a:defRPr>
            </a:lvl3pPr>
            <a:lvl4pPr algn="l">
              <a:defRPr sz="1575" b="0">
                <a:solidFill>
                  <a:srgbClr val="60717D"/>
                </a:solidFill>
                <a:latin typeface="Noto Sans CJK SC"/>
                <a:ea typeface="Noto Sans CJK SC"/>
                <a:cs typeface="Noto Sans CJK SC"/>
              </a:defRPr>
            </a:lvl4pPr>
            <a:lvl5pPr algn="l">
              <a:defRPr sz="1575" b="0">
                <a:solidFill>
                  <a:srgbClr val="60717D"/>
                </a:solidFill>
                <a:latin typeface="Noto Sans CJK SC"/>
                <a:ea typeface="Noto Sans CJK SC"/>
                <a:cs typeface="Noto Sans CJK SC"/>
              </a:defRPr>
            </a:lvl5pPr>
            <a:lvl6pPr algn="l">
              <a:defRPr sz="1575" b="0">
                <a:solidFill>
                  <a:srgbClr val="60717D"/>
                </a:solidFill>
                <a:latin typeface="Noto Sans CJK SC"/>
                <a:ea typeface="Noto Sans CJK SC"/>
                <a:cs typeface="Noto Sans CJK SC"/>
              </a:defRPr>
            </a:lvl6pPr>
            <a:lvl7pPr algn="l">
              <a:defRPr sz="1575" b="0">
                <a:solidFill>
                  <a:srgbClr val="60717D"/>
                </a:solidFill>
                <a:latin typeface="Noto Sans CJK SC"/>
                <a:ea typeface="Noto Sans CJK SC"/>
                <a:cs typeface="Noto Sans CJK SC"/>
              </a:defRPr>
            </a:lvl7pPr>
            <a:lvl8pPr algn="l">
              <a:defRPr sz="1575" b="0">
                <a:solidFill>
                  <a:srgbClr val="60717D"/>
                </a:solidFill>
                <a:latin typeface="Noto Sans CJK SC"/>
                <a:ea typeface="Noto Sans CJK SC"/>
                <a:cs typeface="Noto Sans CJK SC"/>
              </a:defRPr>
            </a:lvl8pPr>
            <a:lvl9pPr algn="l">
              <a:defRPr sz="1575" b="0">
                <a:solidFill>
                  <a:srgbClr val="60717D"/>
                </a:solidFill>
                <a:latin typeface="Noto Sans CJK SC"/>
                <a:ea typeface="Noto Sans CJK SC"/>
                <a:cs typeface="Noto Sans CJK SC"/>
              </a:defRPr>
            </a:lvl9pPr>
          </a:lstStyle>
          <a:p xmlns:a="http://schemas.openxmlformats.org/drawingml/2006/main">
            <a:pPr algn="l">
              <a:defRPr sz="1575" b="0">
                <a:solidFill>
                  <a:srgbClr val="60717D"/>
                </a:solidFill>
                <a:latin typeface="Noto Sans CJK SC"/>
                <a:ea typeface="Noto Sans CJK SC"/>
                <a:cs typeface="Noto Sans CJK SC"/>
              </a:defRPr>
            </a:pPr>
            <a:r>
              <a:rPr sz="1575" b="0">
                <a:solidFill>
                  <a:srgbClr val="60717D"/>
                </a:solidFill>
                <a:latin typeface="Noto Sans CJK SC"/>
                <a:ea typeface="Noto Sans CJK SC"/>
                <a:cs typeface="Noto Sans CJK SC"/>
              </a:rPr>
              <a:t>原始双点记录</a:t>
            </a:r>
          </a:p>
        </p:txBody>
      </p:sp>
      <p:sp>
        <p:nvSpPr>
          <p:cNvPr id="14" name="wind_caption">
            <a:extLst xmlns:a="http://schemas.openxmlformats.org/drawingml/2006/main">
              <a:ext uri="{FF2B5EF4-FFF2-40B4-BE49-F238E27FC236}">
                <a16:creationId xmlns:a16="http://schemas.microsoft.com/office/drawing/2014/main" id="{4B732788-9ADC-4860-AB90-C0106D7C9B55}"/>
              </a:ext>
            </a:extLst>
          </p:cNvPr>
          <p:cNvSpPr>
            <a:spLocks xmlns:a="http://schemas.openxmlformats.org/drawingml/2006/main" noGrp="1"/>
          </p:cNvSpPr>
          <p:nvPr/>
        </p:nvSpPr>
        <p:spPr>
          <a:xfrm xmlns:a="http://schemas.openxmlformats.org/drawingml/2006/main">
            <a:off x="600075" y="6486525"/>
            <a:ext cx="238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lgn="l">
              <a:defRPr sz="1725" b="1">
                <a:solidFill>
                  <a:srgbClr val="247F70"/>
                </a:solidFill>
                <a:latin typeface="Noto Sans CJK SC"/>
                <a:ea typeface="Noto Sans CJK SC"/>
                <a:cs typeface="Noto Sans CJK SC"/>
              </a:defRPr>
            </a:defPPr>
            <a:lvl1pPr algn="l">
              <a:defRPr sz="1725" b="1">
                <a:solidFill>
                  <a:srgbClr val="247F70"/>
                </a:solidFill>
                <a:latin typeface="Noto Sans CJK SC"/>
                <a:ea typeface="Noto Sans CJK SC"/>
                <a:cs typeface="Noto Sans CJK SC"/>
              </a:defRPr>
            </a:lvl1pPr>
            <a:lvl2pPr algn="l">
              <a:defRPr sz="1725" b="1">
                <a:solidFill>
                  <a:srgbClr val="247F70"/>
                </a:solidFill>
                <a:latin typeface="Noto Sans CJK SC"/>
                <a:ea typeface="Noto Sans CJK SC"/>
                <a:cs typeface="Noto Sans CJK SC"/>
              </a:defRPr>
            </a:lvl2pPr>
            <a:lvl3pPr algn="l">
              <a:defRPr sz="1725" b="1">
                <a:solidFill>
                  <a:srgbClr val="247F70"/>
                </a:solidFill>
                <a:latin typeface="Noto Sans CJK SC"/>
                <a:ea typeface="Noto Sans CJK SC"/>
                <a:cs typeface="Noto Sans CJK SC"/>
              </a:defRPr>
            </a:lvl3pPr>
            <a:lvl4pPr algn="l">
              <a:defRPr sz="1725" b="1">
                <a:solidFill>
                  <a:srgbClr val="247F70"/>
                </a:solidFill>
                <a:latin typeface="Noto Sans CJK SC"/>
                <a:ea typeface="Noto Sans CJK SC"/>
                <a:cs typeface="Noto Sans CJK SC"/>
              </a:defRPr>
            </a:lvl4pPr>
            <a:lvl5pPr algn="l">
              <a:defRPr sz="1725" b="1">
                <a:solidFill>
                  <a:srgbClr val="247F70"/>
                </a:solidFill>
                <a:latin typeface="Noto Sans CJK SC"/>
                <a:ea typeface="Noto Sans CJK SC"/>
                <a:cs typeface="Noto Sans CJK SC"/>
              </a:defRPr>
            </a:lvl5pPr>
            <a:lvl6pPr algn="l">
              <a:defRPr sz="1725" b="1">
                <a:solidFill>
                  <a:srgbClr val="247F70"/>
                </a:solidFill>
                <a:latin typeface="Noto Sans CJK SC"/>
                <a:ea typeface="Noto Sans CJK SC"/>
                <a:cs typeface="Noto Sans CJK SC"/>
              </a:defRPr>
            </a:lvl6pPr>
            <a:lvl7pPr algn="l">
              <a:defRPr sz="1725" b="1">
                <a:solidFill>
                  <a:srgbClr val="247F70"/>
                </a:solidFill>
                <a:latin typeface="Noto Sans CJK SC"/>
                <a:ea typeface="Noto Sans CJK SC"/>
                <a:cs typeface="Noto Sans CJK SC"/>
              </a:defRPr>
            </a:lvl7pPr>
            <a:lvl8pPr algn="l">
              <a:defRPr sz="1725" b="1">
                <a:solidFill>
                  <a:srgbClr val="247F70"/>
                </a:solidFill>
                <a:latin typeface="Noto Sans CJK SC"/>
                <a:ea typeface="Noto Sans CJK SC"/>
                <a:cs typeface="Noto Sans CJK SC"/>
              </a:defRPr>
            </a:lvl8pPr>
            <a:lvl9pPr algn="l">
              <a:defRPr sz="1725" b="1">
                <a:solidFill>
                  <a:srgbClr val="247F70"/>
                </a:solidFill>
                <a:latin typeface="Noto Sans CJK SC"/>
                <a:ea typeface="Noto Sans CJK SC"/>
                <a:cs typeface="Noto Sans CJK SC"/>
              </a:defRPr>
            </a:lvl9pPr>
          </a:lstStyle>
          <a:p xmlns:a="http://schemas.openxmlformats.org/drawingml/2006/main">
            <a:pPr algn="l">
              <a:defRPr sz="1725" b="1">
                <a:solidFill>
                  <a:srgbClr val="247F70"/>
                </a:solidFill>
                <a:latin typeface="Noto Sans CJK SC"/>
                <a:ea typeface="Noto Sans CJK SC"/>
                <a:cs typeface="Noto Sans CJK SC"/>
              </a:defRPr>
            </a:pPr>
            <a:r>
              <a:rPr sz="1725" b="1">
                <a:solidFill>
                  <a:srgbClr val="247F70"/>
                </a:solidFill>
                <a:latin typeface="Noto Sans CJK SC"/>
                <a:ea typeface="Noto Sans CJK SC"/>
                <a:cs typeface="Noto Sans CJK SC"/>
              </a:rPr>
              <a:t>几何与风输入</a:t>
            </a:r>
          </a:p>
        </p:txBody>
      </p:sp>
      <p:sp>
        <p:nvSpPr>
          <p:cNvPr id="15" name="raw_ledger">
            <a:extLst xmlns:a="http://schemas.openxmlformats.org/drawingml/2006/main">
              <a:ext uri="{FF2B5EF4-FFF2-40B4-BE49-F238E27FC236}">
                <a16:creationId xmlns:a16="http://schemas.microsoft.com/office/drawing/2014/main" id="{90AE4F83-467F-42EA-9E8D-7DB163C519F8}"/>
              </a:ext>
            </a:extLst>
          </p:cNvPr>
          <p:cNvSpPr>
            <a:spLocks xmlns:a="http://schemas.openxmlformats.org/drawingml/2006/main" noGrp="1"/>
          </p:cNvSpPr>
          <p:nvPr/>
        </p:nvSpPr>
        <p:spPr>
          <a:xfrm xmlns:a="http://schemas.openxmlformats.org/drawingml/2006/main">
            <a:off x="457200" y="7058025"/>
            <a:ext cx="2667000" cy="723900"/>
          </a:xfrm>
          <a:prstGeom xmlns:a="http://schemas.openxmlformats.org/drawingml/2006/main" prst="roundRect">
            <a:avLst>
              <a:gd name="adj" fmla="val 10526"/>
            </a:avLst>
          </a:prstGeom>
          <a:solidFill xmlns:a="http://schemas.openxmlformats.org/drawingml/2006/main">
            <a:srgbClr val="FFFFFF"/>
          </a:solidFill>
          <a:ln xmlns:a="http://schemas.openxmlformats.org/drawingml/2006/main" w="13335">
            <a:solidFill>
              <a:srgbClr val="60717D"/>
            </a:solidFill>
            <a:prstDash val="solid"/>
          </a:ln>
        </p:spPr>
      </p:sp>
      <p:sp>
        <p:nvSpPr>
          <p:cNvPr id="16" name="raw_ledger_text">
            <a:extLst xmlns:a="http://schemas.openxmlformats.org/drawingml/2006/main">
              <a:ext uri="{FF2B5EF4-FFF2-40B4-BE49-F238E27FC236}">
                <a16:creationId xmlns:a16="http://schemas.microsoft.com/office/drawing/2014/main" id="{A670F041-6797-474C-AC09-FAC56095406E}"/>
              </a:ext>
            </a:extLst>
          </p:cNvPr>
          <p:cNvSpPr>
            <a:spLocks xmlns:a="http://schemas.openxmlformats.org/drawingml/2006/main" noGrp="1"/>
          </p:cNvSpPr>
          <p:nvPr/>
        </p:nvSpPr>
        <p:spPr>
          <a:xfrm xmlns:a="http://schemas.openxmlformats.org/drawingml/2006/main">
            <a:off x="590550" y="7134225"/>
            <a:ext cx="24003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lgn="ctr">
              <a:defRPr sz="1575" b="1">
                <a:solidFill>
                  <a:srgbClr val="60717D"/>
                </a:solidFill>
                <a:latin typeface="Noto Sans CJK SC"/>
                <a:ea typeface="Noto Sans CJK SC"/>
                <a:cs typeface="Noto Sans CJK SC"/>
              </a:defRPr>
            </a:defPPr>
            <a:lvl1pPr algn="ctr">
              <a:defRPr sz="1575" b="1">
                <a:solidFill>
                  <a:srgbClr val="60717D"/>
                </a:solidFill>
                <a:latin typeface="Noto Sans CJK SC"/>
                <a:ea typeface="Noto Sans CJK SC"/>
                <a:cs typeface="Noto Sans CJK SC"/>
              </a:defRPr>
            </a:lvl1pPr>
            <a:lvl2pPr algn="ctr">
              <a:defRPr sz="1575" b="1">
                <a:solidFill>
                  <a:srgbClr val="60717D"/>
                </a:solidFill>
                <a:latin typeface="Noto Sans CJK SC"/>
                <a:ea typeface="Noto Sans CJK SC"/>
                <a:cs typeface="Noto Sans CJK SC"/>
              </a:defRPr>
            </a:lvl2pPr>
            <a:lvl3pPr algn="ctr">
              <a:defRPr sz="1575" b="1">
                <a:solidFill>
                  <a:srgbClr val="60717D"/>
                </a:solidFill>
                <a:latin typeface="Noto Sans CJK SC"/>
                <a:ea typeface="Noto Sans CJK SC"/>
                <a:cs typeface="Noto Sans CJK SC"/>
              </a:defRPr>
            </a:lvl3pPr>
            <a:lvl4pPr algn="ctr">
              <a:defRPr sz="1575" b="1">
                <a:solidFill>
                  <a:srgbClr val="60717D"/>
                </a:solidFill>
                <a:latin typeface="Noto Sans CJK SC"/>
                <a:ea typeface="Noto Sans CJK SC"/>
                <a:cs typeface="Noto Sans CJK SC"/>
              </a:defRPr>
            </a:lvl4pPr>
            <a:lvl5pPr algn="ctr">
              <a:defRPr sz="1575" b="1">
                <a:solidFill>
                  <a:srgbClr val="60717D"/>
                </a:solidFill>
                <a:latin typeface="Noto Sans CJK SC"/>
                <a:ea typeface="Noto Sans CJK SC"/>
                <a:cs typeface="Noto Sans CJK SC"/>
              </a:defRPr>
            </a:lvl5pPr>
            <a:lvl6pPr algn="ctr">
              <a:defRPr sz="1575" b="1">
                <a:solidFill>
                  <a:srgbClr val="60717D"/>
                </a:solidFill>
                <a:latin typeface="Noto Sans CJK SC"/>
                <a:ea typeface="Noto Sans CJK SC"/>
                <a:cs typeface="Noto Sans CJK SC"/>
              </a:defRPr>
            </a:lvl6pPr>
            <a:lvl7pPr algn="ctr">
              <a:defRPr sz="1575" b="1">
                <a:solidFill>
                  <a:srgbClr val="60717D"/>
                </a:solidFill>
                <a:latin typeface="Noto Sans CJK SC"/>
                <a:ea typeface="Noto Sans CJK SC"/>
                <a:cs typeface="Noto Sans CJK SC"/>
              </a:defRPr>
            </a:lvl7pPr>
            <a:lvl8pPr algn="ctr">
              <a:defRPr sz="1575" b="1">
                <a:solidFill>
                  <a:srgbClr val="60717D"/>
                </a:solidFill>
                <a:latin typeface="Noto Sans CJK SC"/>
                <a:ea typeface="Noto Sans CJK SC"/>
                <a:cs typeface="Noto Sans CJK SC"/>
              </a:defRPr>
            </a:lvl8pPr>
            <a:lvl9pPr algn="ctr">
              <a:defRPr sz="1575" b="1">
                <a:solidFill>
                  <a:srgbClr val="60717D"/>
                </a:solidFill>
                <a:latin typeface="Noto Sans CJK SC"/>
                <a:ea typeface="Noto Sans CJK SC"/>
                <a:cs typeface="Noto Sans CJK SC"/>
              </a:defRPr>
            </a:lvl9pPr>
          </a:lstStyle>
          <a:p xmlns:a="http://schemas.openxmlformats.org/drawingml/2006/main">
            <a:pPr algn="ctr">
              <a:defRPr sz="1575" b="1">
                <a:solidFill>
                  <a:srgbClr val="60717D"/>
                </a:solidFill>
                <a:latin typeface="Noto Sans CJK SC"/>
                <a:ea typeface="Noto Sans CJK SC"/>
                <a:cs typeface="Noto Sans CJK SC"/>
              </a:defRPr>
            </a:pPr>
            <a:r>
              <a:rPr sz="1575" b="1">
                <a:solidFill>
                  <a:srgbClr val="60717D"/>
                </a:solidFill>
                <a:latin typeface="Noto Sans CJK SC"/>
                <a:ea typeface="Noto Sans CJK SC"/>
                <a:cs typeface="Noto Sans CJK SC"/>
              </a:rPr>
              <a:t>唯一观测账本</a:t>
            </a:r>
          </a:p>
          <a:p xmlns:a="http://schemas.openxmlformats.org/drawingml/2006/main">
            <a:pPr algn="ctr">
              <a:defRPr sz="1575" b="1">
                <a:solidFill>
                  <a:srgbClr val="60717D"/>
                </a:solidFill>
                <a:latin typeface="Noto Sans CJK SC"/>
                <a:ea typeface="Noto Sans CJK SC"/>
                <a:cs typeface="Noto Sans CJK SC"/>
              </a:defRPr>
            </a:pPr>
            <a:r>
              <a:rPr sz="1575" b="1">
                <a:solidFill>
                  <a:srgbClr val="60717D"/>
                </a:solidFill>
                <a:latin typeface="Noto Sans CJK SC"/>
                <a:ea typeface="Noto Sans CJK SC"/>
                <a:cs typeface="Noto Sans CJK SC"/>
              </a:rPr>
              <a:t>ID、时钟、动作、原始读数</a:t>
            </a:r>
          </a:p>
        </p:txBody>
      </p:sp>
      <p:sp>
        <p:nvSpPr>
          <p:cNvPr id="17" name="M1_MAIN_FRAME">
            <a:extLst xmlns:a="http://schemas.openxmlformats.org/drawingml/2006/main">
              <a:ext uri="{FF2B5EF4-FFF2-40B4-BE49-F238E27FC236}">
                <a16:creationId xmlns:a16="http://schemas.microsoft.com/office/drawing/2014/main" id="{B2C65D2D-999B-4848-9347-8A466A8FC916}"/>
              </a:ext>
            </a:extLst>
          </p:cNvPr>
          <p:cNvSpPr>
            <a:spLocks xmlns:a="http://schemas.openxmlformats.org/drawingml/2006/main" noGrp="1"/>
          </p:cNvSpPr>
          <p:nvPr/>
        </p:nvSpPr>
        <p:spPr>
          <a:xfrm xmlns:a="http://schemas.openxmlformats.org/drawingml/2006/main">
            <a:off x="3476625" y="1123950"/>
            <a:ext cx="7448550" cy="4705350"/>
          </a:xfrm>
          <a:prstGeom xmlns:a="http://schemas.openxmlformats.org/drawingml/2006/main" prst="roundRect">
            <a:avLst>
              <a:gd name="adj" fmla="val 1822"/>
            </a:avLst>
          </a:prstGeom>
          <a:solidFill xmlns:a="http://schemas.openxmlformats.org/drawingml/2006/main">
            <a:srgbClr val="FFFFFF"/>
          </a:solidFill>
          <a:ln xmlns:a="http://schemas.openxmlformats.org/drawingml/2006/main" w="13335">
            <a:solidFill>
              <a:srgbClr val="286D9C"/>
            </a:solidFill>
            <a:prstDash val="solid"/>
          </a:ln>
        </p:spPr>
      </p:sp>
      <p:sp>
        <p:nvSpPr>
          <p:cNvPr id="18" name="M1_TITLE">
            <a:extLst xmlns:a="http://schemas.openxmlformats.org/drawingml/2006/main">
              <a:ext uri="{FF2B5EF4-FFF2-40B4-BE49-F238E27FC236}">
                <a16:creationId xmlns:a16="http://schemas.microsoft.com/office/drawing/2014/main" id="{9D3A4C44-39EA-41B7-A77F-6F90E5C77E81}"/>
              </a:ext>
            </a:extLst>
          </p:cNvPr>
          <p:cNvSpPr>
            <a:spLocks xmlns:a="http://schemas.openxmlformats.org/drawingml/2006/main" noGrp="1"/>
          </p:cNvSpPr>
          <p:nvPr/>
        </p:nvSpPr>
        <p:spPr>
          <a:xfrm xmlns:a="http://schemas.openxmlformats.org/drawingml/2006/main">
            <a:off x="3676650" y="1266825"/>
            <a:ext cx="7019925"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lgn="l">
              <a:defRPr sz="2175" b="1">
                <a:solidFill>
                  <a:srgbClr val="286D9C"/>
                </a:solidFill>
                <a:latin typeface="Noto Sans CJK SC"/>
                <a:ea typeface="Noto Sans CJK SC"/>
                <a:cs typeface="Noto Sans CJK SC"/>
              </a:defRPr>
            </a:defPPr>
            <a:lvl1pPr algn="l">
              <a:defRPr sz="2175" b="1">
                <a:solidFill>
                  <a:srgbClr val="286D9C"/>
                </a:solidFill>
                <a:latin typeface="Noto Sans CJK SC"/>
                <a:ea typeface="Noto Sans CJK SC"/>
                <a:cs typeface="Noto Sans CJK SC"/>
              </a:defRPr>
            </a:lvl1pPr>
            <a:lvl2pPr algn="l">
              <a:defRPr sz="2175" b="1">
                <a:solidFill>
                  <a:srgbClr val="286D9C"/>
                </a:solidFill>
                <a:latin typeface="Noto Sans CJK SC"/>
                <a:ea typeface="Noto Sans CJK SC"/>
                <a:cs typeface="Noto Sans CJK SC"/>
              </a:defRPr>
            </a:lvl2pPr>
            <a:lvl3pPr algn="l">
              <a:defRPr sz="2175" b="1">
                <a:solidFill>
                  <a:srgbClr val="286D9C"/>
                </a:solidFill>
                <a:latin typeface="Noto Sans CJK SC"/>
                <a:ea typeface="Noto Sans CJK SC"/>
                <a:cs typeface="Noto Sans CJK SC"/>
              </a:defRPr>
            </a:lvl3pPr>
            <a:lvl4pPr algn="l">
              <a:defRPr sz="2175" b="1">
                <a:solidFill>
                  <a:srgbClr val="286D9C"/>
                </a:solidFill>
                <a:latin typeface="Noto Sans CJK SC"/>
                <a:ea typeface="Noto Sans CJK SC"/>
                <a:cs typeface="Noto Sans CJK SC"/>
              </a:defRPr>
            </a:lvl4pPr>
            <a:lvl5pPr algn="l">
              <a:defRPr sz="2175" b="1">
                <a:solidFill>
                  <a:srgbClr val="286D9C"/>
                </a:solidFill>
                <a:latin typeface="Noto Sans CJK SC"/>
                <a:ea typeface="Noto Sans CJK SC"/>
                <a:cs typeface="Noto Sans CJK SC"/>
              </a:defRPr>
            </a:lvl5pPr>
            <a:lvl6pPr algn="l">
              <a:defRPr sz="2175" b="1">
                <a:solidFill>
                  <a:srgbClr val="286D9C"/>
                </a:solidFill>
                <a:latin typeface="Noto Sans CJK SC"/>
                <a:ea typeface="Noto Sans CJK SC"/>
                <a:cs typeface="Noto Sans CJK SC"/>
              </a:defRPr>
            </a:lvl6pPr>
            <a:lvl7pPr algn="l">
              <a:defRPr sz="2175" b="1">
                <a:solidFill>
                  <a:srgbClr val="286D9C"/>
                </a:solidFill>
                <a:latin typeface="Noto Sans CJK SC"/>
                <a:ea typeface="Noto Sans CJK SC"/>
                <a:cs typeface="Noto Sans CJK SC"/>
              </a:defRPr>
            </a:lvl7pPr>
            <a:lvl8pPr algn="l">
              <a:defRPr sz="2175" b="1">
                <a:solidFill>
                  <a:srgbClr val="286D9C"/>
                </a:solidFill>
                <a:latin typeface="Noto Sans CJK SC"/>
                <a:ea typeface="Noto Sans CJK SC"/>
                <a:cs typeface="Noto Sans CJK SC"/>
              </a:defRPr>
            </a:lvl8pPr>
            <a:lvl9pPr algn="l">
              <a:defRPr sz="2175" b="1">
                <a:solidFill>
                  <a:srgbClr val="286D9C"/>
                </a:solidFill>
                <a:latin typeface="Noto Sans CJK SC"/>
                <a:ea typeface="Noto Sans CJK SC"/>
                <a:cs typeface="Noto Sans CJK SC"/>
              </a:defRPr>
            </a:lvl9pPr>
          </a:lstStyle>
          <a:p xmlns:a="http://schemas.openxmlformats.org/drawingml/2006/main">
            <a:pPr algn="l">
              <a:defRPr sz="2175" b="1">
                <a:solidFill>
                  <a:srgbClr val="286D9C"/>
                </a:solidFill>
                <a:latin typeface="Noto Sans CJK SC"/>
                <a:ea typeface="Noto Sans CJK SC"/>
                <a:cs typeface="Noto Sans CJK SC"/>
              </a:defRPr>
            </a:pPr>
            <a:r>
              <a:rPr sz="2175" b="1">
                <a:solidFill>
                  <a:srgbClr val="286D9C"/>
                </a:solidFill>
                <a:latin typeface="Noto Sans CJK SC"/>
                <a:ea typeface="Noto Sans CJK SC"/>
                <a:cs typeface="Noto Sans CJK SC"/>
              </a:rPr>
              <a:t>M1 竞争源对驱动的镜像嗅觉通道</a:t>
            </a:r>
          </a:p>
        </p:txBody>
      </p:sp>
      <p:sp>
        <p:nvSpPr>
          <p:cNvPr id="19" name="M1_header_rule">
            <a:extLst xmlns:a="http://schemas.openxmlformats.org/drawingml/2006/main">
              <a:ext uri="{FF2B5EF4-FFF2-40B4-BE49-F238E27FC236}">
                <a16:creationId xmlns:a16="http://schemas.microsoft.com/office/drawing/2014/main" id="{2577AFFC-EBBD-42B5-B8A2-5788026BDC28}"/>
              </a:ext>
            </a:extLst>
          </p:cNvPr>
          <p:cNvSpPr>
            <a:spLocks xmlns:a="http://schemas.openxmlformats.org/drawingml/2006/main" noGrp="1"/>
          </p:cNvSpPr>
          <p:nvPr/>
        </p:nvSpPr>
        <p:spPr>
          <a:xfrm xmlns:a="http://schemas.openxmlformats.org/drawingml/2006/main" flipH="0" flipV="0">
            <a:off x="3676650" y="1762125"/>
            <a:ext cx="7048500" cy="0"/>
          </a:xfrm>
          <a:prstGeom xmlns:a="http://schemas.openxmlformats.org/drawingml/2006/main" prst="line">
            <a:avLst/>
          </a:prstGeom>
          <a:noFill xmlns:a="http://schemas.openxmlformats.org/drawingml/2006/main"/>
          <a:ln xmlns:a="http://schemas.openxmlformats.org/drawingml/2006/main" w="11430">
            <a:solidFill>
              <a:srgbClr val="CBD5DD"/>
            </a:solidFill>
            <a:prstDash val="solid"/>
          </a:ln>
        </p:spPr>
      </p:sp>
      <p:sp>
        <p:nvSpPr>
          <p:cNvPr id="20" name="M1_gate">
            <a:extLst xmlns:a="http://schemas.openxmlformats.org/drawingml/2006/main">
              <a:ext uri="{FF2B5EF4-FFF2-40B4-BE49-F238E27FC236}">
                <a16:creationId xmlns:a16="http://schemas.microsoft.com/office/drawing/2014/main" id="{123BBC82-29D4-4C61-8AED-38CED2352D6D}"/>
              </a:ext>
            </a:extLst>
          </p:cNvPr>
          <p:cNvSpPr>
            <a:spLocks xmlns:a="http://schemas.openxmlformats.org/drawingml/2006/main" noGrp="1"/>
          </p:cNvSpPr>
          <p:nvPr/>
        </p:nvSpPr>
        <p:spPr>
          <a:xfrm xmlns:a="http://schemas.openxmlformats.org/drawingml/2006/main">
            <a:off x="3695700" y="2009775"/>
            <a:ext cx="1771650" cy="1028700"/>
          </a:xfrm>
          <a:prstGeom xmlns:a="http://schemas.openxmlformats.org/drawingml/2006/main" prst="roundRect">
            <a:avLst>
              <a:gd name="adj" fmla="val 7407"/>
            </a:avLst>
          </a:prstGeom>
          <a:solidFill xmlns:a="http://schemas.openxmlformats.org/drawingml/2006/main">
            <a:srgbClr val="FFFFFF"/>
          </a:solidFill>
          <a:ln xmlns:a="http://schemas.openxmlformats.org/drawingml/2006/main" w="13335">
            <a:solidFill>
              <a:srgbClr val="60717D"/>
            </a:solidFill>
            <a:prstDash val="solid"/>
          </a:ln>
        </p:spPr>
      </p:sp>
      <p:sp>
        <p:nvSpPr>
          <p:cNvPr id="21" name="M1_gate_text">
            <a:extLst xmlns:a="http://schemas.openxmlformats.org/drawingml/2006/main">
              <a:ext uri="{FF2B5EF4-FFF2-40B4-BE49-F238E27FC236}">
                <a16:creationId xmlns:a16="http://schemas.microsoft.com/office/drawing/2014/main" id="{DB5C84CD-CBBC-4C47-BC93-1C1AC4D2D79D}"/>
              </a:ext>
            </a:extLst>
          </p:cNvPr>
          <p:cNvSpPr>
            <a:spLocks xmlns:a="http://schemas.openxmlformats.org/drawingml/2006/main" noGrp="1"/>
          </p:cNvSpPr>
          <p:nvPr/>
        </p:nvSpPr>
        <p:spPr>
          <a:xfrm xmlns:a="http://schemas.openxmlformats.org/drawingml/2006/main">
            <a:off x="3829050" y="2085975"/>
            <a:ext cx="15049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lgn="ctr">
              <a:defRPr sz="1575" b="1">
                <a:solidFill>
                  <a:srgbClr val="60717D"/>
                </a:solidFill>
                <a:latin typeface="Noto Sans CJK SC"/>
                <a:ea typeface="Noto Sans CJK SC"/>
                <a:cs typeface="Noto Sans CJK SC"/>
              </a:defRPr>
            </a:defPPr>
            <a:lvl1pPr algn="ctr">
              <a:defRPr sz="1575" b="1">
                <a:solidFill>
                  <a:srgbClr val="60717D"/>
                </a:solidFill>
                <a:latin typeface="Noto Sans CJK SC"/>
                <a:ea typeface="Noto Sans CJK SC"/>
                <a:cs typeface="Noto Sans CJK SC"/>
              </a:defRPr>
            </a:lvl1pPr>
            <a:lvl2pPr algn="ctr">
              <a:defRPr sz="1575" b="1">
                <a:solidFill>
                  <a:srgbClr val="60717D"/>
                </a:solidFill>
                <a:latin typeface="Noto Sans CJK SC"/>
                <a:ea typeface="Noto Sans CJK SC"/>
                <a:cs typeface="Noto Sans CJK SC"/>
              </a:defRPr>
            </a:lvl2pPr>
            <a:lvl3pPr algn="ctr">
              <a:defRPr sz="1575" b="1">
                <a:solidFill>
                  <a:srgbClr val="60717D"/>
                </a:solidFill>
                <a:latin typeface="Noto Sans CJK SC"/>
                <a:ea typeface="Noto Sans CJK SC"/>
                <a:cs typeface="Noto Sans CJK SC"/>
              </a:defRPr>
            </a:lvl3pPr>
            <a:lvl4pPr algn="ctr">
              <a:defRPr sz="1575" b="1">
                <a:solidFill>
                  <a:srgbClr val="60717D"/>
                </a:solidFill>
                <a:latin typeface="Noto Sans CJK SC"/>
                <a:ea typeface="Noto Sans CJK SC"/>
                <a:cs typeface="Noto Sans CJK SC"/>
              </a:defRPr>
            </a:lvl4pPr>
            <a:lvl5pPr algn="ctr">
              <a:defRPr sz="1575" b="1">
                <a:solidFill>
                  <a:srgbClr val="60717D"/>
                </a:solidFill>
                <a:latin typeface="Noto Sans CJK SC"/>
                <a:ea typeface="Noto Sans CJK SC"/>
                <a:cs typeface="Noto Sans CJK SC"/>
              </a:defRPr>
            </a:lvl5pPr>
            <a:lvl6pPr algn="ctr">
              <a:defRPr sz="1575" b="1">
                <a:solidFill>
                  <a:srgbClr val="60717D"/>
                </a:solidFill>
                <a:latin typeface="Noto Sans CJK SC"/>
                <a:ea typeface="Noto Sans CJK SC"/>
                <a:cs typeface="Noto Sans CJK SC"/>
              </a:defRPr>
            </a:lvl6pPr>
            <a:lvl7pPr algn="ctr">
              <a:defRPr sz="1575" b="1">
                <a:solidFill>
                  <a:srgbClr val="60717D"/>
                </a:solidFill>
                <a:latin typeface="Noto Sans CJK SC"/>
                <a:ea typeface="Noto Sans CJK SC"/>
                <a:cs typeface="Noto Sans CJK SC"/>
              </a:defRPr>
            </a:lvl7pPr>
            <a:lvl8pPr algn="ctr">
              <a:defRPr sz="1575" b="1">
                <a:solidFill>
                  <a:srgbClr val="60717D"/>
                </a:solidFill>
                <a:latin typeface="Noto Sans CJK SC"/>
                <a:ea typeface="Noto Sans CJK SC"/>
                <a:cs typeface="Noto Sans CJK SC"/>
              </a:defRPr>
            </a:lvl8pPr>
            <a:lvl9pPr algn="ctr">
              <a:defRPr sz="1575" b="1">
                <a:solidFill>
                  <a:srgbClr val="60717D"/>
                </a:solidFill>
                <a:latin typeface="Noto Sans CJK SC"/>
                <a:ea typeface="Noto Sans CJK SC"/>
                <a:cs typeface="Noto Sans CJK SC"/>
              </a:defRPr>
            </a:lvl9pPr>
          </a:lstStyle>
          <a:p xmlns:a="http://schemas.openxmlformats.org/drawingml/2006/main">
            <a:pPr algn="ctr">
              <a:defRPr sz="1575" b="1">
                <a:solidFill>
                  <a:srgbClr val="60717D"/>
                </a:solidFill>
                <a:latin typeface="Noto Sans CJK SC"/>
                <a:ea typeface="Noto Sans CJK SC"/>
                <a:cs typeface="Noto Sans CJK SC"/>
              </a:defRPr>
            </a:pPr>
            <a:r>
              <a:rPr sz="1575" b="1">
                <a:solidFill>
                  <a:srgbClr val="60717D"/>
                </a:solidFill>
                <a:latin typeface="Noto Sans CJK SC"/>
                <a:ea typeface="Noto Sans CJK SC"/>
                <a:cs typeface="Noto Sans CJK SC"/>
              </a:rPr>
              <a:t>时钟与传感门控</a:t>
            </a:r>
          </a:p>
          <a:p xmlns:a="http://schemas.openxmlformats.org/drawingml/2006/main">
            <a:pPr algn="ctr">
              <a:defRPr sz="1575" b="1">
                <a:solidFill>
                  <a:srgbClr val="60717D"/>
                </a:solidFill>
                <a:latin typeface="Noto Sans CJK SC"/>
                <a:ea typeface="Noto Sans CJK SC"/>
                <a:cs typeface="Noto Sans CJK SC"/>
              </a:defRPr>
            </a:pPr>
            <a:r>
              <a:rPr sz="1575" b="1">
                <a:solidFill>
                  <a:srgbClr val="60717D"/>
                </a:solidFill>
                <a:latin typeface="Noto Sans CJK SC"/>
                <a:ea typeface="Noto Sans CJK SC"/>
                <a:cs typeface="Noto Sans CJK SC"/>
              </a:rPr>
              <a:t>同步及带宽</a:t>
            </a:r>
          </a:p>
          <a:p xmlns:a="http://schemas.openxmlformats.org/drawingml/2006/main">
            <a:pPr algn="ctr">
              <a:defRPr sz="1575" b="1">
                <a:solidFill>
                  <a:srgbClr val="60717D"/>
                </a:solidFill>
                <a:latin typeface="Noto Sans CJK SC"/>
                <a:ea typeface="Noto Sans CJK SC"/>
                <a:cs typeface="Noto Sans CJK SC"/>
              </a:defRPr>
            </a:pPr>
            <a:r>
              <a:rPr sz="1575" b="1">
                <a:solidFill>
                  <a:srgbClr val="60717D"/>
                </a:solidFill>
                <a:latin typeface="Noto Sans CJK SC"/>
                <a:ea typeface="Noto Sans CJK SC"/>
                <a:cs typeface="Noto Sans CJK SC"/>
              </a:rPr>
              <a:t>持续观测窗</a:t>
            </a:r>
          </a:p>
        </p:txBody>
      </p:sp>
      <p:sp>
        <p:nvSpPr>
          <p:cNvPr id="22" name="M1_filter_title">
            <a:extLst xmlns:a="http://schemas.openxmlformats.org/drawingml/2006/main">
              <a:ext uri="{FF2B5EF4-FFF2-40B4-BE49-F238E27FC236}">
                <a16:creationId xmlns:a16="http://schemas.microsoft.com/office/drawing/2014/main" id="{ECB0EBBA-89D3-4195-BEA4-4E04D913FA60}"/>
              </a:ext>
            </a:extLst>
          </p:cNvPr>
          <p:cNvSpPr>
            <a:spLocks xmlns:a="http://schemas.openxmlformats.org/drawingml/2006/main" noGrp="1"/>
          </p:cNvSpPr>
          <p:nvPr/>
        </p:nvSpPr>
        <p:spPr>
          <a:xfrm xmlns:a="http://schemas.openxmlformats.org/drawingml/2006/main">
            <a:off x="5800725" y="1971675"/>
            <a:ext cx="20955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lgn="l">
              <a:defRPr sz="1725" b="1">
                <a:solidFill>
                  <a:srgbClr val="286D9C"/>
                </a:solidFill>
                <a:latin typeface="Noto Sans CJK SC"/>
                <a:ea typeface="Noto Sans CJK SC"/>
                <a:cs typeface="Noto Sans CJK SC"/>
              </a:defRPr>
            </a:defPPr>
            <a:lvl1pPr algn="l">
              <a:defRPr sz="1725" b="1">
                <a:solidFill>
                  <a:srgbClr val="286D9C"/>
                </a:solidFill>
                <a:latin typeface="Noto Sans CJK SC"/>
                <a:ea typeface="Noto Sans CJK SC"/>
                <a:cs typeface="Noto Sans CJK SC"/>
              </a:defRPr>
            </a:lvl1pPr>
            <a:lvl2pPr algn="l">
              <a:defRPr sz="1725" b="1">
                <a:solidFill>
                  <a:srgbClr val="286D9C"/>
                </a:solidFill>
                <a:latin typeface="Noto Sans CJK SC"/>
                <a:ea typeface="Noto Sans CJK SC"/>
                <a:cs typeface="Noto Sans CJK SC"/>
              </a:defRPr>
            </a:lvl2pPr>
            <a:lvl3pPr algn="l">
              <a:defRPr sz="1725" b="1">
                <a:solidFill>
                  <a:srgbClr val="286D9C"/>
                </a:solidFill>
                <a:latin typeface="Noto Sans CJK SC"/>
                <a:ea typeface="Noto Sans CJK SC"/>
                <a:cs typeface="Noto Sans CJK SC"/>
              </a:defRPr>
            </a:lvl3pPr>
            <a:lvl4pPr algn="l">
              <a:defRPr sz="1725" b="1">
                <a:solidFill>
                  <a:srgbClr val="286D9C"/>
                </a:solidFill>
                <a:latin typeface="Noto Sans CJK SC"/>
                <a:ea typeface="Noto Sans CJK SC"/>
                <a:cs typeface="Noto Sans CJK SC"/>
              </a:defRPr>
            </a:lvl4pPr>
            <a:lvl5pPr algn="l">
              <a:defRPr sz="1725" b="1">
                <a:solidFill>
                  <a:srgbClr val="286D9C"/>
                </a:solidFill>
                <a:latin typeface="Noto Sans CJK SC"/>
                <a:ea typeface="Noto Sans CJK SC"/>
                <a:cs typeface="Noto Sans CJK SC"/>
              </a:defRPr>
            </a:lvl5pPr>
            <a:lvl6pPr algn="l">
              <a:defRPr sz="1725" b="1">
                <a:solidFill>
                  <a:srgbClr val="286D9C"/>
                </a:solidFill>
                <a:latin typeface="Noto Sans CJK SC"/>
                <a:ea typeface="Noto Sans CJK SC"/>
                <a:cs typeface="Noto Sans CJK SC"/>
              </a:defRPr>
            </a:lvl6pPr>
            <a:lvl7pPr algn="l">
              <a:defRPr sz="1725" b="1">
                <a:solidFill>
                  <a:srgbClr val="286D9C"/>
                </a:solidFill>
                <a:latin typeface="Noto Sans CJK SC"/>
                <a:ea typeface="Noto Sans CJK SC"/>
                <a:cs typeface="Noto Sans CJK SC"/>
              </a:defRPr>
            </a:lvl7pPr>
            <a:lvl8pPr algn="l">
              <a:defRPr sz="1725" b="1">
                <a:solidFill>
                  <a:srgbClr val="286D9C"/>
                </a:solidFill>
                <a:latin typeface="Noto Sans CJK SC"/>
                <a:ea typeface="Noto Sans CJK SC"/>
                <a:cs typeface="Noto Sans CJK SC"/>
              </a:defRPr>
            </a:lvl8pPr>
            <a:lvl9pPr algn="l">
              <a:defRPr sz="1725" b="1">
                <a:solidFill>
                  <a:srgbClr val="286D9C"/>
                </a:solidFill>
                <a:latin typeface="Noto Sans CJK SC"/>
                <a:ea typeface="Noto Sans CJK SC"/>
                <a:cs typeface="Noto Sans CJK SC"/>
              </a:defRPr>
            </a:lvl9pPr>
          </a:lstStyle>
          <a:p xmlns:a="http://schemas.openxmlformats.org/drawingml/2006/main">
            <a:pPr algn="l">
              <a:defRPr sz="1725" b="1">
                <a:solidFill>
                  <a:srgbClr val="286D9C"/>
                </a:solidFill>
                <a:latin typeface="Noto Sans CJK SC"/>
                <a:ea typeface="Noto Sans CJK SC"/>
                <a:cs typeface="Noto Sans CJK SC"/>
              </a:defRPr>
            </a:pPr>
            <a:r>
              <a:rPr sz="1725" b="1">
                <a:solidFill>
                  <a:srgbClr val="286D9C"/>
                </a:solidFill>
                <a:latin typeface="Noto Sans CJK SC"/>
                <a:ea typeface="Noto Sans CJK SC"/>
                <a:cs typeface="Noto Sans CJK SC"/>
              </a:rPr>
              <a:t>低阶因果滤波</a:t>
            </a:r>
          </a:p>
        </p:txBody>
      </p:sp>
      <p:sp>
        <p:nvSpPr>
          <p:cNvPr id="23" name="M1_filters_zero">
            <a:extLst xmlns:a="http://schemas.openxmlformats.org/drawingml/2006/main">
              <a:ext uri="{FF2B5EF4-FFF2-40B4-BE49-F238E27FC236}">
                <a16:creationId xmlns:a16="http://schemas.microsoft.com/office/drawing/2014/main" id="{F9064527-7E17-49A0-8C06-CE9D71BF975D}"/>
              </a:ext>
            </a:extLst>
          </p:cNvPr>
          <p:cNvSpPr>
            <a:spLocks xmlns:a="http://schemas.openxmlformats.org/drawingml/2006/main" noGrp="1"/>
          </p:cNvSpPr>
          <p:nvPr/>
        </p:nvSpPr>
        <p:spPr>
          <a:xfrm xmlns:a="http://schemas.openxmlformats.org/drawingml/2006/main" flipH="0" flipV="0">
            <a:off x="5886450" y="2860167"/>
            <a:ext cx="1809750" cy="0"/>
          </a:xfrm>
          <a:prstGeom xmlns:a="http://schemas.openxmlformats.org/drawingml/2006/main" prst="line">
            <a:avLst/>
          </a:prstGeom>
          <a:noFill xmlns:a="http://schemas.openxmlformats.org/drawingml/2006/main"/>
          <a:ln xmlns:a="http://schemas.openxmlformats.org/drawingml/2006/main" w="11430">
            <a:solidFill>
              <a:srgbClr val="CBD5DD"/>
            </a:solidFill>
            <a:prstDash val="solid"/>
          </a:ln>
        </p:spPr>
      </p:sp>
      <p:sp>
        <p:nvSpPr>
          <p:cNvPr id="24" name="M1_filters_axis">
            <a:extLst xmlns:a="http://schemas.openxmlformats.org/drawingml/2006/main">
              <a:ext uri="{FF2B5EF4-FFF2-40B4-BE49-F238E27FC236}">
                <a16:creationId xmlns:a16="http://schemas.microsoft.com/office/drawing/2014/main" id="{71BF7538-CC9B-45BD-B871-575DCEEDEBE7}"/>
              </a:ext>
            </a:extLst>
          </p:cNvPr>
          <p:cNvSpPr>
            <a:spLocks xmlns:a="http://schemas.openxmlformats.org/drawingml/2006/main" noGrp="1"/>
          </p:cNvSpPr>
          <p:nvPr/>
        </p:nvSpPr>
        <p:spPr>
          <a:xfrm xmlns:a="http://schemas.openxmlformats.org/drawingml/2006/main" flipH="0" flipV="0">
            <a:off x="5886450" y="2419350"/>
            <a:ext cx="0" cy="847725"/>
          </a:xfrm>
          <a:prstGeom xmlns:a="http://schemas.openxmlformats.org/drawingml/2006/main" prst="line">
            <a:avLst/>
          </a:prstGeom>
          <a:noFill xmlns:a="http://schemas.openxmlformats.org/drawingml/2006/main"/>
          <a:ln xmlns:a="http://schemas.openxmlformats.org/drawingml/2006/main" w="11430">
            <a:solidFill>
              <a:srgbClr val="CBD5DD"/>
            </a:solidFill>
            <a:prstDash val="solid"/>
          </a:ln>
        </p:spPr>
      </p:sp>
      <p:sp>
        <p:nvSpPr>
          <p:cNvPr id="25" name="M1_filters_f1">
            <a:extLst xmlns:a="http://schemas.openxmlformats.org/drawingml/2006/main">
              <a:ext uri="{FF2B5EF4-FFF2-40B4-BE49-F238E27FC236}">
                <a16:creationId xmlns:a16="http://schemas.microsoft.com/office/drawing/2014/main" id="{36E8F551-D316-43F7-BCB3-67DF08F9CD03}"/>
              </a:ext>
            </a:extLst>
          </p:cNvPr>
          <p:cNvSpPr>
            <a:spLocks xmlns:a="http://schemas.openxmlformats.org/drawingml/2006/main" noGrp="1"/>
          </p:cNvSpPr>
          <p:nvPr/>
        </p:nvSpPr>
        <p:spPr>
          <a:xfrm xmlns:a="http://schemas.openxmlformats.org/drawingml/2006/main">
            <a:off x="5886450" y="2419350"/>
            <a:ext cx="1809750" cy="847725"/>
          </a:xfrm>
          <a:custGeom xmlns:a="http://schemas.openxmlformats.org/drawingml/2006/main">
            <a:pathLst>
              <a:path w="1809750" h="847725">
                <a:moveTo>
                  <a:pt x="0" y="389676"/>
                </a:moveTo>
                <a:lnTo>
                  <a:pt x="30163" y="373459"/>
                </a:lnTo>
                <a:lnTo>
                  <a:pt x="60325" y="354008"/>
                </a:lnTo>
                <a:lnTo>
                  <a:pt x="90488" y="331348"/>
                </a:lnTo>
                <a:lnTo>
                  <a:pt x="120650" y="305747"/>
                </a:lnTo>
                <a:lnTo>
                  <a:pt x="150813" y="277751"/>
                </a:lnTo>
                <a:lnTo>
                  <a:pt x="180975" y="248203"/>
                </a:lnTo>
                <a:lnTo>
                  <a:pt x="211138" y="218222"/>
                </a:lnTo>
                <a:lnTo>
                  <a:pt x="241300" y="189153"/>
                </a:lnTo>
                <a:lnTo>
                  <a:pt x="271463" y="162482"/>
                </a:lnTo>
                <a:lnTo>
                  <a:pt x="301625" y="139716"/>
                </a:lnTo>
                <a:lnTo>
                  <a:pt x="331787" y="122264"/>
                </a:lnTo>
                <a:lnTo>
                  <a:pt x="361950" y="111296"/>
                </a:lnTo>
                <a:lnTo>
                  <a:pt x="392113" y="107639"/>
                </a:lnTo>
                <a:lnTo>
                  <a:pt x="422275" y="111692"/>
                </a:lnTo>
                <a:lnTo>
                  <a:pt x="452438" y="123396"/>
                </a:lnTo>
                <a:lnTo>
                  <a:pt x="482600" y="142239"/>
                </a:lnTo>
                <a:lnTo>
                  <a:pt x="512762" y="167324"/>
                </a:lnTo>
                <a:lnTo>
                  <a:pt x="542925" y="197463"/>
                </a:lnTo>
                <a:lnTo>
                  <a:pt x="573088" y="231296"/>
                </a:lnTo>
                <a:lnTo>
                  <a:pt x="603250" y="267422"/>
                </a:lnTo>
                <a:lnTo>
                  <a:pt x="633413" y="304513"/>
                </a:lnTo>
                <a:lnTo>
                  <a:pt x="663575" y="341406"/>
                </a:lnTo>
                <a:lnTo>
                  <a:pt x="693738" y="377164"/>
                </a:lnTo>
                <a:lnTo>
                  <a:pt x="723900" y="411100"/>
                </a:lnTo>
                <a:lnTo>
                  <a:pt x="754063" y="442774"/>
                </a:lnTo>
                <a:lnTo>
                  <a:pt x="784225" y="471954"/>
                </a:lnTo>
                <a:lnTo>
                  <a:pt x="814388" y="498572"/>
                </a:lnTo>
                <a:lnTo>
                  <a:pt x="844550" y="522666"/>
                </a:lnTo>
                <a:lnTo>
                  <a:pt x="874713" y="544330"/>
                </a:lnTo>
                <a:lnTo>
                  <a:pt x="904875" y="563665"/>
                </a:lnTo>
                <a:lnTo>
                  <a:pt x="935038" y="580752"/>
                </a:lnTo>
                <a:lnTo>
                  <a:pt x="965200" y="595635"/>
                </a:lnTo>
                <a:lnTo>
                  <a:pt x="995363" y="608311"/>
                </a:lnTo>
                <a:lnTo>
                  <a:pt x="1025525" y="618746"/>
                </a:lnTo>
                <a:lnTo>
                  <a:pt x="1055688" y="626883"/>
                </a:lnTo>
                <a:lnTo>
                  <a:pt x="1085850" y="632662"/>
                </a:lnTo>
                <a:lnTo>
                  <a:pt x="1116013" y="636042"/>
                </a:lnTo>
                <a:lnTo>
                  <a:pt x="1146175" y="637016"/>
                </a:lnTo>
                <a:lnTo>
                  <a:pt x="1176338" y="635623"/>
                </a:lnTo>
                <a:lnTo>
                  <a:pt x="1206500" y="631961"/>
                </a:lnTo>
                <a:lnTo>
                  <a:pt x="1236663" y="626187"/>
                </a:lnTo>
                <a:lnTo>
                  <a:pt x="1266825" y="618511"/>
                </a:lnTo>
                <a:lnTo>
                  <a:pt x="1296988" y="609196"/>
                </a:lnTo>
                <a:lnTo>
                  <a:pt x="1327150" y="598542"/>
                </a:lnTo>
                <a:lnTo>
                  <a:pt x="1357313" y="586871"/>
                </a:lnTo>
                <a:lnTo>
                  <a:pt x="1387475" y="574519"/>
                </a:lnTo>
                <a:lnTo>
                  <a:pt x="1417638" y="561813"/>
                </a:lnTo>
                <a:lnTo>
                  <a:pt x="1447800" y="549065"/>
                </a:lnTo>
                <a:lnTo>
                  <a:pt x="1477963" y="536554"/>
                </a:lnTo>
                <a:lnTo>
                  <a:pt x="1508125" y="524523"/>
                </a:lnTo>
                <a:lnTo>
                  <a:pt x="1538288" y="513169"/>
                </a:lnTo>
                <a:lnTo>
                  <a:pt x="1568450" y="502641"/>
                </a:lnTo>
                <a:lnTo>
                  <a:pt x="1598612" y="493041"/>
                </a:lnTo>
                <a:lnTo>
                  <a:pt x="1628775" y="484429"/>
                </a:lnTo>
                <a:lnTo>
                  <a:pt x="1658938" y="476822"/>
                </a:lnTo>
                <a:lnTo>
                  <a:pt x="1689100" y="470202"/>
                </a:lnTo>
                <a:lnTo>
                  <a:pt x="1719263" y="464526"/>
                </a:lnTo>
                <a:lnTo>
                  <a:pt x="1749425" y="459727"/>
                </a:lnTo>
                <a:lnTo>
                  <a:pt x="1779587" y="455728"/>
                </a:lnTo>
                <a:lnTo>
                  <a:pt x="1809750" y="452440"/>
                </a:lnTo>
              </a:path>
            </a:pathLst>
          </a:custGeom>
          <a:noFill xmlns:a="http://schemas.openxmlformats.org/drawingml/2006/main"/>
          <a:ln xmlns:a="http://schemas.openxmlformats.org/drawingml/2006/main" w="28575">
            <a:solidFill>
              <a:srgbClr val="286D9C"/>
            </a:solidFill>
            <a:prstDash val="solid"/>
          </a:ln>
        </p:spPr>
      </p:sp>
      <p:sp>
        <p:nvSpPr>
          <p:cNvPr id="26" name="M1_filters_f2">
            <a:extLst xmlns:a="http://schemas.openxmlformats.org/drawingml/2006/main">
              <a:ext uri="{FF2B5EF4-FFF2-40B4-BE49-F238E27FC236}">
                <a16:creationId xmlns:a16="http://schemas.microsoft.com/office/drawing/2014/main" id="{D4974AEB-6007-4634-B18F-C28621208E9C}"/>
              </a:ext>
            </a:extLst>
          </p:cNvPr>
          <p:cNvSpPr>
            <a:spLocks xmlns:a="http://schemas.openxmlformats.org/drawingml/2006/main" noGrp="1"/>
          </p:cNvSpPr>
          <p:nvPr/>
        </p:nvSpPr>
        <p:spPr>
          <a:xfrm xmlns:a="http://schemas.openxmlformats.org/drawingml/2006/main">
            <a:off x="5886450" y="2419350"/>
            <a:ext cx="1809750" cy="847725"/>
          </a:xfrm>
          <a:custGeom xmlns:a="http://schemas.openxmlformats.org/drawingml/2006/main">
            <a:pathLst>
              <a:path w="1809750" h="847725">
                <a:moveTo>
                  <a:pt x="0" y="729044"/>
                </a:moveTo>
                <a:lnTo>
                  <a:pt x="30163" y="705998"/>
                </a:lnTo>
                <a:lnTo>
                  <a:pt x="60325" y="684795"/>
                </a:lnTo>
                <a:lnTo>
                  <a:pt x="90488" y="665288"/>
                </a:lnTo>
                <a:lnTo>
                  <a:pt x="120650" y="647340"/>
                </a:lnTo>
                <a:lnTo>
                  <a:pt x="150813" y="630828"/>
                </a:lnTo>
                <a:lnTo>
                  <a:pt x="180975" y="615635"/>
                </a:lnTo>
                <a:lnTo>
                  <a:pt x="211138" y="601658"/>
                </a:lnTo>
                <a:lnTo>
                  <a:pt x="241300" y="588797"/>
                </a:lnTo>
                <a:lnTo>
                  <a:pt x="271463" y="576966"/>
                </a:lnTo>
                <a:lnTo>
                  <a:pt x="301625" y="566080"/>
                </a:lnTo>
                <a:lnTo>
                  <a:pt x="331787" y="556064"/>
                </a:lnTo>
                <a:lnTo>
                  <a:pt x="361950" y="546850"/>
                </a:lnTo>
                <a:lnTo>
                  <a:pt x="392113" y="538372"/>
                </a:lnTo>
                <a:lnTo>
                  <a:pt x="422275" y="530572"/>
                </a:lnTo>
                <a:lnTo>
                  <a:pt x="452438" y="523395"/>
                </a:lnTo>
                <a:lnTo>
                  <a:pt x="482600" y="516793"/>
                </a:lnTo>
                <a:lnTo>
                  <a:pt x="512762" y="510718"/>
                </a:lnTo>
                <a:lnTo>
                  <a:pt x="542925" y="505129"/>
                </a:lnTo>
                <a:lnTo>
                  <a:pt x="573088" y="499987"/>
                </a:lnTo>
                <a:lnTo>
                  <a:pt x="603250" y="495256"/>
                </a:lnTo>
                <a:lnTo>
                  <a:pt x="633413" y="490903"/>
                </a:lnTo>
                <a:lnTo>
                  <a:pt x="663575" y="486899"/>
                </a:lnTo>
                <a:lnTo>
                  <a:pt x="693738" y="483214"/>
                </a:lnTo>
                <a:lnTo>
                  <a:pt x="723900" y="479824"/>
                </a:lnTo>
                <a:lnTo>
                  <a:pt x="754063" y="476705"/>
                </a:lnTo>
                <a:lnTo>
                  <a:pt x="784225" y="473836"/>
                </a:lnTo>
                <a:lnTo>
                  <a:pt x="814388" y="471196"/>
                </a:lnTo>
                <a:lnTo>
                  <a:pt x="844550" y="468767"/>
                </a:lnTo>
                <a:lnTo>
                  <a:pt x="874713" y="466532"/>
                </a:lnTo>
                <a:lnTo>
                  <a:pt x="904875" y="464476"/>
                </a:lnTo>
                <a:lnTo>
                  <a:pt x="935038" y="462584"/>
                </a:lnTo>
                <a:lnTo>
                  <a:pt x="965200" y="460844"/>
                </a:lnTo>
                <a:lnTo>
                  <a:pt x="995363" y="459243"/>
                </a:lnTo>
                <a:lnTo>
                  <a:pt x="1025525" y="457769"/>
                </a:lnTo>
                <a:lnTo>
                  <a:pt x="1055688" y="456414"/>
                </a:lnTo>
                <a:lnTo>
                  <a:pt x="1085850" y="455167"/>
                </a:lnTo>
                <a:lnTo>
                  <a:pt x="1116013" y="454020"/>
                </a:lnTo>
                <a:lnTo>
                  <a:pt x="1146175" y="452964"/>
                </a:lnTo>
                <a:lnTo>
                  <a:pt x="1176338" y="451993"/>
                </a:lnTo>
                <a:lnTo>
                  <a:pt x="1206500" y="451099"/>
                </a:lnTo>
                <a:lnTo>
                  <a:pt x="1236663" y="450277"/>
                </a:lnTo>
                <a:lnTo>
                  <a:pt x="1266825" y="449521"/>
                </a:lnTo>
                <a:lnTo>
                  <a:pt x="1296988" y="448825"/>
                </a:lnTo>
                <a:lnTo>
                  <a:pt x="1327150" y="448185"/>
                </a:lnTo>
                <a:lnTo>
                  <a:pt x="1357313" y="447595"/>
                </a:lnTo>
                <a:lnTo>
                  <a:pt x="1387475" y="447053"/>
                </a:lnTo>
                <a:lnTo>
                  <a:pt x="1417638" y="446555"/>
                </a:lnTo>
                <a:lnTo>
                  <a:pt x="1447800" y="446096"/>
                </a:lnTo>
                <a:lnTo>
                  <a:pt x="1477963" y="445674"/>
                </a:lnTo>
                <a:lnTo>
                  <a:pt x="1508125" y="445286"/>
                </a:lnTo>
                <a:lnTo>
                  <a:pt x="1538288" y="444928"/>
                </a:lnTo>
                <a:lnTo>
                  <a:pt x="1568450" y="444600"/>
                </a:lnTo>
                <a:lnTo>
                  <a:pt x="1598612" y="444297"/>
                </a:lnTo>
                <a:lnTo>
                  <a:pt x="1628775" y="444019"/>
                </a:lnTo>
                <a:lnTo>
                  <a:pt x="1658938" y="443763"/>
                </a:lnTo>
                <a:lnTo>
                  <a:pt x="1689100" y="443527"/>
                </a:lnTo>
                <a:lnTo>
                  <a:pt x="1719263" y="443311"/>
                </a:lnTo>
                <a:lnTo>
                  <a:pt x="1749425" y="443111"/>
                </a:lnTo>
                <a:lnTo>
                  <a:pt x="1779587" y="442928"/>
                </a:lnTo>
                <a:lnTo>
                  <a:pt x="1809750" y="442759"/>
                </a:lnTo>
              </a:path>
            </a:pathLst>
          </a:custGeom>
          <a:noFill xmlns:a="http://schemas.openxmlformats.org/drawingml/2006/main"/>
          <a:ln xmlns:a="http://schemas.openxmlformats.org/drawingml/2006/main" w="28575">
            <a:solidFill>
              <a:srgbClr val="B16B26"/>
            </a:solidFill>
            <a:prstDash val="solid"/>
          </a:ln>
        </p:spPr>
      </p:sp>
      <p:sp>
        <p:nvSpPr>
          <p:cNvPr id="27" name="M1_filters_f1_label">
            <a:extLst xmlns:a="http://schemas.openxmlformats.org/drawingml/2006/main">
              <a:ext uri="{FF2B5EF4-FFF2-40B4-BE49-F238E27FC236}">
                <a16:creationId xmlns:a16="http://schemas.microsoft.com/office/drawing/2014/main" id="{51B5E3C0-5DB4-4C3E-98DB-E7376D768015}"/>
              </a:ext>
            </a:extLst>
          </p:cNvPr>
          <p:cNvSpPr>
            <a:spLocks xmlns:a="http://schemas.openxmlformats.org/drawingml/2006/main" noGrp="1"/>
          </p:cNvSpPr>
          <p:nvPr/>
        </p:nvSpPr>
        <p:spPr>
          <a:xfrm xmlns:a="http://schemas.openxmlformats.org/drawingml/2006/main">
            <a:off x="6284595" y="2295525"/>
            <a:ext cx="3810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lgn="l">
              <a:defRPr sz="1650" b="1">
                <a:solidFill>
                  <a:srgbClr val="286D9C"/>
                </a:solidFill>
                <a:latin typeface="Noto Sans CJK SC"/>
                <a:ea typeface="Noto Sans CJK SC"/>
                <a:cs typeface="Noto Sans CJK SC"/>
              </a:defRPr>
            </a:defPPr>
            <a:lvl1pPr algn="l">
              <a:defRPr sz="1650" b="1">
                <a:solidFill>
                  <a:srgbClr val="286D9C"/>
                </a:solidFill>
                <a:latin typeface="Noto Sans CJK SC"/>
                <a:ea typeface="Noto Sans CJK SC"/>
                <a:cs typeface="Noto Sans CJK SC"/>
              </a:defRPr>
            </a:lvl1pPr>
            <a:lvl2pPr algn="l">
              <a:defRPr sz="1650" b="1">
                <a:solidFill>
                  <a:srgbClr val="286D9C"/>
                </a:solidFill>
                <a:latin typeface="Noto Sans CJK SC"/>
                <a:ea typeface="Noto Sans CJK SC"/>
                <a:cs typeface="Noto Sans CJK SC"/>
              </a:defRPr>
            </a:lvl2pPr>
            <a:lvl3pPr algn="l">
              <a:defRPr sz="1650" b="1">
                <a:solidFill>
                  <a:srgbClr val="286D9C"/>
                </a:solidFill>
                <a:latin typeface="Noto Sans CJK SC"/>
                <a:ea typeface="Noto Sans CJK SC"/>
                <a:cs typeface="Noto Sans CJK SC"/>
              </a:defRPr>
            </a:lvl3pPr>
            <a:lvl4pPr algn="l">
              <a:defRPr sz="1650" b="1">
                <a:solidFill>
                  <a:srgbClr val="286D9C"/>
                </a:solidFill>
                <a:latin typeface="Noto Sans CJK SC"/>
                <a:ea typeface="Noto Sans CJK SC"/>
                <a:cs typeface="Noto Sans CJK SC"/>
              </a:defRPr>
            </a:lvl4pPr>
            <a:lvl5pPr algn="l">
              <a:defRPr sz="1650" b="1">
                <a:solidFill>
                  <a:srgbClr val="286D9C"/>
                </a:solidFill>
                <a:latin typeface="Noto Sans CJK SC"/>
                <a:ea typeface="Noto Sans CJK SC"/>
                <a:cs typeface="Noto Sans CJK SC"/>
              </a:defRPr>
            </a:lvl5pPr>
            <a:lvl6pPr algn="l">
              <a:defRPr sz="1650" b="1">
                <a:solidFill>
                  <a:srgbClr val="286D9C"/>
                </a:solidFill>
                <a:latin typeface="Noto Sans CJK SC"/>
                <a:ea typeface="Noto Sans CJK SC"/>
                <a:cs typeface="Noto Sans CJK SC"/>
              </a:defRPr>
            </a:lvl6pPr>
            <a:lvl7pPr algn="l">
              <a:defRPr sz="1650" b="1">
                <a:solidFill>
                  <a:srgbClr val="286D9C"/>
                </a:solidFill>
                <a:latin typeface="Noto Sans CJK SC"/>
                <a:ea typeface="Noto Sans CJK SC"/>
                <a:cs typeface="Noto Sans CJK SC"/>
              </a:defRPr>
            </a:lvl7pPr>
            <a:lvl8pPr algn="l">
              <a:defRPr sz="1650" b="1">
                <a:solidFill>
                  <a:srgbClr val="286D9C"/>
                </a:solidFill>
                <a:latin typeface="Noto Sans CJK SC"/>
                <a:ea typeface="Noto Sans CJK SC"/>
                <a:cs typeface="Noto Sans CJK SC"/>
              </a:defRPr>
            </a:lvl8pPr>
            <a:lvl9pPr algn="l">
              <a:defRPr sz="1650" b="1">
                <a:solidFill>
                  <a:srgbClr val="286D9C"/>
                </a:solidFill>
                <a:latin typeface="Noto Sans CJK SC"/>
                <a:ea typeface="Noto Sans CJK SC"/>
                <a:cs typeface="Noto Sans CJK SC"/>
              </a:defRPr>
            </a:lvl9pPr>
          </a:lstStyle>
          <a:p xmlns:a="http://schemas.openxmlformats.org/drawingml/2006/main">
            <a:pPr algn="l">
              <a:defRPr sz="1650" b="1">
                <a:solidFill>
                  <a:srgbClr val="286D9C"/>
                </a:solidFill>
                <a:latin typeface="Noto Sans CJK SC"/>
                <a:ea typeface="Noto Sans CJK SC"/>
                <a:cs typeface="Noto Sans CJK SC"/>
              </a:defRPr>
            </a:pPr>
            <a:r>
              <a:rPr sz="1650" b="1">
                <a:solidFill>
                  <a:srgbClr val="286D9C"/>
                </a:solidFill>
                <a:latin typeface="Noto Sans CJK SC"/>
                <a:ea typeface="Noto Sans CJK SC"/>
                <a:cs typeface="Noto Sans CJK SC"/>
              </a:rPr>
              <a:t>f₁</a:t>
            </a:r>
          </a:p>
        </p:txBody>
      </p:sp>
      <p:sp>
        <p:nvSpPr>
          <p:cNvPr id="28" name="M1_filters_f2_label">
            <a:extLst xmlns:a="http://schemas.openxmlformats.org/drawingml/2006/main">
              <a:ext uri="{FF2B5EF4-FFF2-40B4-BE49-F238E27FC236}">
                <a16:creationId xmlns:a16="http://schemas.microsoft.com/office/drawing/2014/main" id="{A88848D7-5665-425B-944E-17308C469FDF}"/>
              </a:ext>
            </a:extLst>
          </p:cNvPr>
          <p:cNvSpPr>
            <a:spLocks xmlns:a="http://schemas.openxmlformats.org/drawingml/2006/main" noGrp="1"/>
          </p:cNvSpPr>
          <p:nvPr/>
        </p:nvSpPr>
        <p:spPr>
          <a:xfrm xmlns:a="http://schemas.openxmlformats.org/drawingml/2006/main">
            <a:off x="5922645" y="3029712"/>
            <a:ext cx="381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lgn="l">
              <a:defRPr sz="1650" b="1">
                <a:solidFill>
                  <a:srgbClr val="B16B26"/>
                </a:solidFill>
                <a:latin typeface="Noto Sans CJK SC"/>
                <a:ea typeface="Noto Sans CJK SC"/>
                <a:cs typeface="Noto Sans CJK SC"/>
              </a:defRPr>
            </a:defPPr>
            <a:lvl1pPr algn="l">
              <a:defRPr sz="1650" b="1">
                <a:solidFill>
                  <a:srgbClr val="B16B26"/>
                </a:solidFill>
                <a:latin typeface="Noto Sans CJK SC"/>
                <a:ea typeface="Noto Sans CJK SC"/>
                <a:cs typeface="Noto Sans CJK SC"/>
              </a:defRPr>
            </a:lvl1pPr>
            <a:lvl2pPr algn="l">
              <a:defRPr sz="1650" b="1">
                <a:solidFill>
                  <a:srgbClr val="B16B26"/>
                </a:solidFill>
                <a:latin typeface="Noto Sans CJK SC"/>
                <a:ea typeface="Noto Sans CJK SC"/>
                <a:cs typeface="Noto Sans CJK SC"/>
              </a:defRPr>
            </a:lvl2pPr>
            <a:lvl3pPr algn="l">
              <a:defRPr sz="1650" b="1">
                <a:solidFill>
                  <a:srgbClr val="B16B26"/>
                </a:solidFill>
                <a:latin typeface="Noto Sans CJK SC"/>
                <a:ea typeface="Noto Sans CJK SC"/>
                <a:cs typeface="Noto Sans CJK SC"/>
              </a:defRPr>
            </a:lvl3pPr>
            <a:lvl4pPr algn="l">
              <a:defRPr sz="1650" b="1">
                <a:solidFill>
                  <a:srgbClr val="B16B26"/>
                </a:solidFill>
                <a:latin typeface="Noto Sans CJK SC"/>
                <a:ea typeface="Noto Sans CJK SC"/>
                <a:cs typeface="Noto Sans CJK SC"/>
              </a:defRPr>
            </a:lvl4pPr>
            <a:lvl5pPr algn="l">
              <a:defRPr sz="1650" b="1">
                <a:solidFill>
                  <a:srgbClr val="B16B26"/>
                </a:solidFill>
                <a:latin typeface="Noto Sans CJK SC"/>
                <a:ea typeface="Noto Sans CJK SC"/>
                <a:cs typeface="Noto Sans CJK SC"/>
              </a:defRPr>
            </a:lvl5pPr>
            <a:lvl6pPr algn="l">
              <a:defRPr sz="1650" b="1">
                <a:solidFill>
                  <a:srgbClr val="B16B26"/>
                </a:solidFill>
                <a:latin typeface="Noto Sans CJK SC"/>
                <a:ea typeface="Noto Sans CJK SC"/>
                <a:cs typeface="Noto Sans CJK SC"/>
              </a:defRPr>
            </a:lvl6pPr>
            <a:lvl7pPr algn="l">
              <a:defRPr sz="1650" b="1">
                <a:solidFill>
                  <a:srgbClr val="B16B26"/>
                </a:solidFill>
                <a:latin typeface="Noto Sans CJK SC"/>
                <a:ea typeface="Noto Sans CJK SC"/>
                <a:cs typeface="Noto Sans CJK SC"/>
              </a:defRPr>
            </a:lvl7pPr>
            <a:lvl8pPr algn="l">
              <a:defRPr sz="1650" b="1">
                <a:solidFill>
                  <a:srgbClr val="B16B26"/>
                </a:solidFill>
                <a:latin typeface="Noto Sans CJK SC"/>
                <a:ea typeface="Noto Sans CJK SC"/>
                <a:cs typeface="Noto Sans CJK SC"/>
              </a:defRPr>
            </a:lvl8pPr>
            <a:lvl9pPr algn="l">
              <a:defRPr sz="1650" b="1">
                <a:solidFill>
                  <a:srgbClr val="B16B26"/>
                </a:solidFill>
                <a:latin typeface="Noto Sans CJK SC"/>
                <a:ea typeface="Noto Sans CJK SC"/>
                <a:cs typeface="Noto Sans CJK SC"/>
              </a:defRPr>
            </a:lvl9pPr>
          </a:lstStyle>
          <a:p xmlns:a="http://schemas.openxmlformats.org/drawingml/2006/main">
            <a:pPr algn="l">
              <a:defRPr sz="1650" b="1">
                <a:solidFill>
                  <a:srgbClr val="B16B26"/>
                </a:solidFill>
                <a:latin typeface="Noto Sans CJK SC"/>
                <a:ea typeface="Noto Sans CJK SC"/>
                <a:cs typeface="Noto Sans CJK SC"/>
              </a:defRPr>
            </a:pPr>
            <a:r>
              <a:rPr sz="1650" b="1">
                <a:solidFill>
                  <a:srgbClr val="B16B26"/>
                </a:solidFill>
                <a:latin typeface="Noto Sans CJK SC"/>
                <a:ea typeface="Noto Sans CJK SC"/>
                <a:cs typeface="Noto Sans CJK SC"/>
              </a:rPr>
              <a:t>f₂</a:t>
            </a:r>
          </a:p>
        </p:txBody>
      </p:sp>
      <p:sp>
        <p:nvSpPr>
          <p:cNvPr id="29" name="M1_mirror">
            <a:extLst xmlns:a="http://schemas.openxmlformats.org/drawingml/2006/main">
              <a:ext uri="{FF2B5EF4-FFF2-40B4-BE49-F238E27FC236}">
                <a16:creationId xmlns:a16="http://schemas.microsoft.com/office/drawing/2014/main" id="{B5B60CE2-A342-4C0E-B20F-E01F40A3DC3A}"/>
              </a:ext>
            </a:extLst>
          </p:cNvPr>
          <p:cNvSpPr>
            <a:spLocks xmlns:a="http://schemas.openxmlformats.org/drawingml/2006/main" noGrp="1"/>
          </p:cNvSpPr>
          <p:nvPr/>
        </p:nvSpPr>
        <p:spPr>
          <a:xfrm xmlns:a="http://schemas.openxmlformats.org/drawingml/2006/main">
            <a:off x="8134350" y="2076450"/>
            <a:ext cx="2562225" cy="933450"/>
          </a:xfrm>
          <a:prstGeom xmlns:a="http://schemas.openxmlformats.org/drawingml/2006/main" prst="roundRect">
            <a:avLst>
              <a:gd name="adj" fmla="val 8163"/>
            </a:avLst>
          </a:prstGeom>
          <a:solidFill xmlns:a="http://schemas.openxmlformats.org/drawingml/2006/main">
            <a:srgbClr val="EDF4FA"/>
          </a:solidFill>
          <a:ln xmlns:a="http://schemas.openxmlformats.org/drawingml/2006/main" w="13335">
            <a:solidFill>
              <a:srgbClr val="286D9C"/>
            </a:solidFill>
            <a:prstDash val="solid"/>
          </a:ln>
        </p:spPr>
      </p:sp>
      <p:sp>
        <p:nvSpPr>
          <p:cNvPr id="30" name="M1_mirror_text">
            <a:extLst xmlns:a="http://schemas.openxmlformats.org/drawingml/2006/main">
              <a:ext uri="{FF2B5EF4-FFF2-40B4-BE49-F238E27FC236}">
                <a16:creationId xmlns:a16="http://schemas.microsoft.com/office/drawing/2014/main" id="{2C6EA21C-7C84-4399-A429-D29D4717C597}"/>
              </a:ext>
            </a:extLst>
          </p:cNvPr>
          <p:cNvSpPr>
            <a:spLocks xmlns:a="http://schemas.openxmlformats.org/drawingml/2006/main" noGrp="1"/>
          </p:cNvSpPr>
          <p:nvPr/>
        </p:nvSpPr>
        <p:spPr>
          <a:xfrm xmlns:a="http://schemas.openxmlformats.org/drawingml/2006/main">
            <a:off x="8267700" y="2152650"/>
            <a:ext cx="2295525"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lgn="ctr">
              <a:defRPr sz="1650" b="1">
                <a:solidFill>
                  <a:srgbClr val="286D9C"/>
                </a:solidFill>
                <a:latin typeface="Noto Sans CJK SC"/>
                <a:ea typeface="Noto Sans CJK SC"/>
                <a:cs typeface="Noto Sans CJK SC"/>
              </a:defRPr>
            </a:defPPr>
            <a:lvl1pPr algn="ctr">
              <a:defRPr sz="1650" b="1">
                <a:solidFill>
                  <a:srgbClr val="286D9C"/>
                </a:solidFill>
                <a:latin typeface="Noto Sans CJK SC"/>
                <a:ea typeface="Noto Sans CJK SC"/>
                <a:cs typeface="Noto Sans CJK SC"/>
              </a:defRPr>
            </a:lvl1pPr>
            <a:lvl2pPr algn="ctr">
              <a:defRPr sz="1650" b="1">
                <a:solidFill>
                  <a:srgbClr val="286D9C"/>
                </a:solidFill>
                <a:latin typeface="Noto Sans CJK SC"/>
                <a:ea typeface="Noto Sans CJK SC"/>
                <a:cs typeface="Noto Sans CJK SC"/>
              </a:defRPr>
            </a:lvl2pPr>
            <a:lvl3pPr algn="ctr">
              <a:defRPr sz="1650" b="1">
                <a:solidFill>
                  <a:srgbClr val="286D9C"/>
                </a:solidFill>
                <a:latin typeface="Noto Sans CJK SC"/>
                <a:ea typeface="Noto Sans CJK SC"/>
                <a:cs typeface="Noto Sans CJK SC"/>
              </a:defRPr>
            </a:lvl3pPr>
            <a:lvl4pPr algn="ctr">
              <a:defRPr sz="1650" b="1">
                <a:solidFill>
                  <a:srgbClr val="286D9C"/>
                </a:solidFill>
                <a:latin typeface="Noto Sans CJK SC"/>
                <a:ea typeface="Noto Sans CJK SC"/>
                <a:cs typeface="Noto Sans CJK SC"/>
              </a:defRPr>
            </a:lvl4pPr>
            <a:lvl5pPr algn="ctr">
              <a:defRPr sz="1650" b="1">
                <a:solidFill>
                  <a:srgbClr val="286D9C"/>
                </a:solidFill>
                <a:latin typeface="Noto Sans CJK SC"/>
                <a:ea typeface="Noto Sans CJK SC"/>
                <a:cs typeface="Noto Sans CJK SC"/>
              </a:defRPr>
            </a:lvl5pPr>
            <a:lvl6pPr algn="ctr">
              <a:defRPr sz="1650" b="1">
                <a:solidFill>
                  <a:srgbClr val="286D9C"/>
                </a:solidFill>
                <a:latin typeface="Noto Sans CJK SC"/>
                <a:ea typeface="Noto Sans CJK SC"/>
                <a:cs typeface="Noto Sans CJK SC"/>
              </a:defRPr>
            </a:lvl6pPr>
            <a:lvl7pPr algn="ctr">
              <a:defRPr sz="1650" b="1">
                <a:solidFill>
                  <a:srgbClr val="286D9C"/>
                </a:solidFill>
                <a:latin typeface="Noto Sans CJK SC"/>
                <a:ea typeface="Noto Sans CJK SC"/>
                <a:cs typeface="Noto Sans CJK SC"/>
              </a:defRPr>
            </a:lvl7pPr>
            <a:lvl8pPr algn="ctr">
              <a:defRPr sz="1650" b="1">
                <a:solidFill>
                  <a:srgbClr val="286D9C"/>
                </a:solidFill>
                <a:latin typeface="Noto Sans CJK SC"/>
                <a:ea typeface="Noto Sans CJK SC"/>
                <a:cs typeface="Noto Sans CJK SC"/>
              </a:defRPr>
            </a:lvl8pPr>
            <a:lvl9pPr algn="ctr">
              <a:defRPr sz="1650" b="1">
                <a:solidFill>
                  <a:srgbClr val="286D9C"/>
                </a:solidFill>
                <a:latin typeface="Noto Sans CJK SC"/>
                <a:ea typeface="Noto Sans CJK SC"/>
                <a:cs typeface="Noto Sans CJK SC"/>
              </a:defRPr>
            </a:lvl9pPr>
          </a:lstStyle>
          <a:p xmlns:a="http://schemas.openxmlformats.org/drawingml/2006/main">
            <a:pPr algn="ctr">
              <a:defRPr sz="1650" b="1">
                <a:solidFill>
                  <a:srgbClr val="286D9C"/>
                </a:solidFill>
                <a:latin typeface="Noto Sans CJK SC"/>
                <a:ea typeface="Noto Sans CJK SC"/>
                <a:cs typeface="Noto Sans CJK SC"/>
              </a:defRPr>
            </a:pPr>
            <a:r>
              <a:rPr sz="1650" b="1">
                <a:solidFill>
                  <a:srgbClr val="286D9C"/>
                </a:solidFill>
                <a:latin typeface="Noto Sans CJK SC"/>
                <a:ea typeface="Noto Sans CJK SC"/>
                <a:cs typeface="Noto Sans CJK SC"/>
              </a:rPr>
              <a:t>整流与镜像相减</a:t>
            </a:r>
          </a:p>
          <a:p xmlns:a="http://schemas.openxmlformats.org/drawingml/2006/main">
            <a:pPr algn="ctr">
              <a:defRPr sz="1650" b="1">
                <a:solidFill>
                  <a:srgbClr val="286D9C"/>
                </a:solidFill>
                <a:latin typeface="Noto Sans CJK SC"/>
                <a:ea typeface="Noto Sans CJK SC"/>
                <a:cs typeface="Noto Sans CJK SC"/>
              </a:defRPr>
            </a:pPr>
            <a:r>
              <a:rPr sz="1650" b="1">
                <a:solidFill>
                  <a:srgbClr val="286D9C"/>
                </a:solidFill>
                <a:latin typeface="Noto Sans CJK SC"/>
                <a:ea typeface="Noto Sans CJK SC"/>
                <a:cs typeface="Noto Sans CJK SC"/>
              </a:rPr>
              <a:t>hₖ=qₖ(L,R)−qₖ(R,L)</a:t>
            </a:r>
          </a:p>
        </p:txBody>
      </p:sp>
      <p:sp>
        <p:nvSpPr>
          <p:cNvPr id="31" name="filter_in">
            <a:extLst xmlns:a="http://schemas.openxmlformats.org/drawingml/2006/main">
              <a:ext uri="{FF2B5EF4-FFF2-40B4-BE49-F238E27FC236}">
                <a16:creationId xmlns:a16="http://schemas.microsoft.com/office/drawing/2014/main" id="{DD2A4498-9B18-44ED-81F0-A6DADB5C30BF}"/>
              </a:ext>
            </a:extLst>
          </p:cNvPr>
          <p:cNvSpPr>
            <a:spLocks xmlns:a="http://schemas.openxmlformats.org/drawingml/2006/main" noGrp="1"/>
          </p:cNvSpPr>
          <p:nvPr/>
        </p:nvSpPr>
        <p:spPr>
          <a:xfrm xmlns:a="http://schemas.openxmlformats.org/drawingml/2006/main">
            <a:off x="5772150" y="2543175"/>
            <a:ext cx="1905" cy="1905"/>
          </a:xfrm>
          <a:prstGeom xmlns:a="http://schemas.openxmlformats.org/drawingml/2006/main" prst="rect">
            <a:avLst/>
          </a:prstGeom>
          <a:noFill xmlns:a="http://schemas.openxmlformats.org/drawingml/2006/main"/>
          <a:ln xmlns:a="http://schemas.openxmlformats.org/drawingml/2006/main" w="13335">
            <a:noFill/>
            <a:prstDash val="solid"/>
          </a:ln>
        </p:spPr>
      </p:sp>
      <p:cxnSp>
        <p:nvCxnSpPr>
          <p:cNvPr id="32" name="">
            <a:extLst xmlns:a="http://schemas.openxmlformats.org/drawingml/2006/main">
              <a:ext uri="{FF2B5EF4-FFF2-40B4-BE49-F238E27FC236}">
                <a16:creationId xmlns:a16="http://schemas.microsoft.com/office/drawing/2014/main" id="{91FE820C-C960-4C6A-A112-B5FA63473221}"/>
              </a:ext>
            </a:extLst>
          </p:cNvPr>
          <p:cNvCxnSpPr>
            <a:stCxn xmlns:a="http://schemas.openxmlformats.org/drawingml/2006/main" id="20" idx="3"/>
            <a:endCxn xmlns:a="http://schemas.openxmlformats.org/drawingml/2006/main" id="31" idx="1"/>
          </p:cNvCxnSpPr>
          <p:nvPr/>
        </p:nvCxnSpPr>
        <p:spPr>
          <a:xfrm xmlns:a="http://schemas.openxmlformats.org/drawingml/2006/main">
            <a:off x="5467350" y="2524125"/>
            <a:ext cx="304800" cy="20003"/>
          </a:xfrm>
          <a:prstGeom xmlns:a="http://schemas.openxmlformats.org/drawingml/2006/main" prst="straightConnector1">
            <a:avLst/>
          </a:prstGeom>
          <a:ln xmlns:a="http://schemas.openxmlformats.org/drawingml/2006/main" w="20955">
            <a:solidFill>
              <a:srgbClr val="286D9C"/>
            </a:solidFill>
            <a:prstDash val="solid"/>
            <a:tailEnd type="triangle" w="med" len="med"/>
          </a:ln>
        </p:spPr>
      </p:cxnSp>
      <p:sp>
        <p:nvSpPr>
          <p:cNvPr id="33" name="filters_to_mirror_a">
            <a:extLst xmlns:a="http://schemas.openxmlformats.org/drawingml/2006/main">
              <a:ext uri="{FF2B5EF4-FFF2-40B4-BE49-F238E27FC236}">
                <a16:creationId xmlns:a16="http://schemas.microsoft.com/office/drawing/2014/main" id="{3B0A3C5D-C695-4704-99FF-547EA79F4E6D}"/>
              </a:ext>
            </a:extLst>
          </p:cNvPr>
          <p:cNvSpPr>
            <a:spLocks xmlns:a="http://schemas.openxmlformats.org/drawingml/2006/main" noGrp="1"/>
          </p:cNvSpPr>
          <p:nvPr/>
        </p:nvSpPr>
        <p:spPr>
          <a:xfrm xmlns:a="http://schemas.openxmlformats.org/drawingml/2006/main">
            <a:off x="7829550" y="2543175"/>
            <a:ext cx="1905" cy="1905"/>
          </a:xfrm>
          <a:prstGeom xmlns:a="http://schemas.openxmlformats.org/drawingml/2006/main" prst="rect">
            <a:avLst/>
          </a:prstGeom>
          <a:noFill xmlns:a="http://schemas.openxmlformats.org/drawingml/2006/main"/>
          <a:ln xmlns:a="http://schemas.openxmlformats.org/drawingml/2006/main" w="13335">
            <a:noFill/>
            <a:prstDash val="solid"/>
          </a:ln>
        </p:spPr>
      </p:sp>
      <p:sp>
        <p:nvSpPr>
          <p:cNvPr id="34" name="filters_to_mirror_b">
            <a:extLst xmlns:a="http://schemas.openxmlformats.org/drawingml/2006/main">
              <a:ext uri="{FF2B5EF4-FFF2-40B4-BE49-F238E27FC236}">
                <a16:creationId xmlns:a16="http://schemas.microsoft.com/office/drawing/2014/main" id="{6A5E4869-7120-4909-A430-10A68091B121}"/>
              </a:ext>
            </a:extLst>
          </p:cNvPr>
          <p:cNvSpPr>
            <a:spLocks xmlns:a="http://schemas.openxmlformats.org/drawingml/2006/main" noGrp="1"/>
          </p:cNvSpPr>
          <p:nvPr/>
        </p:nvSpPr>
        <p:spPr>
          <a:xfrm xmlns:a="http://schemas.openxmlformats.org/drawingml/2006/main">
            <a:off x="8086725" y="2543175"/>
            <a:ext cx="1905" cy="1905"/>
          </a:xfrm>
          <a:prstGeom xmlns:a="http://schemas.openxmlformats.org/drawingml/2006/main" prst="rect">
            <a:avLst/>
          </a:prstGeom>
          <a:noFill xmlns:a="http://schemas.openxmlformats.org/drawingml/2006/main"/>
          <a:ln xmlns:a="http://schemas.openxmlformats.org/drawingml/2006/main" w="13335">
            <a:noFill/>
            <a:prstDash val="solid"/>
          </a:ln>
        </p:spPr>
      </p:sp>
      <p:cxnSp>
        <p:nvCxnSpPr>
          <p:cNvPr id="35" name="">
            <a:extLst xmlns:a="http://schemas.openxmlformats.org/drawingml/2006/main">
              <a:ext uri="{FF2B5EF4-FFF2-40B4-BE49-F238E27FC236}">
                <a16:creationId xmlns:a16="http://schemas.microsoft.com/office/drawing/2014/main" id="{18AF1467-2563-4A58-8061-3A3863EF7B88}"/>
              </a:ext>
            </a:extLst>
          </p:cNvPr>
          <p:cNvCxnSpPr>
            <a:stCxn xmlns:a="http://schemas.openxmlformats.org/drawingml/2006/main" id="33" idx="3"/>
            <a:endCxn xmlns:a="http://schemas.openxmlformats.org/drawingml/2006/main" id="34" idx="1"/>
          </p:cNvCxnSpPr>
          <p:nvPr/>
        </p:nvCxnSpPr>
        <p:spPr>
          <a:xfrm xmlns:a="http://schemas.openxmlformats.org/drawingml/2006/main">
            <a:off x="7831455" y="2544128"/>
            <a:ext cx="255270" cy="0"/>
          </a:xfrm>
          <a:prstGeom xmlns:a="http://schemas.openxmlformats.org/drawingml/2006/main" prst="straightConnector1">
            <a:avLst/>
          </a:prstGeom>
          <a:ln xmlns:a="http://schemas.openxmlformats.org/drawingml/2006/main" w="20955">
            <a:solidFill>
              <a:srgbClr val="286D9C"/>
            </a:solidFill>
            <a:prstDash val="solid"/>
            <a:tailEnd type="triangle" w="med" len="med"/>
          </a:ln>
        </p:spPr>
      </p:cxnSp>
      <p:sp>
        <p:nvSpPr>
          <p:cNvPr id="36" name="M1_select">
            <a:extLst xmlns:a="http://schemas.openxmlformats.org/drawingml/2006/main">
              <a:ext uri="{FF2B5EF4-FFF2-40B4-BE49-F238E27FC236}">
                <a16:creationId xmlns:a16="http://schemas.microsoft.com/office/drawing/2014/main" id="{060D6165-C98F-46F5-BFAB-5439A0A1DA4F}"/>
              </a:ext>
            </a:extLst>
          </p:cNvPr>
          <p:cNvSpPr>
            <a:spLocks xmlns:a="http://schemas.openxmlformats.org/drawingml/2006/main" noGrp="1"/>
          </p:cNvSpPr>
          <p:nvPr/>
        </p:nvSpPr>
        <p:spPr>
          <a:xfrm xmlns:a="http://schemas.openxmlformats.org/drawingml/2006/main">
            <a:off x="3695700" y="3619500"/>
            <a:ext cx="2781300" cy="1057275"/>
          </a:xfrm>
          <a:prstGeom xmlns:a="http://schemas.openxmlformats.org/drawingml/2006/main" prst="roundRect">
            <a:avLst>
              <a:gd name="adj" fmla="val 7207"/>
            </a:avLst>
          </a:prstGeom>
          <a:solidFill xmlns:a="http://schemas.openxmlformats.org/drawingml/2006/main">
            <a:srgbClr val="FFFFFF"/>
          </a:solidFill>
          <a:ln xmlns:a="http://schemas.openxmlformats.org/drawingml/2006/main" w="13335">
            <a:solidFill>
              <a:srgbClr val="286D9C"/>
            </a:solidFill>
            <a:prstDash val="solid"/>
          </a:ln>
        </p:spPr>
      </p:sp>
      <p:sp>
        <p:nvSpPr>
          <p:cNvPr id="37" name="M1_select_text">
            <a:extLst xmlns:a="http://schemas.openxmlformats.org/drawingml/2006/main">
              <a:ext uri="{FF2B5EF4-FFF2-40B4-BE49-F238E27FC236}">
                <a16:creationId xmlns:a16="http://schemas.microsoft.com/office/drawing/2014/main" id="{082DD086-1BDB-495E-8AFD-E5DD3CCA13CD}"/>
              </a:ext>
            </a:extLst>
          </p:cNvPr>
          <p:cNvSpPr>
            <a:spLocks xmlns:a="http://schemas.openxmlformats.org/drawingml/2006/main" noGrp="1"/>
          </p:cNvSpPr>
          <p:nvPr/>
        </p:nvSpPr>
        <p:spPr>
          <a:xfrm xmlns:a="http://schemas.openxmlformats.org/drawingml/2006/main">
            <a:off x="3829050" y="3695700"/>
            <a:ext cx="25146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lgn="ctr">
              <a:defRPr sz="1650" b="1">
                <a:solidFill>
                  <a:srgbClr val="286D9C"/>
                </a:solidFill>
                <a:latin typeface="Noto Sans CJK SC"/>
                <a:ea typeface="Noto Sans CJK SC"/>
                <a:cs typeface="Noto Sans CJK SC"/>
              </a:defRPr>
            </a:defPPr>
            <a:lvl1pPr algn="ctr">
              <a:defRPr sz="1650" b="1">
                <a:solidFill>
                  <a:srgbClr val="286D9C"/>
                </a:solidFill>
                <a:latin typeface="Noto Sans CJK SC"/>
                <a:ea typeface="Noto Sans CJK SC"/>
                <a:cs typeface="Noto Sans CJK SC"/>
              </a:defRPr>
            </a:lvl1pPr>
            <a:lvl2pPr algn="ctr">
              <a:defRPr sz="1650" b="1">
                <a:solidFill>
                  <a:srgbClr val="286D9C"/>
                </a:solidFill>
                <a:latin typeface="Noto Sans CJK SC"/>
                <a:ea typeface="Noto Sans CJK SC"/>
                <a:cs typeface="Noto Sans CJK SC"/>
              </a:defRPr>
            </a:lvl2pPr>
            <a:lvl3pPr algn="ctr">
              <a:defRPr sz="1650" b="1">
                <a:solidFill>
                  <a:srgbClr val="286D9C"/>
                </a:solidFill>
                <a:latin typeface="Noto Sans CJK SC"/>
                <a:ea typeface="Noto Sans CJK SC"/>
                <a:cs typeface="Noto Sans CJK SC"/>
              </a:defRPr>
            </a:lvl3pPr>
            <a:lvl4pPr algn="ctr">
              <a:defRPr sz="1650" b="1">
                <a:solidFill>
                  <a:srgbClr val="286D9C"/>
                </a:solidFill>
                <a:latin typeface="Noto Sans CJK SC"/>
                <a:ea typeface="Noto Sans CJK SC"/>
                <a:cs typeface="Noto Sans CJK SC"/>
              </a:defRPr>
            </a:lvl4pPr>
            <a:lvl5pPr algn="ctr">
              <a:defRPr sz="1650" b="1">
                <a:solidFill>
                  <a:srgbClr val="286D9C"/>
                </a:solidFill>
                <a:latin typeface="Noto Sans CJK SC"/>
                <a:ea typeface="Noto Sans CJK SC"/>
                <a:cs typeface="Noto Sans CJK SC"/>
              </a:defRPr>
            </a:lvl5pPr>
            <a:lvl6pPr algn="ctr">
              <a:defRPr sz="1650" b="1">
                <a:solidFill>
                  <a:srgbClr val="286D9C"/>
                </a:solidFill>
                <a:latin typeface="Noto Sans CJK SC"/>
                <a:ea typeface="Noto Sans CJK SC"/>
                <a:cs typeface="Noto Sans CJK SC"/>
              </a:defRPr>
            </a:lvl6pPr>
            <a:lvl7pPr algn="ctr">
              <a:defRPr sz="1650" b="1">
                <a:solidFill>
                  <a:srgbClr val="286D9C"/>
                </a:solidFill>
                <a:latin typeface="Noto Sans CJK SC"/>
                <a:ea typeface="Noto Sans CJK SC"/>
                <a:cs typeface="Noto Sans CJK SC"/>
              </a:defRPr>
            </a:lvl7pPr>
            <a:lvl8pPr algn="ctr">
              <a:defRPr sz="1650" b="1">
                <a:solidFill>
                  <a:srgbClr val="286D9C"/>
                </a:solidFill>
                <a:latin typeface="Noto Sans CJK SC"/>
                <a:ea typeface="Noto Sans CJK SC"/>
                <a:cs typeface="Noto Sans CJK SC"/>
              </a:defRPr>
            </a:lvl8pPr>
            <a:lvl9pPr algn="ctr">
              <a:defRPr sz="1650" b="1">
                <a:solidFill>
                  <a:srgbClr val="286D9C"/>
                </a:solidFill>
                <a:latin typeface="Noto Sans CJK SC"/>
                <a:ea typeface="Noto Sans CJK SC"/>
                <a:cs typeface="Noto Sans CJK SC"/>
              </a:defRPr>
            </a:lvl9pPr>
          </a:lstStyle>
          <a:p xmlns:a="http://schemas.openxmlformats.org/drawingml/2006/main">
            <a:pPr algn="ctr">
              <a:defRPr sz="1650" b="1">
                <a:solidFill>
                  <a:srgbClr val="286D9C"/>
                </a:solidFill>
                <a:latin typeface="Noto Sans CJK SC"/>
                <a:ea typeface="Noto Sans CJK SC"/>
                <a:cs typeface="Noto Sans CJK SC"/>
              </a:defRPr>
            </a:pPr>
            <a:r>
              <a:rPr sz="1650" b="1">
                <a:solidFill>
                  <a:srgbClr val="286D9C"/>
                </a:solidFill>
                <a:latin typeface="Noto Sans CJK SC"/>
                <a:ea typeface="Noto Sans CJK SC"/>
                <a:cs typeface="Noto Sans CJK SC"/>
              </a:rPr>
              <a:t>竞争源对覆盖选择</a:t>
            </a:r>
          </a:p>
          <a:p xmlns:a="http://schemas.openxmlformats.org/drawingml/2006/main">
            <a:pPr algn="ctr">
              <a:defRPr sz="1650" b="1">
                <a:solidFill>
                  <a:srgbClr val="286D9C"/>
                </a:solidFill>
                <a:latin typeface="Noto Sans CJK SC"/>
                <a:ea typeface="Noto Sans CJK SC"/>
                <a:cs typeface="Noto Sans CJK SC"/>
              </a:defRPr>
            </a:pPr>
            <a:r>
              <a:rPr sz="1650" b="1">
                <a:solidFill>
                  <a:srgbClr val="286D9C"/>
                </a:solidFill>
                <a:latin typeface="Noto Sans CJK SC"/>
                <a:ea typeface="Noto Sans CJK SC"/>
                <a:cs typeface="Noto Sans CJK SC"/>
              </a:rPr>
              <a:t>训练分布上的稳健 JS</a:t>
            </a:r>
          </a:p>
          <a:p xmlns:a="http://schemas.openxmlformats.org/drawingml/2006/main">
            <a:pPr algn="ctr">
              <a:defRPr sz="1650" b="1">
                <a:solidFill>
                  <a:srgbClr val="286D9C"/>
                </a:solidFill>
                <a:latin typeface="Noto Sans CJK SC"/>
                <a:ea typeface="Noto Sans CJK SC"/>
                <a:cs typeface="Noto Sans CJK SC"/>
              </a:defRPr>
            </a:pPr>
            <a:r>
              <a:rPr sz="1650" b="1">
                <a:solidFill>
                  <a:srgbClr val="286D9C"/>
                </a:solidFill>
                <a:latin typeface="Noto Sans CJK SC"/>
                <a:ea typeface="Noto Sans CJK SC"/>
                <a:cs typeface="Noto Sans CJK SC"/>
              </a:rPr>
              <a:t>保留多个滤波通道</a:t>
            </a:r>
          </a:p>
        </p:txBody>
      </p:sp>
      <p:sp>
        <p:nvSpPr>
          <p:cNvPr id="38" name="M1_joint_caption">
            <a:extLst xmlns:a="http://schemas.openxmlformats.org/drawingml/2006/main">
              <a:ext uri="{FF2B5EF4-FFF2-40B4-BE49-F238E27FC236}">
                <a16:creationId xmlns:a16="http://schemas.microsoft.com/office/drawing/2014/main" id="{1E7C1696-E36C-4ABD-967F-508DDF002189}"/>
              </a:ext>
            </a:extLst>
          </p:cNvPr>
          <p:cNvSpPr>
            <a:spLocks xmlns:a="http://schemas.openxmlformats.org/drawingml/2006/main" noGrp="1"/>
          </p:cNvSpPr>
          <p:nvPr/>
        </p:nvSpPr>
        <p:spPr>
          <a:xfrm xmlns:a="http://schemas.openxmlformats.org/drawingml/2006/main">
            <a:off x="6934200" y="3333750"/>
            <a:ext cx="37528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lgn="l">
              <a:defRPr sz="1725" b="1">
                <a:solidFill>
                  <a:srgbClr val="286D9C"/>
                </a:solidFill>
                <a:latin typeface="Noto Sans CJK SC"/>
                <a:ea typeface="Noto Sans CJK SC"/>
                <a:cs typeface="Noto Sans CJK SC"/>
              </a:defRPr>
            </a:defPPr>
            <a:lvl1pPr algn="l">
              <a:defRPr sz="1725" b="1">
                <a:solidFill>
                  <a:srgbClr val="286D9C"/>
                </a:solidFill>
                <a:latin typeface="Noto Sans CJK SC"/>
                <a:ea typeface="Noto Sans CJK SC"/>
                <a:cs typeface="Noto Sans CJK SC"/>
              </a:defRPr>
            </a:lvl1pPr>
            <a:lvl2pPr algn="l">
              <a:defRPr sz="1725" b="1">
                <a:solidFill>
                  <a:srgbClr val="286D9C"/>
                </a:solidFill>
                <a:latin typeface="Noto Sans CJK SC"/>
                <a:ea typeface="Noto Sans CJK SC"/>
                <a:cs typeface="Noto Sans CJK SC"/>
              </a:defRPr>
            </a:lvl2pPr>
            <a:lvl3pPr algn="l">
              <a:defRPr sz="1725" b="1">
                <a:solidFill>
                  <a:srgbClr val="286D9C"/>
                </a:solidFill>
                <a:latin typeface="Noto Sans CJK SC"/>
                <a:ea typeface="Noto Sans CJK SC"/>
                <a:cs typeface="Noto Sans CJK SC"/>
              </a:defRPr>
            </a:lvl3pPr>
            <a:lvl4pPr algn="l">
              <a:defRPr sz="1725" b="1">
                <a:solidFill>
                  <a:srgbClr val="286D9C"/>
                </a:solidFill>
                <a:latin typeface="Noto Sans CJK SC"/>
                <a:ea typeface="Noto Sans CJK SC"/>
                <a:cs typeface="Noto Sans CJK SC"/>
              </a:defRPr>
            </a:lvl4pPr>
            <a:lvl5pPr algn="l">
              <a:defRPr sz="1725" b="1">
                <a:solidFill>
                  <a:srgbClr val="286D9C"/>
                </a:solidFill>
                <a:latin typeface="Noto Sans CJK SC"/>
                <a:ea typeface="Noto Sans CJK SC"/>
                <a:cs typeface="Noto Sans CJK SC"/>
              </a:defRPr>
            </a:lvl5pPr>
            <a:lvl6pPr algn="l">
              <a:defRPr sz="1725" b="1">
                <a:solidFill>
                  <a:srgbClr val="286D9C"/>
                </a:solidFill>
                <a:latin typeface="Noto Sans CJK SC"/>
                <a:ea typeface="Noto Sans CJK SC"/>
                <a:cs typeface="Noto Sans CJK SC"/>
              </a:defRPr>
            </a:lvl6pPr>
            <a:lvl7pPr algn="l">
              <a:defRPr sz="1725" b="1">
                <a:solidFill>
                  <a:srgbClr val="286D9C"/>
                </a:solidFill>
                <a:latin typeface="Noto Sans CJK SC"/>
                <a:ea typeface="Noto Sans CJK SC"/>
                <a:cs typeface="Noto Sans CJK SC"/>
              </a:defRPr>
            </a:lvl7pPr>
            <a:lvl8pPr algn="l">
              <a:defRPr sz="1725" b="1">
                <a:solidFill>
                  <a:srgbClr val="286D9C"/>
                </a:solidFill>
                <a:latin typeface="Noto Sans CJK SC"/>
                <a:ea typeface="Noto Sans CJK SC"/>
                <a:cs typeface="Noto Sans CJK SC"/>
              </a:defRPr>
            </a:lvl8pPr>
            <a:lvl9pPr algn="l">
              <a:defRPr sz="1725" b="1">
                <a:solidFill>
                  <a:srgbClr val="286D9C"/>
                </a:solidFill>
                <a:latin typeface="Noto Sans CJK SC"/>
                <a:ea typeface="Noto Sans CJK SC"/>
                <a:cs typeface="Noto Sans CJK SC"/>
              </a:defRPr>
            </a:lvl9pPr>
          </a:lstStyle>
          <a:p xmlns:a="http://schemas.openxmlformats.org/drawingml/2006/main">
            <a:pPr algn="l">
              <a:defRPr sz="1725" b="1">
                <a:solidFill>
                  <a:srgbClr val="286D9C"/>
                </a:solidFill>
                <a:latin typeface="Noto Sans CJK SC"/>
                <a:ea typeface="Noto Sans CJK SC"/>
                <a:cs typeface="Noto Sans CJK SC"/>
              </a:defRPr>
            </a:pPr>
            <a:r>
              <a:rPr sz="1725" b="1">
                <a:solidFill>
                  <a:srgbClr val="286D9C"/>
                </a:solidFill>
                <a:latin typeface="Noto Sans CJK SC"/>
                <a:ea typeface="Noto Sans CJK SC"/>
                <a:cs typeface="Noto Sans CJK SC"/>
              </a:rPr>
              <a:t>一个原始块，一个联合符号</a:t>
            </a:r>
          </a:p>
        </p:txBody>
      </p:sp>
      <p:graphicFrame>
        <p:nvGraphicFramePr>
          <p:cNvPr id="39" name="">
            <a:extLst xmlns:a="http://schemas.openxmlformats.org/drawingml/2006/main">
              <a:ext uri="{FF2B5EF4-FFF2-40B4-BE49-F238E27FC236}">
                <a16:creationId xmlns:a16="http://schemas.microsoft.com/office/drawing/2014/main" id="{67773F5F-554D-4A66-AC27-4B6862455D6C}"/>
              </a:ext>
            </a:extLst>
          </p:cNvPr>
          <p:cNvGraphicFramePr/>
          <p:nvPr/>
        </p:nvGraphicFramePr>
        <p:xfrm>
          <a:off xmlns:a="http://schemas.openxmlformats.org/drawingml/2006/main" x="6953250" y="3657600"/>
          <a:ext xmlns:a="http://schemas.openxmlformats.org/drawingml/2006/main" cx="3724275" cy="1066800"/>
        </p:xfrm>
        <a:graphic xmlns:a="http://schemas.openxmlformats.org/drawingml/2006/main">
          <a:graphicData uri="http://schemas.openxmlformats.org/drawingml/2006/table">
            <a:tbl>
              <a:tblPr/>
              <a:tblGrid>
                <a:gridCol w="942975"/>
                <a:gridCol w="895350"/>
                <a:gridCol w="895350"/>
                <a:gridCol w="990600"/>
              </a:tblGrid>
              <a:tr h="266700">
                <a:tc>
                  <a:txBody>
                    <a:bodyPr lIns="47625" tIns="47625" rIns="47625" bIns="47625">
                      <a:noAutofit/>
                    </a:bodyPr>
                    <a:lstStyle/>
                    <a:p>
                      <a:pPr algn="ctr"/>
                      <a:r>
                        <a:rPr sz="1500" b="1">
                          <a:solidFill>
                            <a:srgbClr val="233440"/>
                          </a:solidFill>
                          <a:latin typeface="Noto Sans CJK SC"/>
                          <a:ea typeface="Noto Sans CJK SC"/>
                          <a:cs typeface="Noto Sans CJK SC"/>
                        </a:rPr>
                        <a:t>E</a:t>
                      </a:r>
                    </a:p>
                  </a:txBody>
                  <a:tcPr marL="91440" marR="91440" marT="45720" marB="45720" anchor="ctr">
                    <a:lnL w="9525">
                      <a:solidFill>
                        <a:srgbClr val="CBD5DD"/>
                      </a:solidFill>
                      <a:prstDash val="solid"/>
                    </a:lnL>
                    <a:lnR w="9525">
                      <a:solidFill>
                        <a:srgbClr val="CBD5DD"/>
                      </a:solidFill>
                      <a:prstDash val="solid"/>
                    </a:lnR>
                    <a:lnT w="9525">
                      <a:solidFill>
                        <a:srgbClr val="CBD5DD"/>
                      </a:solidFill>
                      <a:prstDash val="solid"/>
                    </a:lnT>
                    <a:lnB w="9525">
                      <a:solidFill>
                        <a:srgbClr val="CBD5DD"/>
                      </a:solidFill>
                      <a:prstDash val="solid"/>
                    </a:lnB>
                    <a:solidFill>
                      <a:srgbClr val="EDF4FA"/>
                    </a:solidFill>
                  </a:tcPr>
                </a:tc>
                <a:tc>
                  <a:txBody>
                    <a:bodyPr lIns="47625" tIns="47625" rIns="47625" bIns="47625">
                      <a:noAutofit/>
                    </a:bodyPr>
                    <a:lstStyle/>
                    <a:p>
                      <a:pPr algn="ctr"/>
                      <a:r>
                        <a:rPr sz="1500" b="1">
                          <a:solidFill>
                            <a:srgbClr val="233440"/>
                          </a:solidFill>
                          <a:latin typeface="Noto Sans CJK SC"/>
                          <a:ea typeface="Noto Sans CJK SC"/>
                          <a:cs typeface="Noto Sans CJK SC"/>
                        </a:rPr>
                        <a:t>h₁</a:t>
                      </a:r>
                    </a:p>
                  </a:txBody>
                  <a:tcPr marL="91440" marR="91440" marT="45720" marB="45720" anchor="ctr">
                    <a:lnR w="9525">
                      <a:solidFill>
                        <a:srgbClr val="CBD5DD"/>
                      </a:solidFill>
                      <a:prstDash val="solid"/>
                    </a:lnR>
                    <a:lnT w="9525">
                      <a:solidFill>
                        <a:srgbClr val="CBD5DD"/>
                      </a:solidFill>
                      <a:prstDash val="solid"/>
                    </a:lnT>
                    <a:lnB w="9525">
                      <a:solidFill>
                        <a:srgbClr val="CBD5DD"/>
                      </a:solidFill>
                      <a:prstDash val="solid"/>
                    </a:lnB>
                    <a:solidFill>
                      <a:srgbClr val="EDF4FA"/>
                    </a:solidFill>
                  </a:tcPr>
                </a:tc>
                <a:tc>
                  <a:txBody>
                    <a:bodyPr lIns="47625" tIns="47625" rIns="47625" bIns="47625">
                      <a:noAutofit/>
                    </a:bodyPr>
                    <a:lstStyle/>
                    <a:p>
                      <a:pPr algn="ctr"/>
                      <a:r>
                        <a:rPr sz="1500" b="1">
                          <a:solidFill>
                            <a:srgbClr val="233440"/>
                          </a:solidFill>
                          <a:latin typeface="Noto Sans CJK SC"/>
                          <a:ea typeface="Noto Sans CJK SC"/>
                          <a:cs typeface="Noto Sans CJK SC"/>
                        </a:rPr>
                        <a:t>h₂</a:t>
                      </a:r>
                    </a:p>
                  </a:txBody>
                  <a:tcPr marL="91440" marR="91440" marT="45720" marB="45720" anchor="ctr">
                    <a:lnR w="9525">
                      <a:solidFill>
                        <a:srgbClr val="CBD5DD"/>
                      </a:solidFill>
                      <a:prstDash val="solid"/>
                    </a:lnR>
                    <a:lnT w="9525">
                      <a:solidFill>
                        <a:srgbClr val="CBD5DD"/>
                      </a:solidFill>
                      <a:prstDash val="solid"/>
                    </a:lnT>
                    <a:lnB w="9525">
                      <a:solidFill>
                        <a:srgbClr val="CBD5DD"/>
                      </a:solidFill>
                      <a:prstDash val="solid"/>
                    </a:lnB>
                    <a:solidFill>
                      <a:srgbClr val="EDF4FA"/>
                    </a:solidFill>
                  </a:tcPr>
                </a:tc>
                <a:tc>
                  <a:txBody>
                    <a:bodyPr lIns="47625" tIns="47625" rIns="47625" bIns="47625">
                      <a:noAutofit/>
                    </a:bodyPr>
                    <a:lstStyle/>
                    <a:p>
                      <a:pPr algn="ctr"/>
                      <a:r>
                        <a:rPr sz="1500" b="1">
                          <a:solidFill>
                            <a:srgbClr val="233440"/>
                          </a:solidFill>
                          <a:latin typeface="Noto Sans CJK SC"/>
                          <a:ea typeface="Noto Sans CJK SC"/>
                          <a:cs typeface="Noto Sans CJK SC"/>
                        </a:rPr>
                        <a:t>Z</a:t>
                      </a:r>
                    </a:p>
                  </a:txBody>
                  <a:tcPr marL="91440" marR="91440" marT="45720" marB="45720" anchor="ctr">
                    <a:lnR w="9525">
                      <a:solidFill>
                        <a:srgbClr val="CBD5DD"/>
                      </a:solidFill>
                      <a:prstDash val="solid"/>
                    </a:lnR>
                    <a:lnT w="9525">
                      <a:solidFill>
                        <a:srgbClr val="CBD5DD"/>
                      </a:solidFill>
                      <a:prstDash val="solid"/>
                    </a:lnT>
                    <a:lnB w="9525">
                      <a:solidFill>
                        <a:srgbClr val="CBD5DD"/>
                      </a:solidFill>
                      <a:prstDash val="solid"/>
                    </a:lnB>
                    <a:solidFill>
                      <a:srgbClr val="EDF4FA"/>
                    </a:solidFill>
                  </a:tcPr>
                </a:tc>
              </a:tr>
              <a:tr h="266700">
                <a:tc>
                  <a:txBody>
                    <a:bodyPr lIns="47625" tIns="47625" rIns="47625" bIns="47625">
                      <a:noAutofit/>
                    </a:bodyPr>
                    <a:lstStyle/>
                    <a:p>
                      <a:pPr algn="ctr"/>
                      <a:r>
                        <a:rPr sz="1500" b="0">
                          <a:solidFill>
                            <a:srgbClr val="233440"/>
                          </a:solidFill>
                          <a:latin typeface="Noto Sans CJK SC"/>
                          <a:ea typeface="Noto Sans CJK SC"/>
                          <a:cs typeface="Noto Sans CJK SC"/>
                        </a:rPr>
                        <a:t>低</a:t>
                      </a:r>
                    </a:p>
                  </a:txBody>
                  <a:tcPr marL="91440" marR="91440" marT="45720" marB="45720" anchor="ctr">
                    <a:lnL w="9525">
                      <a:solidFill>
                        <a:srgbClr val="CBD5DD"/>
                      </a:solidFill>
                      <a:prstDash val="solid"/>
                    </a:lnL>
                    <a:lnR w="9525">
                      <a:solidFill>
                        <a:srgbClr val="CBD5DD"/>
                      </a:solidFill>
                      <a:prstDash val="solid"/>
                    </a:lnR>
                    <a:lnB w="9525">
                      <a:solidFill>
                        <a:srgbClr val="CBD5DD"/>
                      </a:solidFill>
                      <a:prstDash val="solid"/>
                    </a:lnB>
                    <a:solidFill>
                      <a:srgbClr val="FFFFFF"/>
                    </a:solidFill>
                  </a:tcPr>
                </a:tc>
                <a:tc>
                  <a:txBody>
                    <a:bodyPr lIns="47625" tIns="47625" rIns="47625" bIns="47625">
                      <a:noAutofit/>
                    </a:bodyPr>
                    <a:lstStyle/>
                    <a:p>
                      <a:pPr algn="ctr"/>
                      <a:r>
                        <a:rPr sz="1500" b="0">
                          <a:solidFill>
                            <a:srgbClr val="233440"/>
                          </a:solidFill>
                          <a:latin typeface="Noto Sans CJK SC"/>
                          <a:ea typeface="Noto Sans CJK SC"/>
                          <a:cs typeface="Noto Sans CJK SC"/>
                        </a:rPr>
                        <a:t>−</a:t>
                      </a:r>
                    </a:p>
                  </a:txBody>
                  <a:tcPr marL="91440" marR="91440" marT="45720" marB="45720" anchor="ctr">
                    <a:lnR w="9525">
                      <a:solidFill>
                        <a:srgbClr val="CBD5DD"/>
                      </a:solidFill>
                      <a:prstDash val="solid"/>
                    </a:lnR>
                    <a:lnB w="9525">
                      <a:solidFill>
                        <a:srgbClr val="CBD5DD"/>
                      </a:solidFill>
                      <a:prstDash val="solid"/>
                    </a:lnB>
                    <a:solidFill>
                      <a:srgbClr val="FFFFFF"/>
                    </a:solidFill>
                  </a:tcPr>
                </a:tc>
                <a:tc>
                  <a:txBody>
                    <a:bodyPr lIns="47625" tIns="47625" rIns="47625" bIns="47625">
                      <a:noAutofit/>
                    </a:bodyPr>
                    <a:lstStyle/>
                    <a:p>
                      <a:pPr algn="ctr"/>
                      <a:r>
                        <a:rPr sz="1500" b="0">
                          <a:solidFill>
                            <a:srgbClr val="233440"/>
                          </a:solidFill>
                          <a:latin typeface="Noto Sans CJK SC"/>
                          <a:ea typeface="Noto Sans CJK SC"/>
                          <a:cs typeface="Noto Sans CJK SC"/>
                        </a:rPr>
                        <a:t>0</a:t>
                      </a:r>
                    </a:p>
                  </a:txBody>
                  <a:tcPr marL="91440" marR="91440" marT="45720" marB="45720" anchor="ctr">
                    <a:lnR w="9525">
                      <a:solidFill>
                        <a:srgbClr val="CBD5DD"/>
                      </a:solidFill>
                      <a:prstDash val="solid"/>
                    </a:lnR>
                    <a:lnB w="9525">
                      <a:solidFill>
                        <a:srgbClr val="CBD5DD"/>
                      </a:solidFill>
                      <a:prstDash val="solid"/>
                    </a:lnB>
                    <a:solidFill>
                      <a:srgbClr val="FFFFFF"/>
                    </a:solidFill>
                  </a:tcPr>
                </a:tc>
                <a:tc>
                  <a:txBody>
                    <a:bodyPr lIns="47625" tIns="47625" rIns="47625" bIns="47625">
                      <a:noAutofit/>
                    </a:bodyPr>
                    <a:lstStyle/>
                    <a:p>
                      <a:pPr algn="ctr"/>
                      <a:r>
                        <a:rPr sz="1500" b="0">
                          <a:solidFill>
                            <a:srgbClr val="233440"/>
                          </a:solidFill>
                          <a:latin typeface="Noto Sans CJK SC"/>
                          <a:ea typeface="Noto Sans CJK SC"/>
                          <a:cs typeface="Noto Sans CJK SC"/>
                        </a:rPr>
                        <a:t>z₁</a:t>
                      </a:r>
                    </a:p>
                  </a:txBody>
                  <a:tcPr marL="91440" marR="91440" marT="45720" marB="45720" anchor="ctr">
                    <a:lnR w="9525">
                      <a:solidFill>
                        <a:srgbClr val="CBD5DD"/>
                      </a:solidFill>
                      <a:prstDash val="solid"/>
                    </a:lnR>
                    <a:lnB w="9525">
                      <a:solidFill>
                        <a:srgbClr val="CBD5DD"/>
                      </a:solidFill>
                      <a:prstDash val="solid"/>
                    </a:lnB>
                    <a:solidFill>
                      <a:srgbClr val="FFFFFF"/>
                    </a:solidFill>
                  </a:tcPr>
                </a:tc>
              </a:tr>
              <a:tr h="266700">
                <a:tc>
                  <a:txBody>
                    <a:bodyPr lIns="47625" tIns="47625" rIns="47625" bIns="47625">
                      <a:noAutofit/>
                    </a:bodyPr>
                    <a:lstStyle/>
                    <a:p>
                      <a:pPr algn="ctr"/>
                      <a:r>
                        <a:rPr sz="1500" b="0">
                          <a:solidFill>
                            <a:srgbClr val="233440"/>
                          </a:solidFill>
                          <a:latin typeface="Noto Sans CJK SC"/>
                          <a:ea typeface="Noto Sans CJK SC"/>
                          <a:cs typeface="Noto Sans CJK SC"/>
                        </a:rPr>
                        <a:t>高</a:t>
                      </a:r>
                    </a:p>
                  </a:txBody>
                  <a:tcPr marL="91440" marR="91440" marT="45720" marB="45720" anchor="ctr">
                    <a:lnL w="9525">
                      <a:solidFill>
                        <a:srgbClr val="CBD5DD"/>
                      </a:solidFill>
                      <a:prstDash val="solid"/>
                    </a:lnL>
                    <a:lnR w="9525">
                      <a:solidFill>
                        <a:srgbClr val="CBD5DD"/>
                      </a:solidFill>
                      <a:prstDash val="solid"/>
                    </a:lnR>
                    <a:lnB w="9525">
                      <a:solidFill>
                        <a:srgbClr val="CBD5DD"/>
                      </a:solidFill>
                      <a:prstDash val="solid"/>
                    </a:lnB>
                    <a:solidFill>
                      <a:srgbClr val="FFFFFF"/>
                    </a:solidFill>
                  </a:tcPr>
                </a:tc>
                <a:tc>
                  <a:txBody>
                    <a:bodyPr lIns="47625" tIns="47625" rIns="47625" bIns="47625">
                      <a:noAutofit/>
                    </a:bodyPr>
                    <a:lstStyle/>
                    <a:p>
                      <a:pPr algn="ctr"/>
                      <a:r>
                        <a:rPr sz="1500" b="0">
                          <a:solidFill>
                            <a:srgbClr val="233440"/>
                          </a:solidFill>
                          <a:latin typeface="Noto Sans CJK SC"/>
                          <a:ea typeface="Noto Sans CJK SC"/>
                          <a:cs typeface="Noto Sans CJK SC"/>
                        </a:rPr>
                        <a:t>+</a:t>
                      </a:r>
                    </a:p>
                  </a:txBody>
                  <a:tcPr marL="91440" marR="91440" marT="45720" marB="45720" anchor="ctr">
                    <a:lnR w="9525">
                      <a:solidFill>
                        <a:srgbClr val="CBD5DD"/>
                      </a:solidFill>
                      <a:prstDash val="solid"/>
                    </a:lnR>
                    <a:lnB w="9525">
                      <a:solidFill>
                        <a:srgbClr val="CBD5DD"/>
                      </a:solidFill>
                      <a:prstDash val="solid"/>
                    </a:lnB>
                    <a:solidFill>
                      <a:srgbClr val="FFFFFF"/>
                    </a:solidFill>
                  </a:tcPr>
                </a:tc>
                <a:tc>
                  <a:txBody>
                    <a:bodyPr lIns="47625" tIns="47625" rIns="47625" bIns="47625">
                      <a:noAutofit/>
                    </a:bodyPr>
                    <a:lstStyle/>
                    <a:p>
                      <a:pPr algn="ctr"/>
                      <a:r>
                        <a:rPr sz="1500" b="0">
                          <a:solidFill>
                            <a:srgbClr val="233440"/>
                          </a:solidFill>
                          <a:latin typeface="Noto Sans CJK SC"/>
                          <a:ea typeface="Noto Sans CJK SC"/>
                          <a:cs typeface="Noto Sans CJK SC"/>
                        </a:rPr>
                        <a:t>−</a:t>
                      </a:r>
                    </a:p>
                  </a:txBody>
                  <a:tcPr marL="91440" marR="91440" marT="45720" marB="45720" anchor="ctr">
                    <a:lnR w="9525">
                      <a:solidFill>
                        <a:srgbClr val="CBD5DD"/>
                      </a:solidFill>
                      <a:prstDash val="solid"/>
                    </a:lnR>
                    <a:lnB w="9525">
                      <a:solidFill>
                        <a:srgbClr val="CBD5DD"/>
                      </a:solidFill>
                      <a:prstDash val="solid"/>
                    </a:lnB>
                    <a:solidFill>
                      <a:srgbClr val="FFFFFF"/>
                    </a:solidFill>
                  </a:tcPr>
                </a:tc>
                <a:tc>
                  <a:txBody>
                    <a:bodyPr lIns="47625" tIns="47625" rIns="47625" bIns="47625">
                      <a:noAutofit/>
                    </a:bodyPr>
                    <a:lstStyle/>
                    <a:p>
                      <a:pPr algn="ctr"/>
                      <a:r>
                        <a:rPr sz="1500" b="0">
                          <a:solidFill>
                            <a:srgbClr val="233440"/>
                          </a:solidFill>
                          <a:latin typeface="Noto Sans CJK SC"/>
                          <a:ea typeface="Noto Sans CJK SC"/>
                          <a:cs typeface="Noto Sans CJK SC"/>
                        </a:rPr>
                        <a:t>z₂</a:t>
                      </a:r>
                    </a:p>
                  </a:txBody>
                  <a:tcPr marL="91440" marR="91440" marT="45720" marB="45720" anchor="ctr">
                    <a:lnR w="9525">
                      <a:solidFill>
                        <a:srgbClr val="CBD5DD"/>
                      </a:solidFill>
                      <a:prstDash val="solid"/>
                    </a:lnR>
                    <a:lnB w="9525">
                      <a:solidFill>
                        <a:srgbClr val="CBD5DD"/>
                      </a:solidFill>
                      <a:prstDash val="solid"/>
                    </a:lnB>
                    <a:solidFill>
                      <a:srgbClr val="FFFFFF"/>
                    </a:solidFill>
                  </a:tcPr>
                </a:tc>
              </a:tr>
              <a:tr h="266700">
                <a:tc>
                  <a:txBody>
                    <a:bodyPr lIns="47625" tIns="47625" rIns="47625" bIns="47625">
                      <a:noAutofit/>
                    </a:bodyPr>
                    <a:lstStyle/>
                    <a:p>
                      <a:pPr algn="ctr"/>
                      <a:r>
                        <a:rPr sz="1500" b="0">
                          <a:solidFill>
                            <a:srgbClr val="233440"/>
                          </a:solidFill>
                          <a:latin typeface="Noto Sans CJK SC"/>
                          <a:ea typeface="Noto Sans CJK SC"/>
                          <a:cs typeface="Noto Sans CJK SC"/>
                        </a:rPr>
                        <a:t>高</a:t>
                      </a:r>
                    </a:p>
                  </a:txBody>
                  <a:tcPr marL="91440" marR="91440" marT="45720" marB="45720" anchor="ctr">
                    <a:lnL w="9525">
                      <a:solidFill>
                        <a:srgbClr val="CBD5DD"/>
                      </a:solidFill>
                      <a:prstDash val="solid"/>
                    </a:lnL>
                    <a:lnR w="9525">
                      <a:solidFill>
                        <a:srgbClr val="CBD5DD"/>
                      </a:solidFill>
                      <a:prstDash val="solid"/>
                    </a:lnR>
                    <a:lnB w="9525">
                      <a:solidFill>
                        <a:srgbClr val="CBD5DD"/>
                      </a:solidFill>
                      <a:prstDash val="solid"/>
                    </a:lnB>
                    <a:solidFill>
                      <a:srgbClr val="FFFFFF"/>
                    </a:solidFill>
                  </a:tcPr>
                </a:tc>
                <a:tc>
                  <a:txBody>
                    <a:bodyPr lIns="47625" tIns="47625" rIns="47625" bIns="47625">
                      <a:noAutofit/>
                    </a:bodyPr>
                    <a:lstStyle/>
                    <a:p>
                      <a:pPr algn="ctr"/>
                      <a:r>
                        <a:rPr sz="1500" b="0">
                          <a:solidFill>
                            <a:srgbClr val="233440"/>
                          </a:solidFill>
                          <a:latin typeface="Noto Sans CJK SC"/>
                          <a:ea typeface="Noto Sans CJK SC"/>
                          <a:cs typeface="Noto Sans CJK SC"/>
                        </a:rPr>
                        <a:t>0</a:t>
                      </a:r>
                    </a:p>
                  </a:txBody>
                  <a:tcPr marL="91440" marR="91440" marT="45720" marB="45720" anchor="ctr">
                    <a:lnR w="9525">
                      <a:solidFill>
                        <a:srgbClr val="CBD5DD"/>
                      </a:solidFill>
                      <a:prstDash val="solid"/>
                    </a:lnR>
                    <a:lnB w="9525">
                      <a:solidFill>
                        <a:srgbClr val="CBD5DD"/>
                      </a:solidFill>
                      <a:prstDash val="solid"/>
                    </a:lnB>
                    <a:solidFill>
                      <a:srgbClr val="FFFFFF"/>
                    </a:solidFill>
                  </a:tcPr>
                </a:tc>
                <a:tc>
                  <a:txBody>
                    <a:bodyPr lIns="47625" tIns="47625" rIns="47625" bIns="47625">
                      <a:noAutofit/>
                    </a:bodyPr>
                    <a:lstStyle/>
                    <a:p>
                      <a:pPr algn="ctr"/>
                      <a:r>
                        <a:rPr sz="1500" b="0">
                          <a:solidFill>
                            <a:srgbClr val="233440"/>
                          </a:solidFill>
                          <a:latin typeface="Noto Sans CJK SC"/>
                          <a:ea typeface="Noto Sans CJK SC"/>
                          <a:cs typeface="Noto Sans CJK SC"/>
                        </a:rPr>
                        <a:t>+</a:t>
                      </a:r>
                    </a:p>
                  </a:txBody>
                  <a:tcPr marL="91440" marR="91440" marT="45720" marB="45720" anchor="ctr">
                    <a:lnR w="9525">
                      <a:solidFill>
                        <a:srgbClr val="CBD5DD"/>
                      </a:solidFill>
                      <a:prstDash val="solid"/>
                    </a:lnR>
                    <a:lnB w="9525">
                      <a:solidFill>
                        <a:srgbClr val="CBD5DD"/>
                      </a:solidFill>
                      <a:prstDash val="solid"/>
                    </a:lnB>
                    <a:solidFill>
                      <a:srgbClr val="FFFFFF"/>
                    </a:solidFill>
                  </a:tcPr>
                </a:tc>
                <a:tc>
                  <a:txBody>
                    <a:bodyPr lIns="47625" tIns="47625" rIns="47625" bIns="47625">
                      <a:noAutofit/>
                    </a:bodyPr>
                    <a:lstStyle/>
                    <a:p>
                      <a:pPr algn="ctr"/>
                      <a:r>
                        <a:rPr sz="1500" b="0">
                          <a:solidFill>
                            <a:srgbClr val="233440"/>
                          </a:solidFill>
                          <a:latin typeface="Noto Sans CJK SC"/>
                          <a:ea typeface="Noto Sans CJK SC"/>
                          <a:cs typeface="Noto Sans CJK SC"/>
                        </a:rPr>
                        <a:t>z₃</a:t>
                      </a:r>
                    </a:p>
                  </a:txBody>
                  <a:tcPr marL="91440" marR="91440" marT="45720" marB="45720" anchor="ctr">
                    <a:lnR w="9525">
                      <a:solidFill>
                        <a:srgbClr val="CBD5DD"/>
                      </a:solidFill>
                      <a:prstDash val="solid"/>
                    </a:lnR>
                    <a:lnB w="9525">
                      <a:solidFill>
                        <a:srgbClr val="CBD5DD"/>
                      </a:solidFill>
                      <a:prstDash val="solid"/>
                    </a:lnB>
                    <a:solidFill>
                      <a:srgbClr val="FFFFFF"/>
                    </a:solidFill>
                  </a:tcPr>
                </a:tc>
              </a:tr>
            </a:tbl>
          </a:graphicData>
        </a:graphic>
      </p:graphicFrame>
      <p:sp>
        <p:nvSpPr>
          <p:cNvPr id="40" name="mirror_to_joint_a">
            <a:extLst xmlns:a="http://schemas.openxmlformats.org/drawingml/2006/main">
              <a:ext uri="{FF2B5EF4-FFF2-40B4-BE49-F238E27FC236}">
                <a16:creationId xmlns:a16="http://schemas.microsoft.com/office/drawing/2014/main" id="{A9E882A7-D5AF-4CE2-9ADC-544E835FF873}"/>
              </a:ext>
            </a:extLst>
          </p:cNvPr>
          <p:cNvSpPr>
            <a:spLocks xmlns:a="http://schemas.openxmlformats.org/drawingml/2006/main" noGrp="1"/>
          </p:cNvSpPr>
          <p:nvPr/>
        </p:nvSpPr>
        <p:spPr>
          <a:xfrm xmlns:a="http://schemas.openxmlformats.org/drawingml/2006/main">
            <a:off x="10572750" y="3019425"/>
            <a:ext cx="1905" cy="1905"/>
          </a:xfrm>
          <a:prstGeom xmlns:a="http://schemas.openxmlformats.org/drawingml/2006/main" prst="rect">
            <a:avLst/>
          </a:prstGeom>
          <a:noFill xmlns:a="http://schemas.openxmlformats.org/drawingml/2006/main"/>
          <a:ln xmlns:a="http://schemas.openxmlformats.org/drawingml/2006/main" w="13335">
            <a:noFill/>
            <a:prstDash val="solid"/>
          </a:ln>
        </p:spPr>
      </p:sp>
      <p:sp>
        <p:nvSpPr>
          <p:cNvPr id="41" name="mirror_to_joint_b">
            <a:extLst xmlns:a="http://schemas.openxmlformats.org/drawingml/2006/main">
              <a:ext uri="{FF2B5EF4-FFF2-40B4-BE49-F238E27FC236}">
                <a16:creationId xmlns:a16="http://schemas.microsoft.com/office/drawing/2014/main" id="{A70091EE-3717-4D41-9F57-5031C75D1072}"/>
              </a:ext>
            </a:extLst>
          </p:cNvPr>
          <p:cNvSpPr>
            <a:spLocks xmlns:a="http://schemas.openxmlformats.org/drawingml/2006/main" noGrp="1"/>
          </p:cNvSpPr>
          <p:nvPr/>
        </p:nvSpPr>
        <p:spPr>
          <a:xfrm xmlns:a="http://schemas.openxmlformats.org/drawingml/2006/main">
            <a:off x="10572750" y="3609975"/>
            <a:ext cx="1905" cy="1905"/>
          </a:xfrm>
          <a:prstGeom xmlns:a="http://schemas.openxmlformats.org/drawingml/2006/main" prst="rect">
            <a:avLst/>
          </a:prstGeom>
          <a:noFill xmlns:a="http://schemas.openxmlformats.org/drawingml/2006/main"/>
          <a:ln xmlns:a="http://schemas.openxmlformats.org/drawingml/2006/main" w="13335">
            <a:noFill/>
            <a:prstDash val="solid"/>
          </a:ln>
        </p:spPr>
      </p:sp>
      <p:cxnSp>
        <p:nvCxnSpPr>
          <p:cNvPr id="42" name="">
            <a:extLst xmlns:a="http://schemas.openxmlformats.org/drawingml/2006/main">
              <a:ext uri="{FF2B5EF4-FFF2-40B4-BE49-F238E27FC236}">
                <a16:creationId xmlns:a16="http://schemas.microsoft.com/office/drawing/2014/main" id="{C725F142-A35D-46F0-8CAF-7A2B08151F77}"/>
              </a:ext>
            </a:extLst>
          </p:cNvPr>
          <p:cNvCxnSpPr>
            <a:stCxn xmlns:a="http://schemas.openxmlformats.org/drawingml/2006/main" id="40" idx="2"/>
            <a:endCxn xmlns:a="http://schemas.openxmlformats.org/drawingml/2006/main" id="41" idx="0"/>
          </p:cNvCxnSpPr>
          <p:nvPr/>
        </p:nvCxnSpPr>
        <p:spPr>
          <a:xfrm xmlns:a="http://schemas.openxmlformats.org/drawingml/2006/main">
            <a:off x="10573703" y="3021330"/>
            <a:ext cx="0" cy="588645"/>
          </a:xfrm>
          <a:prstGeom xmlns:a="http://schemas.openxmlformats.org/drawingml/2006/main" prst="straightConnector1">
            <a:avLst/>
          </a:prstGeom>
          <a:ln xmlns:a="http://schemas.openxmlformats.org/drawingml/2006/main" w="20955">
            <a:solidFill>
              <a:srgbClr val="286D9C"/>
            </a:solidFill>
            <a:prstDash val="solid"/>
            <a:tailEnd type="triangle" w="med" len="med"/>
          </a:ln>
        </p:spPr>
      </p:cxnSp>
      <p:sp>
        <p:nvSpPr>
          <p:cNvPr id="43" name="selector_to_joint_a">
            <a:extLst xmlns:a="http://schemas.openxmlformats.org/drawingml/2006/main">
              <a:ext uri="{FF2B5EF4-FFF2-40B4-BE49-F238E27FC236}">
                <a16:creationId xmlns:a16="http://schemas.microsoft.com/office/drawing/2014/main" id="{33965190-49ED-479F-8EA3-2A3E0CC9BB23}"/>
              </a:ext>
            </a:extLst>
          </p:cNvPr>
          <p:cNvSpPr>
            <a:spLocks xmlns:a="http://schemas.openxmlformats.org/drawingml/2006/main" noGrp="1"/>
          </p:cNvSpPr>
          <p:nvPr/>
        </p:nvSpPr>
        <p:spPr>
          <a:xfrm xmlns:a="http://schemas.openxmlformats.org/drawingml/2006/main">
            <a:off x="6534150" y="4143375"/>
            <a:ext cx="1905" cy="1905"/>
          </a:xfrm>
          <a:prstGeom xmlns:a="http://schemas.openxmlformats.org/drawingml/2006/main" prst="rect">
            <a:avLst/>
          </a:prstGeom>
          <a:noFill xmlns:a="http://schemas.openxmlformats.org/drawingml/2006/main"/>
          <a:ln xmlns:a="http://schemas.openxmlformats.org/drawingml/2006/main" w="13335">
            <a:noFill/>
            <a:prstDash val="solid"/>
          </a:ln>
        </p:spPr>
      </p:sp>
      <p:sp>
        <p:nvSpPr>
          <p:cNvPr id="44" name="selector_to_joint_b">
            <a:extLst xmlns:a="http://schemas.openxmlformats.org/drawingml/2006/main">
              <a:ext uri="{FF2B5EF4-FFF2-40B4-BE49-F238E27FC236}">
                <a16:creationId xmlns:a16="http://schemas.microsoft.com/office/drawing/2014/main" id="{A4328DD0-7577-46BB-A7D7-428EE8D83C7C}"/>
              </a:ext>
            </a:extLst>
          </p:cNvPr>
          <p:cNvSpPr>
            <a:spLocks xmlns:a="http://schemas.openxmlformats.org/drawingml/2006/main" noGrp="1"/>
          </p:cNvSpPr>
          <p:nvPr/>
        </p:nvSpPr>
        <p:spPr>
          <a:xfrm xmlns:a="http://schemas.openxmlformats.org/drawingml/2006/main">
            <a:off x="6886575" y="4143375"/>
            <a:ext cx="1905" cy="1905"/>
          </a:xfrm>
          <a:prstGeom xmlns:a="http://schemas.openxmlformats.org/drawingml/2006/main" prst="rect">
            <a:avLst/>
          </a:prstGeom>
          <a:noFill xmlns:a="http://schemas.openxmlformats.org/drawingml/2006/main"/>
          <a:ln xmlns:a="http://schemas.openxmlformats.org/drawingml/2006/main" w="13335">
            <a:noFill/>
            <a:prstDash val="solid"/>
          </a:ln>
        </p:spPr>
      </p:sp>
      <p:cxnSp>
        <p:nvCxnSpPr>
          <p:cNvPr id="45" name="">
            <a:extLst xmlns:a="http://schemas.openxmlformats.org/drawingml/2006/main">
              <a:ext uri="{FF2B5EF4-FFF2-40B4-BE49-F238E27FC236}">
                <a16:creationId xmlns:a16="http://schemas.microsoft.com/office/drawing/2014/main" id="{6C483960-D227-4DBF-ADF7-72A74BDFEF7A}"/>
              </a:ext>
            </a:extLst>
          </p:cNvPr>
          <p:cNvCxnSpPr>
            <a:stCxn xmlns:a="http://schemas.openxmlformats.org/drawingml/2006/main" id="43" idx="3"/>
            <a:endCxn xmlns:a="http://schemas.openxmlformats.org/drawingml/2006/main" id="44" idx="1"/>
          </p:cNvCxnSpPr>
          <p:nvPr/>
        </p:nvCxnSpPr>
        <p:spPr>
          <a:xfrm xmlns:a="http://schemas.openxmlformats.org/drawingml/2006/main">
            <a:off x="6536055" y="4144328"/>
            <a:ext cx="350520" cy="0"/>
          </a:xfrm>
          <a:prstGeom xmlns:a="http://schemas.openxmlformats.org/drawingml/2006/main" prst="straightConnector1">
            <a:avLst/>
          </a:prstGeom>
          <a:ln xmlns:a="http://schemas.openxmlformats.org/drawingml/2006/main" w="20955">
            <a:solidFill>
              <a:srgbClr val="286D9C"/>
            </a:solidFill>
            <a:prstDash val="solid"/>
            <a:tailEnd type="triangle" w="med" len="med"/>
          </a:ln>
        </p:spPr>
      </p:cxnSp>
      <p:sp>
        <p:nvSpPr>
          <p:cNvPr id="46" name="M1_joint_law">
            <a:extLst xmlns:a="http://schemas.openxmlformats.org/drawingml/2006/main">
              <a:ext uri="{FF2B5EF4-FFF2-40B4-BE49-F238E27FC236}">
                <a16:creationId xmlns:a16="http://schemas.microsoft.com/office/drawing/2014/main" id="{10A73DC8-A566-48EF-96FE-E9648BEB3B04}"/>
              </a:ext>
            </a:extLst>
          </p:cNvPr>
          <p:cNvSpPr>
            <a:spLocks xmlns:a="http://schemas.openxmlformats.org/drawingml/2006/main" noGrp="1"/>
          </p:cNvSpPr>
          <p:nvPr/>
        </p:nvSpPr>
        <p:spPr>
          <a:xfrm xmlns:a="http://schemas.openxmlformats.org/drawingml/2006/main">
            <a:off x="3695700" y="5114925"/>
            <a:ext cx="7000875" cy="609600"/>
          </a:xfrm>
          <a:prstGeom xmlns:a="http://schemas.openxmlformats.org/drawingml/2006/main" prst="roundRect">
            <a:avLst>
              <a:gd name="adj" fmla="val 12500"/>
            </a:avLst>
          </a:prstGeom>
          <a:solidFill xmlns:a="http://schemas.openxmlformats.org/drawingml/2006/main">
            <a:srgbClr val="EDF4FA"/>
          </a:solidFill>
          <a:ln xmlns:a="http://schemas.openxmlformats.org/drawingml/2006/main" w="13335">
            <a:solidFill>
              <a:srgbClr val="286D9C"/>
            </a:solidFill>
            <a:prstDash val="solid"/>
          </a:ln>
        </p:spPr>
      </p:sp>
      <p:sp>
        <p:nvSpPr>
          <p:cNvPr id="47" name="M1_joint_law_text">
            <a:extLst xmlns:a="http://schemas.openxmlformats.org/drawingml/2006/main">
              <a:ext uri="{FF2B5EF4-FFF2-40B4-BE49-F238E27FC236}">
                <a16:creationId xmlns:a16="http://schemas.microsoft.com/office/drawing/2014/main" id="{347D6F33-43EF-43B7-BF91-D613A7A84F32}"/>
              </a:ext>
            </a:extLst>
          </p:cNvPr>
          <p:cNvSpPr>
            <a:spLocks xmlns:a="http://schemas.openxmlformats.org/drawingml/2006/main" noGrp="1"/>
          </p:cNvSpPr>
          <p:nvPr/>
        </p:nvSpPr>
        <p:spPr>
          <a:xfrm xmlns:a="http://schemas.openxmlformats.org/drawingml/2006/main">
            <a:off x="3829050" y="5191125"/>
            <a:ext cx="67341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lgn="ctr">
              <a:defRPr sz="1725" b="1">
                <a:solidFill>
                  <a:srgbClr val="286D9C"/>
                </a:solidFill>
                <a:latin typeface="Noto Sans CJK SC"/>
                <a:ea typeface="Noto Sans CJK SC"/>
                <a:cs typeface="Noto Sans CJK SC"/>
              </a:defRPr>
            </a:defPPr>
            <a:lvl1pPr algn="ctr">
              <a:defRPr sz="1725" b="1">
                <a:solidFill>
                  <a:srgbClr val="286D9C"/>
                </a:solidFill>
                <a:latin typeface="Noto Sans CJK SC"/>
                <a:ea typeface="Noto Sans CJK SC"/>
                <a:cs typeface="Noto Sans CJK SC"/>
              </a:defRPr>
            </a:lvl1pPr>
            <a:lvl2pPr algn="ctr">
              <a:defRPr sz="1725" b="1">
                <a:solidFill>
                  <a:srgbClr val="286D9C"/>
                </a:solidFill>
                <a:latin typeface="Noto Sans CJK SC"/>
                <a:ea typeface="Noto Sans CJK SC"/>
                <a:cs typeface="Noto Sans CJK SC"/>
              </a:defRPr>
            </a:lvl2pPr>
            <a:lvl3pPr algn="ctr">
              <a:defRPr sz="1725" b="1">
                <a:solidFill>
                  <a:srgbClr val="286D9C"/>
                </a:solidFill>
                <a:latin typeface="Noto Sans CJK SC"/>
                <a:ea typeface="Noto Sans CJK SC"/>
                <a:cs typeface="Noto Sans CJK SC"/>
              </a:defRPr>
            </a:lvl3pPr>
            <a:lvl4pPr algn="ctr">
              <a:defRPr sz="1725" b="1">
                <a:solidFill>
                  <a:srgbClr val="286D9C"/>
                </a:solidFill>
                <a:latin typeface="Noto Sans CJK SC"/>
                <a:ea typeface="Noto Sans CJK SC"/>
                <a:cs typeface="Noto Sans CJK SC"/>
              </a:defRPr>
            </a:lvl4pPr>
            <a:lvl5pPr algn="ctr">
              <a:defRPr sz="1725" b="1">
                <a:solidFill>
                  <a:srgbClr val="286D9C"/>
                </a:solidFill>
                <a:latin typeface="Noto Sans CJK SC"/>
                <a:ea typeface="Noto Sans CJK SC"/>
                <a:cs typeface="Noto Sans CJK SC"/>
              </a:defRPr>
            </a:lvl5pPr>
            <a:lvl6pPr algn="ctr">
              <a:defRPr sz="1725" b="1">
                <a:solidFill>
                  <a:srgbClr val="286D9C"/>
                </a:solidFill>
                <a:latin typeface="Noto Sans CJK SC"/>
                <a:ea typeface="Noto Sans CJK SC"/>
                <a:cs typeface="Noto Sans CJK SC"/>
              </a:defRPr>
            </a:lvl6pPr>
            <a:lvl7pPr algn="ctr">
              <a:defRPr sz="1725" b="1">
                <a:solidFill>
                  <a:srgbClr val="286D9C"/>
                </a:solidFill>
                <a:latin typeface="Noto Sans CJK SC"/>
                <a:ea typeface="Noto Sans CJK SC"/>
                <a:cs typeface="Noto Sans CJK SC"/>
              </a:defRPr>
            </a:lvl7pPr>
            <a:lvl8pPr algn="ctr">
              <a:defRPr sz="1725" b="1">
                <a:solidFill>
                  <a:srgbClr val="286D9C"/>
                </a:solidFill>
                <a:latin typeface="Noto Sans CJK SC"/>
                <a:ea typeface="Noto Sans CJK SC"/>
                <a:cs typeface="Noto Sans CJK SC"/>
              </a:defRPr>
            </a:lvl8pPr>
            <a:lvl9pPr algn="ctr">
              <a:defRPr sz="1725" b="1">
                <a:solidFill>
                  <a:srgbClr val="286D9C"/>
                </a:solidFill>
                <a:latin typeface="Noto Sans CJK SC"/>
                <a:ea typeface="Noto Sans CJK SC"/>
                <a:cs typeface="Noto Sans CJK SC"/>
              </a:defRPr>
            </a:lvl9pPr>
          </a:lstStyle>
          <a:p xmlns:a="http://schemas.openxmlformats.org/drawingml/2006/main">
            <a:pPr algn="ctr">
              <a:defRPr sz="1725" b="1">
                <a:solidFill>
                  <a:srgbClr val="286D9C"/>
                </a:solidFill>
                <a:latin typeface="Noto Sans CJK SC"/>
                <a:ea typeface="Noto Sans CJK SC"/>
                <a:cs typeface="Noto Sans CJK SC"/>
              </a:defRPr>
            </a:pPr>
            <a:r>
              <a:rPr sz="1725" b="1">
                <a:solidFill>
                  <a:srgbClr val="286D9C"/>
                </a:solidFill>
                <a:latin typeface="Noto Sans CJK SC"/>
                <a:ea typeface="Noto Sans CJK SC"/>
                <a:cs typeface="Noto Sans CJK SC"/>
              </a:rPr>
              <a:t>联合观测律  P(Z | s, m, a)</a:t>
            </a:r>
          </a:p>
          <a:p xmlns:a="http://schemas.openxmlformats.org/drawingml/2006/main">
            <a:pPr algn="ctr">
              <a:defRPr sz="1725" b="1">
                <a:solidFill>
                  <a:srgbClr val="286D9C"/>
                </a:solidFill>
                <a:latin typeface="Noto Sans CJK SC"/>
                <a:ea typeface="Noto Sans CJK SC"/>
                <a:cs typeface="Noto Sans CJK SC"/>
              </a:defRPr>
            </a:pPr>
            <a:r>
              <a:rPr sz="1725" b="1">
                <a:solidFill>
                  <a:srgbClr val="286D9C"/>
                </a:solidFill>
                <a:latin typeface="Noto Sans CJK SC"/>
                <a:ea typeface="Noto Sans CJK SC"/>
                <a:cs typeface="Noto Sans CJK SC"/>
              </a:rPr>
              <a:t>同一原始块仅更新一次，整段保留机制 m</a:t>
            </a:r>
          </a:p>
        </p:txBody>
      </p:sp>
      <p:cxnSp>
        <p:nvCxnSpPr>
          <p:cNvPr id="48" name="">
            <a:extLst xmlns:a="http://schemas.openxmlformats.org/drawingml/2006/main">
              <a:ext uri="{FF2B5EF4-FFF2-40B4-BE49-F238E27FC236}">
                <a16:creationId xmlns:a16="http://schemas.microsoft.com/office/drawing/2014/main" id="{E8E23522-AF34-4915-84F6-503B10740E1E}"/>
              </a:ext>
            </a:extLst>
          </p:cNvPr>
          <p:cNvCxnSpPr>
            <a:stCxn xmlns:a="http://schemas.openxmlformats.org/drawingml/2006/main" id="6" idx="3"/>
            <a:endCxn xmlns:a="http://schemas.openxmlformats.org/drawingml/2006/main" id="20" idx="1"/>
          </p:cNvCxnSpPr>
          <p:nvPr/>
        </p:nvCxnSpPr>
        <p:spPr>
          <a:xfrm xmlns:a="http://schemas.openxmlformats.org/drawingml/2006/main">
            <a:off x="3124200" y="2333625"/>
            <a:ext cx="571500" cy="190500"/>
          </a:xfrm>
          <a:prstGeom xmlns:a="http://schemas.openxmlformats.org/drawingml/2006/main" prst="straightConnector1">
            <a:avLst/>
          </a:prstGeom>
          <a:ln xmlns:a="http://schemas.openxmlformats.org/drawingml/2006/main" w="20955">
            <a:solidFill>
              <a:srgbClr val="60717D"/>
            </a:solidFill>
            <a:prstDash val="solid"/>
            <a:tailEnd type="triangle" w="med" len="med"/>
          </a:ln>
        </p:spPr>
      </p:cxnSp>
      <p:sp>
        <p:nvSpPr>
          <p:cNvPr id="49" name="select_to_law_a">
            <a:extLst xmlns:a="http://schemas.openxmlformats.org/drawingml/2006/main">
              <a:ext uri="{FF2B5EF4-FFF2-40B4-BE49-F238E27FC236}">
                <a16:creationId xmlns:a16="http://schemas.microsoft.com/office/drawing/2014/main" id="{6B7A5CD5-07D6-43B8-BDA1-1A20B816B583}"/>
              </a:ext>
            </a:extLst>
          </p:cNvPr>
          <p:cNvSpPr>
            <a:spLocks xmlns:a="http://schemas.openxmlformats.org/drawingml/2006/main" noGrp="1"/>
          </p:cNvSpPr>
          <p:nvPr/>
        </p:nvSpPr>
        <p:spPr>
          <a:xfrm xmlns:a="http://schemas.openxmlformats.org/drawingml/2006/main">
            <a:off x="5095875" y="4714875"/>
            <a:ext cx="1905" cy="1905"/>
          </a:xfrm>
          <a:prstGeom xmlns:a="http://schemas.openxmlformats.org/drawingml/2006/main" prst="rect">
            <a:avLst/>
          </a:prstGeom>
          <a:noFill xmlns:a="http://schemas.openxmlformats.org/drawingml/2006/main"/>
          <a:ln xmlns:a="http://schemas.openxmlformats.org/drawingml/2006/main" w="13335">
            <a:noFill/>
            <a:prstDash val="solid"/>
          </a:ln>
        </p:spPr>
      </p:sp>
      <p:sp>
        <p:nvSpPr>
          <p:cNvPr id="50" name="select_to_law_b">
            <a:extLst xmlns:a="http://schemas.openxmlformats.org/drawingml/2006/main">
              <a:ext uri="{FF2B5EF4-FFF2-40B4-BE49-F238E27FC236}">
                <a16:creationId xmlns:a16="http://schemas.microsoft.com/office/drawing/2014/main" id="{0FAF8E21-F2BC-4CC7-9F34-8C726CFF842C}"/>
              </a:ext>
            </a:extLst>
          </p:cNvPr>
          <p:cNvSpPr>
            <a:spLocks xmlns:a="http://schemas.openxmlformats.org/drawingml/2006/main" noGrp="1"/>
          </p:cNvSpPr>
          <p:nvPr/>
        </p:nvSpPr>
        <p:spPr>
          <a:xfrm xmlns:a="http://schemas.openxmlformats.org/drawingml/2006/main">
            <a:off x="5095875" y="5067300"/>
            <a:ext cx="1905" cy="1905"/>
          </a:xfrm>
          <a:prstGeom xmlns:a="http://schemas.openxmlformats.org/drawingml/2006/main" prst="rect">
            <a:avLst/>
          </a:prstGeom>
          <a:noFill xmlns:a="http://schemas.openxmlformats.org/drawingml/2006/main"/>
          <a:ln xmlns:a="http://schemas.openxmlformats.org/drawingml/2006/main" w="13335">
            <a:noFill/>
            <a:prstDash val="solid"/>
          </a:ln>
        </p:spPr>
      </p:sp>
      <p:cxnSp>
        <p:nvCxnSpPr>
          <p:cNvPr id="51" name="">
            <a:extLst xmlns:a="http://schemas.openxmlformats.org/drawingml/2006/main">
              <a:ext uri="{FF2B5EF4-FFF2-40B4-BE49-F238E27FC236}">
                <a16:creationId xmlns:a16="http://schemas.microsoft.com/office/drawing/2014/main" id="{92B35E42-42B5-4EA7-904D-E4B656D00B3D}"/>
              </a:ext>
            </a:extLst>
          </p:cNvPr>
          <p:cNvCxnSpPr>
            <a:stCxn xmlns:a="http://schemas.openxmlformats.org/drawingml/2006/main" id="49" idx="2"/>
            <a:endCxn xmlns:a="http://schemas.openxmlformats.org/drawingml/2006/main" id="50" idx="0"/>
          </p:cNvCxnSpPr>
          <p:nvPr/>
        </p:nvCxnSpPr>
        <p:spPr>
          <a:xfrm xmlns:a="http://schemas.openxmlformats.org/drawingml/2006/main">
            <a:off x="5096828" y="4716780"/>
            <a:ext cx="0" cy="350520"/>
          </a:xfrm>
          <a:prstGeom xmlns:a="http://schemas.openxmlformats.org/drawingml/2006/main" prst="straightConnector1">
            <a:avLst/>
          </a:prstGeom>
          <a:ln xmlns:a="http://schemas.openxmlformats.org/drawingml/2006/main" w="20955">
            <a:solidFill>
              <a:srgbClr val="286D9C"/>
            </a:solidFill>
            <a:prstDash val="solid"/>
            <a:tailEnd type="triangle" w="med" len="med"/>
          </a:ln>
        </p:spPr>
      </p:cxnSp>
      <p:sp>
        <p:nvSpPr>
          <p:cNvPr id="52" name="joint_to_law_a">
            <a:extLst xmlns:a="http://schemas.openxmlformats.org/drawingml/2006/main">
              <a:ext uri="{FF2B5EF4-FFF2-40B4-BE49-F238E27FC236}">
                <a16:creationId xmlns:a16="http://schemas.microsoft.com/office/drawing/2014/main" id="{DD142EAC-CB34-45AB-BA1D-3DE4EC45E6A9}"/>
              </a:ext>
            </a:extLst>
          </p:cNvPr>
          <p:cNvSpPr>
            <a:spLocks xmlns:a="http://schemas.openxmlformats.org/drawingml/2006/main" noGrp="1"/>
          </p:cNvSpPr>
          <p:nvPr/>
        </p:nvSpPr>
        <p:spPr>
          <a:xfrm xmlns:a="http://schemas.openxmlformats.org/drawingml/2006/main">
            <a:off x="8810625" y="4962525"/>
            <a:ext cx="1905" cy="1905"/>
          </a:xfrm>
          <a:prstGeom xmlns:a="http://schemas.openxmlformats.org/drawingml/2006/main" prst="rect">
            <a:avLst/>
          </a:prstGeom>
          <a:noFill xmlns:a="http://schemas.openxmlformats.org/drawingml/2006/main"/>
          <a:ln xmlns:a="http://schemas.openxmlformats.org/drawingml/2006/main" w="13335">
            <a:noFill/>
            <a:prstDash val="solid"/>
          </a:ln>
        </p:spPr>
      </p:sp>
      <p:sp>
        <p:nvSpPr>
          <p:cNvPr id="53" name="joint_to_law_b">
            <a:extLst xmlns:a="http://schemas.openxmlformats.org/drawingml/2006/main">
              <a:ext uri="{FF2B5EF4-FFF2-40B4-BE49-F238E27FC236}">
                <a16:creationId xmlns:a16="http://schemas.microsoft.com/office/drawing/2014/main" id="{57BD2852-12E1-434D-A1FB-27CE581BC4C1}"/>
              </a:ext>
            </a:extLst>
          </p:cNvPr>
          <p:cNvSpPr>
            <a:spLocks xmlns:a="http://schemas.openxmlformats.org/drawingml/2006/main" noGrp="1"/>
          </p:cNvSpPr>
          <p:nvPr/>
        </p:nvSpPr>
        <p:spPr>
          <a:xfrm xmlns:a="http://schemas.openxmlformats.org/drawingml/2006/main">
            <a:off x="8810625" y="5067300"/>
            <a:ext cx="1905" cy="1905"/>
          </a:xfrm>
          <a:prstGeom xmlns:a="http://schemas.openxmlformats.org/drawingml/2006/main" prst="rect">
            <a:avLst/>
          </a:prstGeom>
          <a:noFill xmlns:a="http://schemas.openxmlformats.org/drawingml/2006/main"/>
          <a:ln xmlns:a="http://schemas.openxmlformats.org/drawingml/2006/main" w="13335">
            <a:noFill/>
            <a:prstDash val="solid"/>
          </a:ln>
        </p:spPr>
      </p:sp>
      <p:cxnSp>
        <p:nvCxnSpPr>
          <p:cNvPr id="54" name="">
            <a:extLst xmlns:a="http://schemas.openxmlformats.org/drawingml/2006/main">
              <a:ext uri="{FF2B5EF4-FFF2-40B4-BE49-F238E27FC236}">
                <a16:creationId xmlns:a16="http://schemas.microsoft.com/office/drawing/2014/main" id="{8AD27D7B-111D-4B2A-857A-2AC24267A347}"/>
              </a:ext>
            </a:extLst>
          </p:cNvPr>
          <p:cNvCxnSpPr>
            <a:stCxn xmlns:a="http://schemas.openxmlformats.org/drawingml/2006/main" id="52" idx="2"/>
            <a:endCxn xmlns:a="http://schemas.openxmlformats.org/drawingml/2006/main" id="53" idx="0"/>
          </p:cNvCxnSpPr>
          <p:nvPr/>
        </p:nvCxnSpPr>
        <p:spPr>
          <a:xfrm xmlns:a="http://schemas.openxmlformats.org/drawingml/2006/main">
            <a:off x="8811578" y="4964430"/>
            <a:ext cx="0" cy="102870"/>
          </a:xfrm>
          <a:prstGeom xmlns:a="http://schemas.openxmlformats.org/drawingml/2006/main" prst="straightConnector1">
            <a:avLst/>
          </a:prstGeom>
          <a:ln xmlns:a="http://schemas.openxmlformats.org/drawingml/2006/main" w="20955">
            <a:solidFill>
              <a:srgbClr val="286D9C"/>
            </a:solidFill>
            <a:prstDash val="solid"/>
            <a:tailEnd type="triangle" w="med" len="med"/>
          </a:ln>
        </p:spPr>
      </p:cxnSp>
      <p:sp>
        <p:nvSpPr>
          <p:cNvPr id="55" name="source_map_caption">
            <a:extLst xmlns:a="http://schemas.openxmlformats.org/drawingml/2006/main">
              <a:ext uri="{FF2B5EF4-FFF2-40B4-BE49-F238E27FC236}">
                <a16:creationId xmlns:a16="http://schemas.microsoft.com/office/drawing/2014/main" id="{59827585-9C38-4DF8-ADDB-9A3F400709A1}"/>
              </a:ext>
            </a:extLst>
          </p:cNvPr>
          <p:cNvSpPr>
            <a:spLocks xmlns:a="http://schemas.openxmlformats.org/drawingml/2006/main" noGrp="1"/>
          </p:cNvSpPr>
          <p:nvPr/>
        </p:nvSpPr>
        <p:spPr>
          <a:xfrm xmlns:a="http://schemas.openxmlformats.org/drawingml/2006/main">
            <a:off x="7000875" y="5895975"/>
            <a:ext cx="238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lgn="l">
              <a:defRPr sz="1800" b="1">
                <a:solidFill>
                  <a:srgbClr val="74648C"/>
                </a:solidFill>
                <a:latin typeface="Noto Sans CJK SC"/>
                <a:ea typeface="Noto Sans CJK SC"/>
                <a:cs typeface="Noto Sans CJK SC"/>
              </a:defRPr>
            </a:defPPr>
            <a:lvl1pPr algn="l">
              <a:defRPr sz="1800" b="1">
                <a:solidFill>
                  <a:srgbClr val="74648C"/>
                </a:solidFill>
                <a:latin typeface="Noto Sans CJK SC"/>
                <a:ea typeface="Noto Sans CJK SC"/>
                <a:cs typeface="Noto Sans CJK SC"/>
              </a:defRPr>
            </a:lvl1pPr>
            <a:lvl2pPr algn="l">
              <a:defRPr sz="1800" b="1">
                <a:solidFill>
                  <a:srgbClr val="74648C"/>
                </a:solidFill>
                <a:latin typeface="Noto Sans CJK SC"/>
                <a:ea typeface="Noto Sans CJK SC"/>
                <a:cs typeface="Noto Sans CJK SC"/>
              </a:defRPr>
            </a:lvl2pPr>
            <a:lvl3pPr algn="l">
              <a:defRPr sz="1800" b="1">
                <a:solidFill>
                  <a:srgbClr val="74648C"/>
                </a:solidFill>
                <a:latin typeface="Noto Sans CJK SC"/>
                <a:ea typeface="Noto Sans CJK SC"/>
                <a:cs typeface="Noto Sans CJK SC"/>
              </a:defRPr>
            </a:lvl3pPr>
            <a:lvl4pPr algn="l">
              <a:defRPr sz="1800" b="1">
                <a:solidFill>
                  <a:srgbClr val="74648C"/>
                </a:solidFill>
                <a:latin typeface="Noto Sans CJK SC"/>
                <a:ea typeface="Noto Sans CJK SC"/>
                <a:cs typeface="Noto Sans CJK SC"/>
              </a:defRPr>
            </a:lvl4pPr>
            <a:lvl5pPr algn="l">
              <a:defRPr sz="1800" b="1">
                <a:solidFill>
                  <a:srgbClr val="74648C"/>
                </a:solidFill>
                <a:latin typeface="Noto Sans CJK SC"/>
                <a:ea typeface="Noto Sans CJK SC"/>
                <a:cs typeface="Noto Sans CJK SC"/>
              </a:defRPr>
            </a:lvl5pPr>
            <a:lvl6pPr algn="l">
              <a:defRPr sz="1800" b="1">
                <a:solidFill>
                  <a:srgbClr val="74648C"/>
                </a:solidFill>
                <a:latin typeface="Noto Sans CJK SC"/>
                <a:ea typeface="Noto Sans CJK SC"/>
                <a:cs typeface="Noto Sans CJK SC"/>
              </a:defRPr>
            </a:lvl6pPr>
            <a:lvl7pPr algn="l">
              <a:defRPr sz="1800" b="1">
                <a:solidFill>
                  <a:srgbClr val="74648C"/>
                </a:solidFill>
                <a:latin typeface="Noto Sans CJK SC"/>
                <a:ea typeface="Noto Sans CJK SC"/>
                <a:cs typeface="Noto Sans CJK SC"/>
              </a:defRPr>
            </a:lvl7pPr>
            <a:lvl8pPr algn="l">
              <a:defRPr sz="1800" b="1">
                <a:solidFill>
                  <a:srgbClr val="74648C"/>
                </a:solidFill>
                <a:latin typeface="Noto Sans CJK SC"/>
                <a:ea typeface="Noto Sans CJK SC"/>
                <a:cs typeface="Noto Sans CJK SC"/>
              </a:defRPr>
            </a:lvl8pPr>
            <a:lvl9pPr algn="l">
              <a:defRPr sz="1800" b="1">
                <a:solidFill>
                  <a:srgbClr val="74648C"/>
                </a:solidFill>
                <a:latin typeface="Noto Sans CJK SC"/>
                <a:ea typeface="Noto Sans CJK SC"/>
                <a:cs typeface="Noto Sans CJK SC"/>
              </a:defRPr>
            </a:lvl9pPr>
          </a:lstStyle>
          <a:p xmlns:a="http://schemas.openxmlformats.org/drawingml/2006/main">
            <a:pPr algn="l">
              <a:defRPr sz="1800" b="1">
                <a:solidFill>
                  <a:srgbClr val="74648C"/>
                </a:solidFill>
                <a:latin typeface="Noto Sans CJK SC"/>
                <a:ea typeface="Noto Sans CJK SC"/>
                <a:cs typeface="Noto Sans CJK SC"/>
              </a:defRPr>
            </a:pPr>
            <a:r>
              <a:rPr sz="1800" b="1">
                <a:solidFill>
                  <a:srgbClr val="74648C"/>
                </a:solidFill>
                <a:latin typeface="Noto Sans CJK SC"/>
                <a:ea typeface="Noto Sans CJK SC"/>
                <a:cs typeface="Noto Sans CJK SC"/>
              </a:rPr>
              <a:t>二维源概率图</a:t>
            </a:r>
          </a:p>
        </p:txBody>
      </p:sp>
      <p:sp>
        <p:nvSpPr>
          <p:cNvPr id="56" name="posterior_formula">
            <a:extLst xmlns:a="http://schemas.openxmlformats.org/drawingml/2006/main">
              <a:ext uri="{FF2B5EF4-FFF2-40B4-BE49-F238E27FC236}">
                <a16:creationId xmlns:a16="http://schemas.microsoft.com/office/drawing/2014/main" id="{7B4E07CB-B03F-4376-AE4D-8D26CD46627E}"/>
              </a:ext>
            </a:extLst>
          </p:cNvPr>
          <p:cNvSpPr>
            <a:spLocks xmlns:a="http://schemas.openxmlformats.org/drawingml/2006/main" noGrp="1"/>
          </p:cNvSpPr>
          <p:nvPr/>
        </p:nvSpPr>
        <p:spPr>
          <a:xfrm xmlns:a="http://schemas.openxmlformats.org/drawingml/2006/main">
            <a:off x="7000875" y="7524750"/>
            <a:ext cx="3619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lgn="l">
              <a:defRPr sz="1650" b="0">
                <a:solidFill>
                  <a:srgbClr val="74648C"/>
                </a:solidFill>
                <a:latin typeface="Noto Sans CJK SC"/>
                <a:ea typeface="Noto Sans CJK SC"/>
                <a:cs typeface="Noto Sans CJK SC"/>
              </a:defRPr>
            </a:defPPr>
            <a:lvl1pPr algn="l">
              <a:defRPr sz="1650" b="0">
                <a:solidFill>
                  <a:srgbClr val="74648C"/>
                </a:solidFill>
                <a:latin typeface="Noto Sans CJK SC"/>
                <a:ea typeface="Noto Sans CJK SC"/>
                <a:cs typeface="Noto Sans CJK SC"/>
              </a:defRPr>
            </a:lvl1pPr>
            <a:lvl2pPr algn="l">
              <a:defRPr sz="1650" b="0">
                <a:solidFill>
                  <a:srgbClr val="74648C"/>
                </a:solidFill>
                <a:latin typeface="Noto Sans CJK SC"/>
                <a:ea typeface="Noto Sans CJK SC"/>
                <a:cs typeface="Noto Sans CJK SC"/>
              </a:defRPr>
            </a:lvl2pPr>
            <a:lvl3pPr algn="l">
              <a:defRPr sz="1650" b="0">
                <a:solidFill>
                  <a:srgbClr val="74648C"/>
                </a:solidFill>
                <a:latin typeface="Noto Sans CJK SC"/>
                <a:ea typeface="Noto Sans CJK SC"/>
                <a:cs typeface="Noto Sans CJK SC"/>
              </a:defRPr>
            </a:lvl3pPr>
            <a:lvl4pPr algn="l">
              <a:defRPr sz="1650" b="0">
                <a:solidFill>
                  <a:srgbClr val="74648C"/>
                </a:solidFill>
                <a:latin typeface="Noto Sans CJK SC"/>
                <a:ea typeface="Noto Sans CJK SC"/>
                <a:cs typeface="Noto Sans CJK SC"/>
              </a:defRPr>
            </a:lvl4pPr>
            <a:lvl5pPr algn="l">
              <a:defRPr sz="1650" b="0">
                <a:solidFill>
                  <a:srgbClr val="74648C"/>
                </a:solidFill>
                <a:latin typeface="Noto Sans CJK SC"/>
                <a:ea typeface="Noto Sans CJK SC"/>
                <a:cs typeface="Noto Sans CJK SC"/>
              </a:defRPr>
            </a:lvl5pPr>
            <a:lvl6pPr algn="l">
              <a:defRPr sz="1650" b="0">
                <a:solidFill>
                  <a:srgbClr val="74648C"/>
                </a:solidFill>
                <a:latin typeface="Noto Sans CJK SC"/>
                <a:ea typeface="Noto Sans CJK SC"/>
                <a:cs typeface="Noto Sans CJK SC"/>
              </a:defRPr>
            </a:lvl6pPr>
            <a:lvl7pPr algn="l">
              <a:defRPr sz="1650" b="0">
                <a:solidFill>
                  <a:srgbClr val="74648C"/>
                </a:solidFill>
                <a:latin typeface="Noto Sans CJK SC"/>
                <a:ea typeface="Noto Sans CJK SC"/>
                <a:cs typeface="Noto Sans CJK SC"/>
              </a:defRPr>
            </a:lvl7pPr>
            <a:lvl8pPr algn="l">
              <a:defRPr sz="1650" b="0">
                <a:solidFill>
                  <a:srgbClr val="74648C"/>
                </a:solidFill>
                <a:latin typeface="Noto Sans CJK SC"/>
                <a:ea typeface="Noto Sans CJK SC"/>
                <a:cs typeface="Noto Sans CJK SC"/>
              </a:defRPr>
            </a:lvl8pPr>
            <a:lvl9pPr algn="l">
              <a:defRPr sz="1650" b="0">
                <a:solidFill>
                  <a:srgbClr val="74648C"/>
                </a:solidFill>
                <a:latin typeface="Noto Sans CJK SC"/>
                <a:ea typeface="Noto Sans CJK SC"/>
                <a:cs typeface="Noto Sans CJK SC"/>
              </a:defRPr>
            </a:lvl9pPr>
          </a:lstStyle>
          <a:p xmlns:a="http://schemas.openxmlformats.org/drawingml/2006/main">
            <a:pPr algn="l">
              <a:defRPr sz="1650" b="0">
                <a:solidFill>
                  <a:srgbClr val="74648C"/>
                </a:solidFill>
                <a:latin typeface="Noto Sans CJK SC"/>
                <a:ea typeface="Noto Sans CJK SC"/>
                <a:cs typeface="Noto Sans CJK SC"/>
              </a:defRPr>
            </a:pPr>
            <a:r>
              <a:rPr sz="1650" b="0">
                <a:solidFill>
                  <a:srgbClr val="74648C"/>
                </a:solidFill>
                <a:latin typeface="Noto Sans CJK SC"/>
                <a:ea typeface="Noto Sans CJK SC"/>
                <a:cs typeface="Noto Sans CJK SC"/>
              </a:rPr>
              <a:t>P(s | H) = Σₘ P(s,m | H)</a:t>
            </a:r>
          </a:p>
        </p:txBody>
      </p:sp>
      <p:sp>
        <p:nvSpPr>
          <p:cNvPr id="57" name="law_to_posterior_a">
            <a:extLst xmlns:a="http://schemas.openxmlformats.org/drawingml/2006/main">
              <a:ext uri="{FF2B5EF4-FFF2-40B4-BE49-F238E27FC236}">
                <a16:creationId xmlns:a16="http://schemas.microsoft.com/office/drawing/2014/main" id="{35A2504F-BB1C-4CF4-8DFE-7103B7616D02}"/>
              </a:ext>
            </a:extLst>
          </p:cNvPr>
          <p:cNvSpPr>
            <a:spLocks xmlns:a="http://schemas.openxmlformats.org/drawingml/2006/main" noGrp="1"/>
          </p:cNvSpPr>
          <p:nvPr/>
        </p:nvSpPr>
        <p:spPr>
          <a:xfrm xmlns:a="http://schemas.openxmlformats.org/drawingml/2006/main">
            <a:off x="8143875" y="5762625"/>
            <a:ext cx="1905" cy="1905"/>
          </a:xfrm>
          <a:prstGeom xmlns:a="http://schemas.openxmlformats.org/drawingml/2006/main" prst="rect">
            <a:avLst/>
          </a:prstGeom>
          <a:noFill xmlns:a="http://schemas.openxmlformats.org/drawingml/2006/main"/>
          <a:ln xmlns:a="http://schemas.openxmlformats.org/drawingml/2006/main" w="13335">
            <a:noFill/>
            <a:prstDash val="solid"/>
          </a:ln>
        </p:spPr>
      </p:sp>
      <p:sp>
        <p:nvSpPr>
          <p:cNvPr id="58" name="law_to_posterior_b">
            <a:extLst xmlns:a="http://schemas.openxmlformats.org/drawingml/2006/main">
              <a:ext uri="{FF2B5EF4-FFF2-40B4-BE49-F238E27FC236}">
                <a16:creationId xmlns:a16="http://schemas.microsoft.com/office/drawing/2014/main" id="{3C2AB634-6491-431A-8D79-2A52B06CDA31}"/>
              </a:ext>
            </a:extLst>
          </p:cNvPr>
          <p:cNvSpPr>
            <a:spLocks xmlns:a="http://schemas.openxmlformats.org/drawingml/2006/main" noGrp="1"/>
          </p:cNvSpPr>
          <p:nvPr/>
        </p:nvSpPr>
        <p:spPr>
          <a:xfrm xmlns:a="http://schemas.openxmlformats.org/drawingml/2006/main">
            <a:off x="8143875" y="5867400"/>
            <a:ext cx="1905" cy="1905"/>
          </a:xfrm>
          <a:prstGeom xmlns:a="http://schemas.openxmlformats.org/drawingml/2006/main" prst="rect">
            <a:avLst/>
          </a:prstGeom>
          <a:noFill xmlns:a="http://schemas.openxmlformats.org/drawingml/2006/main"/>
          <a:ln xmlns:a="http://schemas.openxmlformats.org/drawingml/2006/main" w="13335">
            <a:noFill/>
            <a:prstDash val="solid"/>
          </a:ln>
        </p:spPr>
      </p:sp>
      <p:cxnSp>
        <p:nvCxnSpPr>
          <p:cNvPr id="59" name="">
            <a:extLst xmlns:a="http://schemas.openxmlformats.org/drawingml/2006/main">
              <a:ext uri="{FF2B5EF4-FFF2-40B4-BE49-F238E27FC236}">
                <a16:creationId xmlns:a16="http://schemas.microsoft.com/office/drawing/2014/main" id="{149221C4-0886-471A-8EA2-1479528C59DF}"/>
              </a:ext>
            </a:extLst>
          </p:cNvPr>
          <p:cNvCxnSpPr>
            <a:stCxn xmlns:a="http://schemas.openxmlformats.org/drawingml/2006/main" id="57" idx="2"/>
            <a:endCxn xmlns:a="http://schemas.openxmlformats.org/drawingml/2006/main" id="58" idx="0"/>
          </p:cNvCxnSpPr>
          <p:nvPr/>
        </p:nvCxnSpPr>
        <p:spPr>
          <a:xfrm xmlns:a="http://schemas.openxmlformats.org/drawingml/2006/main">
            <a:off x="8144828" y="5764530"/>
            <a:ext cx="0" cy="102870"/>
          </a:xfrm>
          <a:prstGeom xmlns:a="http://schemas.openxmlformats.org/drawingml/2006/main" prst="straightConnector1">
            <a:avLst/>
          </a:prstGeom>
          <a:ln xmlns:a="http://schemas.openxmlformats.org/drawingml/2006/main" w="20955">
            <a:solidFill>
              <a:srgbClr val="74648C"/>
            </a:solidFill>
            <a:prstDash val="solid"/>
            <a:tailEnd type="triangle" w="med" len="med"/>
          </a:ln>
        </p:spPr>
      </p:cxnSp>
      <p:sp>
        <p:nvSpPr>
          <p:cNvPr id="60" name="M2_FRAME">
            <a:extLst xmlns:a="http://schemas.openxmlformats.org/drawingml/2006/main">
              <a:ext uri="{FF2B5EF4-FFF2-40B4-BE49-F238E27FC236}">
                <a16:creationId xmlns:a16="http://schemas.microsoft.com/office/drawing/2014/main" id="{90E9A727-BF18-4E5A-B807-5AC6D85819DE}"/>
              </a:ext>
            </a:extLst>
          </p:cNvPr>
          <p:cNvSpPr>
            <a:spLocks xmlns:a="http://schemas.openxmlformats.org/drawingml/2006/main" noGrp="1"/>
          </p:cNvSpPr>
          <p:nvPr/>
        </p:nvSpPr>
        <p:spPr>
          <a:xfrm xmlns:a="http://schemas.openxmlformats.org/drawingml/2006/main">
            <a:off x="11239500" y="1123950"/>
            <a:ext cx="3600450" cy="2924175"/>
          </a:xfrm>
          <a:prstGeom xmlns:a="http://schemas.openxmlformats.org/drawingml/2006/main" prst="roundRect">
            <a:avLst>
              <a:gd name="adj" fmla="val 2932"/>
            </a:avLst>
          </a:prstGeom>
          <a:solidFill xmlns:a="http://schemas.openxmlformats.org/drawingml/2006/main">
            <a:srgbClr val="FFFFFF"/>
          </a:solidFill>
          <a:ln xmlns:a="http://schemas.openxmlformats.org/drawingml/2006/main" w="13335">
            <a:solidFill>
              <a:srgbClr val="247F70"/>
            </a:solidFill>
            <a:prstDash val="solid"/>
          </a:ln>
        </p:spPr>
      </p:sp>
      <p:sp>
        <p:nvSpPr>
          <p:cNvPr id="61" name="M2_title">
            <a:extLst xmlns:a="http://schemas.openxmlformats.org/drawingml/2006/main">
              <a:ext uri="{FF2B5EF4-FFF2-40B4-BE49-F238E27FC236}">
                <a16:creationId xmlns:a16="http://schemas.microsoft.com/office/drawing/2014/main" id="{EA2238B0-3BF2-4B7A-9875-60E9D0CFD4D8}"/>
              </a:ext>
            </a:extLst>
          </p:cNvPr>
          <p:cNvSpPr>
            <a:spLocks xmlns:a="http://schemas.openxmlformats.org/drawingml/2006/main" noGrp="1"/>
          </p:cNvSpPr>
          <p:nvPr/>
        </p:nvSpPr>
        <p:spPr>
          <a:xfrm xmlns:a="http://schemas.openxmlformats.org/drawingml/2006/main">
            <a:off x="11410950" y="1219200"/>
            <a:ext cx="3286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lgn="l">
              <a:defRPr sz="1950" b="1">
                <a:solidFill>
                  <a:srgbClr val="247F70"/>
                </a:solidFill>
                <a:latin typeface="Noto Sans CJK SC"/>
                <a:ea typeface="Noto Sans CJK SC"/>
                <a:cs typeface="Noto Sans CJK SC"/>
              </a:defRPr>
            </a:defPPr>
            <a:lvl1pPr algn="l">
              <a:defRPr sz="1950" b="1">
                <a:solidFill>
                  <a:srgbClr val="247F70"/>
                </a:solidFill>
                <a:latin typeface="Noto Sans CJK SC"/>
                <a:ea typeface="Noto Sans CJK SC"/>
                <a:cs typeface="Noto Sans CJK SC"/>
              </a:defRPr>
            </a:lvl1pPr>
            <a:lvl2pPr algn="l">
              <a:defRPr sz="1950" b="1">
                <a:solidFill>
                  <a:srgbClr val="247F70"/>
                </a:solidFill>
                <a:latin typeface="Noto Sans CJK SC"/>
                <a:ea typeface="Noto Sans CJK SC"/>
                <a:cs typeface="Noto Sans CJK SC"/>
              </a:defRPr>
            </a:lvl2pPr>
            <a:lvl3pPr algn="l">
              <a:defRPr sz="1950" b="1">
                <a:solidFill>
                  <a:srgbClr val="247F70"/>
                </a:solidFill>
                <a:latin typeface="Noto Sans CJK SC"/>
                <a:ea typeface="Noto Sans CJK SC"/>
                <a:cs typeface="Noto Sans CJK SC"/>
              </a:defRPr>
            </a:lvl3pPr>
            <a:lvl4pPr algn="l">
              <a:defRPr sz="1950" b="1">
                <a:solidFill>
                  <a:srgbClr val="247F70"/>
                </a:solidFill>
                <a:latin typeface="Noto Sans CJK SC"/>
                <a:ea typeface="Noto Sans CJK SC"/>
                <a:cs typeface="Noto Sans CJK SC"/>
              </a:defRPr>
            </a:lvl4pPr>
            <a:lvl5pPr algn="l">
              <a:defRPr sz="1950" b="1">
                <a:solidFill>
                  <a:srgbClr val="247F70"/>
                </a:solidFill>
                <a:latin typeface="Noto Sans CJK SC"/>
                <a:ea typeface="Noto Sans CJK SC"/>
                <a:cs typeface="Noto Sans CJK SC"/>
              </a:defRPr>
            </a:lvl5pPr>
            <a:lvl6pPr algn="l">
              <a:defRPr sz="1950" b="1">
                <a:solidFill>
                  <a:srgbClr val="247F70"/>
                </a:solidFill>
                <a:latin typeface="Noto Sans CJK SC"/>
                <a:ea typeface="Noto Sans CJK SC"/>
                <a:cs typeface="Noto Sans CJK SC"/>
              </a:defRPr>
            </a:lvl6pPr>
            <a:lvl7pPr algn="l">
              <a:defRPr sz="1950" b="1">
                <a:solidFill>
                  <a:srgbClr val="247F70"/>
                </a:solidFill>
                <a:latin typeface="Noto Sans CJK SC"/>
                <a:ea typeface="Noto Sans CJK SC"/>
                <a:cs typeface="Noto Sans CJK SC"/>
              </a:defRPr>
            </a:lvl7pPr>
            <a:lvl8pPr algn="l">
              <a:defRPr sz="1950" b="1">
                <a:solidFill>
                  <a:srgbClr val="247F70"/>
                </a:solidFill>
                <a:latin typeface="Noto Sans CJK SC"/>
                <a:ea typeface="Noto Sans CJK SC"/>
                <a:cs typeface="Noto Sans CJK SC"/>
              </a:defRPr>
            </a:lvl8pPr>
            <a:lvl9pPr algn="l">
              <a:defRPr sz="1950" b="1">
                <a:solidFill>
                  <a:srgbClr val="247F70"/>
                </a:solidFill>
                <a:latin typeface="Noto Sans CJK SC"/>
                <a:ea typeface="Noto Sans CJK SC"/>
                <a:cs typeface="Noto Sans CJK SC"/>
              </a:defRPr>
            </a:lvl9pPr>
          </a:lstStyle>
          <a:p xmlns:a="http://schemas.openxmlformats.org/drawingml/2006/main">
            <a:pPr algn="l">
              <a:defRPr sz="1950" b="1">
                <a:solidFill>
                  <a:srgbClr val="247F70"/>
                </a:solidFill>
                <a:latin typeface="Noto Sans CJK SC"/>
                <a:ea typeface="Noto Sans CJK SC"/>
                <a:cs typeface="Noto Sans CJK SC"/>
              </a:defRPr>
            </a:pPr>
            <a:r>
              <a:rPr sz="1950" b="1">
                <a:solidFill>
                  <a:srgbClr val="247F70"/>
                </a:solidFill>
                <a:latin typeface="Noto Sans CJK SC"/>
                <a:ea typeface="Noto Sans CJK SC"/>
                <a:cs typeface="Noto Sans CJK SC"/>
              </a:rPr>
              <a:t>M2 边界方向管与双点几何</a:t>
            </a:r>
          </a:p>
        </p:txBody>
      </p:sp>
      <p:sp>
        <p:nvSpPr>
          <p:cNvPr id="62" name="M2_inputs">
            <a:extLst xmlns:a="http://schemas.openxmlformats.org/drawingml/2006/main">
              <a:ext uri="{FF2B5EF4-FFF2-40B4-BE49-F238E27FC236}">
                <a16:creationId xmlns:a16="http://schemas.microsoft.com/office/drawing/2014/main" id="{141D4742-C097-4589-BDCD-B880B7FFF07F}"/>
              </a:ext>
            </a:extLst>
          </p:cNvPr>
          <p:cNvSpPr>
            <a:spLocks xmlns:a="http://schemas.openxmlformats.org/drawingml/2006/main" noGrp="1"/>
          </p:cNvSpPr>
          <p:nvPr/>
        </p:nvSpPr>
        <p:spPr>
          <a:xfrm xmlns:a="http://schemas.openxmlformats.org/drawingml/2006/main">
            <a:off x="11410950" y="1685925"/>
            <a:ext cx="328612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lgn="ctr">
              <a:defRPr sz="1350" b="0">
                <a:solidFill>
                  <a:srgbClr val="60717D"/>
                </a:solidFill>
                <a:latin typeface="Noto Sans CJK SC"/>
                <a:ea typeface="Noto Sans CJK SC"/>
                <a:cs typeface="Noto Sans CJK SC"/>
              </a:defRPr>
            </a:defPPr>
            <a:lvl1pPr algn="ctr">
              <a:defRPr sz="1350" b="0">
                <a:solidFill>
                  <a:srgbClr val="60717D"/>
                </a:solidFill>
                <a:latin typeface="Noto Sans CJK SC"/>
                <a:ea typeface="Noto Sans CJK SC"/>
                <a:cs typeface="Noto Sans CJK SC"/>
              </a:defRPr>
            </a:lvl1pPr>
            <a:lvl2pPr algn="ctr">
              <a:defRPr sz="1350" b="0">
                <a:solidFill>
                  <a:srgbClr val="60717D"/>
                </a:solidFill>
                <a:latin typeface="Noto Sans CJK SC"/>
                <a:ea typeface="Noto Sans CJK SC"/>
                <a:cs typeface="Noto Sans CJK SC"/>
              </a:defRPr>
            </a:lvl2pPr>
            <a:lvl3pPr algn="ctr">
              <a:defRPr sz="1350" b="0">
                <a:solidFill>
                  <a:srgbClr val="60717D"/>
                </a:solidFill>
                <a:latin typeface="Noto Sans CJK SC"/>
                <a:ea typeface="Noto Sans CJK SC"/>
                <a:cs typeface="Noto Sans CJK SC"/>
              </a:defRPr>
            </a:lvl3pPr>
            <a:lvl4pPr algn="ctr">
              <a:defRPr sz="1350" b="0">
                <a:solidFill>
                  <a:srgbClr val="60717D"/>
                </a:solidFill>
                <a:latin typeface="Noto Sans CJK SC"/>
                <a:ea typeface="Noto Sans CJK SC"/>
                <a:cs typeface="Noto Sans CJK SC"/>
              </a:defRPr>
            </a:lvl4pPr>
            <a:lvl5pPr algn="ctr">
              <a:defRPr sz="1350" b="0">
                <a:solidFill>
                  <a:srgbClr val="60717D"/>
                </a:solidFill>
                <a:latin typeface="Noto Sans CJK SC"/>
                <a:ea typeface="Noto Sans CJK SC"/>
                <a:cs typeface="Noto Sans CJK SC"/>
              </a:defRPr>
            </a:lvl5pPr>
            <a:lvl6pPr algn="ctr">
              <a:defRPr sz="1350" b="0">
                <a:solidFill>
                  <a:srgbClr val="60717D"/>
                </a:solidFill>
                <a:latin typeface="Noto Sans CJK SC"/>
                <a:ea typeface="Noto Sans CJK SC"/>
                <a:cs typeface="Noto Sans CJK SC"/>
              </a:defRPr>
            </a:lvl6pPr>
            <a:lvl7pPr algn="ctr">
              <a:defRPr sz="1350" b="0">
                <a:solidFill>
                  <a:srgbClr val="60717D"/>
                </a:solidFill>
                <a:latin typeface="Noto Sans CJK SC"/>
                <a:ea typeface="Noto Sans CJK SC"/>
                <a:cs typeface="Noto Sans CJK SC"/>
              </a:defRPr>
            </a:lvl7pPr>
            <a:lvl8pPr algn="ctr">
              <a:defRPr sz="1350" b="0">
                <a:solidFill>
                  <a:srgbClr val="60717D"/>
                </a:solidFill>
                <a:latin typeface="Noto Sans CJK SC"/>
                <a:ea typeface="Noto Sans CJK SC"/>
                <a:cs typeface="Noto Sans CJK SC"/>
              </a:defRPr>
            </a:lvl8pPr>
            <a:lvl9pPr algn="ctr">
              <a:defRPr sz="1350" b="0">
                <a:solidFill>
                  <a:srgbClr val="60717D"/>
                </a:solidFill>
                <a:latin typeface="Noto Sans CJK SC"/>
                <a:ea typeface="Noto Sans CJK SC"/>
                <a:cs typeface="Noto Sans CJK SC"/>
              </a:defRPr>
            </a:lvl9pPr>
          </a:lstStyle>
          <a:p xmlns:a="http://schemas.openxmlformats.org/drawingml/2006/main">
            <a:pPr algn="ctr">
              <a:defRPr sz="1350" b="0">
                <a:solidFill>
                  <a:srgbClr val="60717D"/>
                </a:solidFill>
                <a:latin typeface="Noto Sans CJK SC"/>
                <a:ea typeface="Noto Sans CJK SC"/>
                <a:cs typeface="Noto Sans CJK SC"/>
              </a:defRPr>
            </a:pPr>
            <a:r>
              <a:rPr sz="1350" b="0">
                <a:solidFill>
                  <a:srgbClr val="60717D"/>
                </a:solidFill>
                <a:latin typeface="Noto Sans CJK SC"/>
                <a:ea typeface="Noto Sans CJK SC"/>
                <a:cs typeface="Noto Sans CJK SC"/>
              </a:rPr>
              <a:t>历史进入方向与当前机位</a:t>
            </a:r>
          </a:p>
          <a:p xmlns:a="http://schemas.openxmlformats.org/drawingml/2006/main">
            <a:pPr algn="ctr">
              <a:defRPr sz="1350" b="0">
                <a:solidFill>
                  <a:srgbClr val="60717D"/>
                </a:solidFill>
                <a:latin typeface="Noto Sans CJK SC"/>
                <a:ea typeface="Noto Sans CJK SC"/>
                <a:cs typeface="Noto Sans CJK SC"/>
              </a:defRPr>
            </a:pPr>
            <a:r>
              <a:rPr sz="1350" b="0">
                <a:solidFill>
                  <a:srgbClr val="60717D"/>
                </a:solidFill>
                <a:latin typeface="Noto Sans CJK SC"/>
                <a:ea typeface="Noto Sans CJK SC"/>
                <a:cs typeface="Noto Sans CJK SC"/>
              </a:rPr>
              <a:t>训练响应均值、梯度、协方差</a:t>
            </a:r>
          </a:p>
        </p:txBody>
      </p:sp>
      <p:sp>
        <p:nvSpPr>
          <p:cNvPr id="63" name="M2_geometry_tube">
            <a:extLst xmlns:a="http://schemas.openxmlformats.org/drawingml/2006/main">
              <a:ext uri="{FF2B5EF4-FFF2-40B4-BE49-F238E27FC236}">
                <a16:creationId xmlns:a16="http://schemas.microsoft.com/office/drawing/2014/main" id="{EF3ACC35-3B85-4EED-B718-493D8A1D470E}"/>
              </a:ext>
            </a:extLst>
          </p:cNvPr>
          <p:cNvSpPr>
            <a:spLocks xmlns:a="http://schemas.openxmlformats.org/drawingml/2006/main" noGrp="1"/>
          </p:cNvSpPr>
          <p:nvPr/>
        </p:nvSpPr>
        <p:spPr>
          <a:xfrm xmlns:a="http://schemas.openxmlformats.org/drawingml/2006/main">
            <a:off x="11607260" y="2245614"/>
            <a:ext cx="2596991" cy="838200"/>
          </a:xfrm>
          <a:custGeom xmlns:a="http://schemas.openxmlformats.org/drawingml/2006/main">
            <a:pathLst>
              <a:path w="2596991" h="838200">
                <a:moveTo>
                  <a:pt x="0" y="486156"/>
                </a:moveTo>
                <a:lnTo>
                  <a:pt x="2050256" y="0"/>
                </a:lnTo>
                <a:lnTo>
                  <a:pt x="2596991" y="268224"/>
                </a:lnTo>
                <a:lnTo>
                  <a:pt x="765429" y="754380"/>
                </a:lnTo>
                <a:lnTo>
                  <a:pt x="0" y="486156"/>
                </a:lnTo>
              </a:path>
            </a:pathLst>
          </a:custGeom>
          <a:solidFill xmlns:a="http://schemas.openxmlformats.org/drawingml/2006/main">
            <a:srgbClr val="EEF7F3"/>
          </a:solidFill>
          <a:ln xmlns:a="http://schemas.openxmlformats.org/drawingml/2006/main" w="14288">
            <a:solidFill>
              <a:srgbClr val="247F70"/>
            </a:solidFill>
            <a:prstDash val="solid"/>
          </a:ln>
        </p:spPr>
      </p:sp>
      <p:sp>
        <p:nvSpPr>
          <p:cNvPr id="64" name="M2_geometry_return_a">
            <a:extLst xmlns:a="http://schemas.openxmlformats.org/drawingml/2006/main">
              <a:ext uri="{FF2B5EF4-FFF2-40B4-BE49-F238E27FC236}">
                <a16:creationId xmlns:a16="http://schemas.microsoft.com/office/drawing/2014/main" id="{9278EBF9-0C4C-45D8-8B2C-1A13A38D1366}"/>
              </a:ext>
            </a:extLst>
          </p:cNvPr>
          <p:cNvSpPr>
            <a:spLocks xmlns:a="http://schemas.openxmlformats.org/drawingml/2006/main" noGrp="1"/>
          </p:cNvSpPr>
          <p:nvPr/>
        </p:nvSpPr>
        <p:spPr>
          <a:xfrm xmlns:a="http://schemas.openxmlformats.org/drawingml/2006/main">
            <a:off x="11825954" y="2874264"/>
            <a:ext cx="1905" cy="1905"/>
          </a:xfrm>
          <a:prstGeom xmlns:a="http://schemas.openxmlformats.org/drawingml/2006/main" prst="rect">
            <a:avLst/>
          </a:prstGeom>
          <a:noFill xmlns:a="http://schemas.openxmlformats.org/drawingml/2006/main"/>
          <a:ln xmlns:a="http://schemas.openxmlformats.org/drawingml/2006/main" w="13335">
            <a:noFill/>
            <a:prstDash val="solid"/>
          </a:ln>
        </p:spPr>
      </p:sp>
      <p:sp>
        <p:nvSpPr>
          <p:cNvPr id="65" name="M2_geometry_return_b">
            <a:extLst xmlns:a="http://schemas.openxmlformats.org/drawingml/2006/main">
              <a:ext uri="{FF2B5EF4-FFF2-40B4-BE49-F238E27FC236}">
                <a16:creationId xmlns:a16="http://schemas.microsoft.com/office/drawing/2014/main" id="{135E8CE3-CAA9-44BB-9BE5-CD71378FD0E0}"/>
              </a:ext>
            </a:extLst>
          </p:cNvPr>
          <p:cNvSpPr>
            <a:spLocks xmlns:a="http://schemas.openxmlformats.org/drawingml/2006/main" noGrp="1"/>
          </p:cNvSpPr>
          <p:nvPr/>
        </p:nvSpPr>
        <p:spPr>
          <a:xfrm xmlns:a="http://schemas.openxmlformats.org/drawingml/2006/main">
            <a:off x="13657517" y="2371344"/>
            <a:ext cx="1905" cy="1905"/>
          </a:xfrm>
          <a:prstGeom xmlns:a="http://schemas.openxmlformats.org/drawingml/2006/main" prst="rect">
            <a:avLst/>
          </a:prstGeom>
          <a:noFill xmlns:a="http://schemas.openxmlformats.org/drawingml/2006/main"/>
          <a:ln xmlns:a="http://schemas.openxmlformats.org/drawingml/2006/main" w="13335">
            <a:noFill/>
            <a:prstDash val="solid"/>
          </a:ln>
        </p:spPr>
      </p:sp>
      <p:cxnSp>
        <p:nvCxnSpPr>
          <p:cNvPr id="66" name="">
            <a:extLst xmlns:a="http://schemas.openxmlformats.org/drawingml/2006/main">
              <a:ext uri="{FF2B5EF4-FFF2-40B4-BE49-F238E27FC236}">
                <a16:creationId xmlns:a16="http://schemas.microsoft.com/office/drawing/2014/main" id="{59FAB55B-4F89-452D-88AE-968E438B6908}"/>
              </a:ext>
            </a:extLst>
          </p:cNvPr>
          <p:cNvCxnSpPr>
            <a:stCxn xmlns:a="http://schemas.openxmlformats.org/drawingml/2006/main" id="64" idx="3"/>
            <a:endCxn xmlns:a="http://schemas.openxmlformats.org/drawingml/2006/main" id="65" idx="1"/>
          </p:cNvCxnSpPr>
          <p:nvPr/>
        </p:nvCxnSpPr>
        <p:spPr>
          <a:xfrm xmlns:a="http://schemas.openxmlformats.org/drawingml/2006/main" flipV="1">
            <a:off x="11827859" y="2372297"/>
            <a:ext cx="1829658" cy="502920"/>
          </a:xfrm>
          <a:prstGeom xmlns:a="http://schemas.openxmlformats.org/drawingml/2006/main" prst="straightConnector1">
            <a:avLst/>
          </a:prstGeom>
          <a:ln xmlns:a="http://schemas.openxmlformats.org/drawingml/2006/main" w="20955">
            <a:solidFill>
              <a:srgbClr val="247F70"/>
            </a:solidFill>
            <a:prstDash val="solid"/>
            <a:tailEnd type="triangle" w="med" len="med"/>
          </a:ln>
        </p:spPr>
      </p:cxnSp>
      <p:sp>
        <p:nvSpPr>
          <p:cNvPr id="67" name="M2_geometry_baseline">
            <a:extLst xmlns:a="http://schemas.openxmlformats.org/drawingml/2006/main">
              <a:ext uri="{FF2B5EF4-FFF2-40B4-BE49-F238E27FC236}">
                <a16:creationId xmlns:a16="http://schemas.microsoft.com/office/drawing/2014/main" id="{7BD6FE63-70A4-445E-BE83-08332C6E4022}"/>
              </a:ext>
            </a:extLst>
          </p:cNvPr>
          <p:cNvSpPr>
            <a:spLocks xmlns:a="http://schemas.openxmlformats.org/drawingml/2006/main" noGrp="1"/>
          </p:cNvSpPr>
          <p:nvPr/>
        </p:nvSpPr>
        <p:spPr>
          <a:xfrm xmlns:a="http://schemas.openxmlformats.org/drawingml/2006/main" flipH="0" flipV="1">
            <a:off x="12345353" y="2639568"/>
            <a:ext cx="1093470" cy="234696"/>
          </a:xfrm>
          <a:prstGeom xmlns:a="http://schemas.openxmlformats.org/drawingml/2006/main" prst="line">
            <a:avLst/>
          </a:prstGeom>
          <a:noFill xmlns:a="http://schemas.openxmlformats.org/drawingml/2006/main"/>
          <a:ln xmlns:a="http://schemas.openxmlformats.org/drawingml/2006/main" w="26670">
            <a:solidFill>
              <a:srgbClr val="233440"/>
            </a:solidFill>
            <a:prstDash val="solid"/>
          </a:ln>
        </p:spPr>
      </p:sp>
      <p:sp>
        <p:nvSpPr>
          <p:cNvPr id="68" name="M2_geometry_L">
            <a:extLst xmlns:a="http://schemas.openxmlformats.org/drawingml/2006/main">
              <a:ext uri="{FF2B5EF4-FFF2-40B4-BE49-F238E27FC236}">
                <a16:creationId xmlns:a16="http://schemas.microsoft.com/office/drawing/2014/main" id="{AFEF09DF-4090-46DA-9372-329D9C431A24}"/>
              </a:ext>
            </a:extLst>
          </p:cNvPr>
          <p:cNvSpPr>
            <a:spLocks xmlns:a="http://schemas.openxmlformats.org/drawingml/2006/main" noGrp="1"/>
          </p:cNvSpPr>
          <p:nvPr/>
        </p:nvSpPr>
        <p:spPr>
          <a:xfrm xmlns:a="http://schemas.openxmlformats.org/drawingml/2006/main">
            <a:off x="12278678" y="2807589"/>
            <a:ext cx="133350" cy="133350"/>
          </a:xfrm>
          <a:prstGeom xmlns:a="http://schemas.openxmlformats.org/drawingml/2006/main" prst="ellipse">
            <a:avLst/>
          </a:prstGeom>
          <a:solidFill xmlns:a="http://schemas.openxmlformats.org/drawingml/2006/main">
            <a:srgbClr val="FFFFFF"/>
          </a:solidFill>
          <a:ln xmlns:a="http://schemas.openxmlformats.org/drawingml/2006/main" w="22860">
            <a:solidFill>
              <a:srgbClr val="286D9C"/>
            </a:solidFill>
            <a:prstDash val="solid"/>
          </a:ln>
        </p:spPr>
      </p:sp>
      <p:sp>
        <p:nvSpPr>
          <p:cNvPr id="69" name="M2_geometry_R">
            <a:extLst xmlns:a="http://schemas.openxmlformats.org/drawingml/2006/main">
              <a:ext uri="{FF2B5EF4-FFF2-40B4-BE49-F238E27FC236}">
                <a16:creationId xmlns:a16="http://schemas.microsoft.com/office/drawing/2014/main" id="{509DE180-A66A-4AD2-9B5F-FD0DC75FE365}"/>
              </a:ext>
            </a:extLst>
          </p:cNvPr>
          <p:cNvSpPr>
            <a:spLocks xmlns:a="http://schemas.openxmlformats.org/drawingml/2006/main" noGrp="1"/>
          </p:cNvSpPr>
          <p:nvPr/>
        </p:nvSpPr>
        <p:spPr>
          <a:xfrm xmlns:a="http://schemas.openxmlformats.org/drawingml/2006/main">
            <a:off x="13372148" y="2572893"/>
            <a:ext cx="133350" cy="133350"/>
          </a:xfrm>
          <a:prstGeom xmlns:a="http://schemas.openxmlformats.org/drawingml/2006/main" prst="ellipse">
            <a:avLst/>
          </a:prstGeom>
          <a:solidFill xmlns:a="http://schemas.openxmlformats.org/drawingml/2006/main">
            <a:srgbClr val="FFFFFF"/>
          </a:solidFill>
          <a:ln xmlns:a="http://schemas.openxmlformats.org/drawingml/2006/main" w="22860">
            <a:solidFill>
              <a:srgbClr val="B16B26"/>
            </a:solidFill>
            <a:prstDash val="solid"/>
          </a:ln>
        </p:spPr>
      </p:sp>
      <p:sp>
        <p:nvSpPr>
          <p:cNvPr id="70" name="M2_geometry_center">
            <a:extLst xmlns:a="http://schemas.openxmlformats.org/drawingml/2006/main">
              <a:ext uri="{FF2B5EF4-FFF2-40B4-BE49-F238E27FC236}">
                <a16:creationId xmlns:a16="http://schemas.microsoft.com/office/drawing/2014/main" id="{EF8A4C5F-5A15-45E6-8DBF-7D5968736205}"/>
              </a:ext>
            </a:extLst>
          </p:cNvPr>
          <p:cNvSpPr>
            <a:spLocks xmlns:a="http://schemas.openxmlformats.org/drawingml/2006/main" noGrp="1"/>
          </p:cNvSpPr>
          <p:nvPr/>
        </p:nvSpPr>
        <p:spPr>
          <a:xfrm xmlns:a="http://schemas.openxmlformats.org/drawingml/2006/main">
            <a:off x="12853988" y="2718816"/>
            <a:ext cx="76200" cy="76200"/>
          </a:xfrm>
          <a:prstGeom xmlns:a="http://schemas.openxmlformats.org/drawingml/2006/main" prst="ellipse">
            <a:avLst/>
          </a:prstGeom>
          <a:solidFill xmlns:a="http://schemas.openxmlformats.org/drawingml/2006/main">
            <a:srgbClr val="233440"/>
          </a:solidFill>
          <a:ln xmlns:a="http://schemas.openxmlformats.org/drawingml/2006/main" w="9525">
            <a:solidFill>
              <a:srgbClr val="233440"/>
            </a:solidFill>
            <a:prstDash val="solid"/>
          </a:ln>
        </p:spPr>
      </p:sp>
      <p:sp>
        <p:nvSpPr>
          <p:cNvPr id="71" name="M2_geometry_q">
            <a:extLst xmlns:a="http://schemas.openxmlformats.org/drawingml/2006/main">
              <a:ext uri="{FF2B5EF4-FFF2-40B4-BE49-F238E27FC236}">
                <a16:creationId xmlns:a16="http://schemas.microsoft.com/office/drawing/2014/main" id="{E225F71E-573F-4CC1-A7DC-59DCF7584CDB}"/>
              </a:ext>
            </a:extLst>
          </p:cNvPr>
          <p:cNvSpPr>
            <a:spLocks xmlns:a="http://schemas.openxmlformats.org/drawingml/2006/main" noGrp="1"/>
          </p:cNvSpPr>
          <p:nvPr/>
        </p:nvSpPr>
        <p:spPr>
          <a:xfrm xmlns:a="http://schemas.openxmlformats.org/drawingml/2006/main">
            <a:off x="12949238" y="2795016"/>
            <a:ext cx="2857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lgn="l">
              <a:defRPr sz="1650" b="0">
                <a:solidFill>
                  <a:srgbClr val="233440"/>
                </a:solidFill>
                <a:latin typeface="Noto Sans CJK SC"/>
                <a:ea typeface="Noto Sans CJK SC"/>
                <a:cs typeface="Noto Sans CJK SC"/>
              </a:defRPr>
            </a:defPPr>
            <a:lvl1pPr algn="l">
              <a:defRPr sz="1650" b="0">
                <a:solidFill>
                  <a:srgbClr val="233440"/>
                </a:solidFill>
                <a:latin typeface="Noto Sans CJK SC"/>
                <a:ea typeface="Noto Sans CJK SC"/>
                <a:cs typeface="Noto Sans CJK SC"/>
              </a:defRPr>
            </a:lvl1pPr>
            <a:lvl2pPr algn="l">
              <a:defRPr sz="1650" b="0">
                <a:solidFill>
                  <a:srgbClr val="233440"/>
                </a:solidFill>
                <a:latin typeface="Noto Sans CJK SC"/>
                <a:ea typeface="Noto Sans CJK SC"/>
                <a:cs typeface="Noto Sans CJK SC"/>
              </a:defRPr>
            </a:lvl2pPr>
            <a:lvl3pPr algn="l">
              <a:defRPr sz="1650" b="0">
                <a:solidFill>
                  <a:srgbClr val="233440"/>
                </a:solidFill>
                <a:latin typeface="Noto Sans CJK SC"/>
                <a:ea typeface="Noto Sans CJK SC"/>
                <a:cs typeface="Noto Sans CJK SC"/>
              </a:defRPr>
            </a:lvl3pPr>
            <a:lvl4pPr algn="l">
              <a:defRPr sz="1650" b="0">
                <a:solidFill>
                  <a:srgbClr val="233440"/>
                </a:solidFill>
                <a:latin typeface="Noto Sans CJK SC"/>
                <a:ea typeface="Noto Sans CJK SC"/>
                <a:cs typeface="Noto Sans CJK SC"/>
              </a:defRPr>
            </a:lvl4pPr>
            <a:lvl5pPr algn="l">
              <a:defRPr sz="1650" b="0">
                <a:solidFill>
                  <a:srgbClr val="233440"/>
                </a:solidFill>
                <a:latin typeface="Noto Sans CJK SC"/>
                <a:ea typeface="Noto Sans CJK SC"/>
                <a:cs typeface="Noto Sans CJK SC"/>
              </a:defRPr>
            </a:lvl5pPr>
            <a:lvl6pPr algn="l">
              <a:defRPr sz="1650" b="0">
                <a:solidFill>
                  <a:srgbClr val="233440"/>
                </a:solidFill>
                <a:latin typeface="Noto Sans CJK SC"/>
                <a:ea typeface="Noto Sans CJK SC"/>
                <a:cs typeface="Noto Sans CJK SC"/>
              </a:defRPr>
            </a:lvl6pPr>
            <a:lvl7pPr algn="l">
              <a:defRPr sz="1650" b="0">
                <a:solidFill>
                  <a:srgbClr val="233440"/>
                </a:solidFill>
                <a:latin typeface="Noto Sans CJK SC"/>
                <a:ea typeface="Noto Sans CJK SC"/>
                <a:cs typeface="Noto Sans CJK SC"/>
              </a:defRPr>
            </a:lvl7pPr>
            <a:lvl8pPr algn="l">
              <a:defRPr sz="1650" b="0">
                <a:solidFill>
                  <a:srgbClr val="233440"/>
                </a:solidFill>
                <a:latin typeface="Noto Sans CJK SC"/>
                <a:ea typeface="Noto Sans CJK SC"/>
                <a:cs typeface="Noto Sans CJK SC"/>
              </a:defRPr>
            </a:lvl8pPr>
            <a:lvl9pPr algn="l">
              <a:defRPr sz="1650" b="0">
                <a:solidFill>
                  <a:srgbClr val="233440"/>
                </a:solidFill>
                <a:latin typeface="Noto Sans CJK SC"/>
                <a:ea typeface="Noto Sans CJK SC"/>
                <a:cs typeface="Noto Sans CJK SC"/>
              </a:defRPr>
            </a:lvl9pPr>
          </a:lstStyle>
          <a:p xmlns:a="http://schemas.openxmlformats.org/drawingml/2006/main">
            <a:pPr algn="l">
              <a:defRPr sz="1650" b="0">
                <a:solidFill>
                  <a:srgbClr val="233440"/>
                </a:solidFill>
                <a:latin typeface="Noto Sans CJK SC"/>
                <a:ea typeface="Noto Sans CJK SC"/>
                <a:cs typeface="Noto Sans CJK SC"/>
              </a:defRPr>
            </a:pPr>
            <a:r>
              <a:rPr sz="1650" b="0">
                <a:solidFill>
                  <a:srgbClr val="233440"/>
                </a:solidFill>
                <a:latin typeface="Noto Sans CJK SC"/>
                <a:ea typeface="Noto Sans CJK SC"/>
                <a:cs typeface="Noto Sans CJK SC"/>
              </a:rPr>
              <a:t>q</a:t>
            </a:r>
          </a:p>
        </p:txBody>
      </p:sp>
      <p:sp>
        <p:nvSpPr>
          <p:cNvPr id="72" name="M2_geometry_d">
            <a:extLst xmlns:a="http://schemas.openxmlformats.org/drawingml/2006/main">
              <a:ext uri="{FF2B5EF4-FFF2-40B4-BE49-F238E27FC236}">
                <a16:creationId xmlns:a16="http://schemas.microsoft.com/office/drawing/2014/main" id="{B3926147-4A10-4004-B163-25FC2B73A67E}"/>
              </a:ext>
            </a:extLst>
          </p:cNvPr>
          <p:cNvSpPr>
            <a:spLocks xmlns:a="http://schemas.openxmlformats.org/drawingml/2006/main" noGrp="1"/>
          </p:cNvSpPr>
          <p:nvPr/>
        </p:nvSpPr>
        <p:spPr>
          <a:xfrm xmlns:a="http://schemas.openxmlformats.org/drawingml/2006/main">
            <a:off x="13320713" y="2995041"/>
            <a:ext cx="762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lgn="l">
              <a:defRPr sz="1650" b="0">
                <a:solidFill>
                  <a:srgbClr val="233440"/>
                </a:solidFill>
                <a:latin typeface="Noto Sans CJK SC"/>
                <a:ea typeface="Noto Sans CJK SC"/>
                <a:cs typeface="Noto Sans CJK SC"/>
              </a:defRPr>
            </a:defPPr>
            <a:lvl1pPr algn="l">
              <a:defRPr sz="1650" b="0">
                <a:solidFill>
                  <a:srgbClr val="233440"/>
                </a:solidFill>
                <a:latin typeface="Noto Sans CJK SC"/>
                <a:ea typeface="Noto Sans CJK SC"/>
                <a:cs typeface="Noto Sans CJK SC"/>
              </a:defRPr>
            </a:lvl1pPr>
            <a:lvl2pPr algn="l">
              <a:defRPr sz="1650" b="0">
                <a:solidFill>
                  <a:srgbClr val="233440"/>
                </a:solidFill>
                <a:latin typeface="Noto Sans CJK SC"/>
                <a:ea typeface="Noto Sans CJK SC"/>
                <a:cs typeface="Noto Sans CJK SC"/>
              </a:defRPr>
            </a:lvl2pPr>
            <a:lvl3pPr algn="l">
              <a:defRPr sz="1650" b="0">
                <a:solidFill>
                  <a:srgbClr val="233440"/>
                </a:solidFill>
                <a:latin typeface="Noto Sans CJK SC"/>
                <a:ea typeface="Noto Sans CJK SC"/>
                <a:cs typeface="Noto Sans CJK SC"/>
              </a:defRPr>
            </a:lvl3pPr>
            <a:lvl4pPr algn="l">
              <a:defRPr sz="1650" b="0">
                <a:solidFill>
                  <a:srgbClr val="233440"/>
                </a:solidFill>
                <a:latin typeface="Noto Sans CJK SC"/>
                <a:ea typeface="Noto Sans CJK SC"/>
                <a:cs typeface="Noto Sans CJK SC"/>
              </a:defRPr>
            </a:lvl4pPr>
            <a:lvl5pPr algn="l">
              <a:defRPr sz="1650" b="0">
                <a:solidFill>
                  <a:srgbClr val="233440"/>
                </a:solidFill>
                <a:latin typeface="Noto Sans CJK SC"/>
                <a:ea typeface="Noto Sans CJK SC"/>
                <a:cs typeface="Noto Sans CJK SC"/>
              </a:defRPr>
            </a:lvl5pPr>
            <a:lvl6pPr algn="l">
              <a:defRPr sz="1650" b="0">
                <a:solidFill>
                  <a:srgbClr val="233440"/>
                </a:solidFill>
                <a:latin typeface="Noto Sans CJK SC"/>
                <a:ea typeface="Noto Sans CJK SC"/>
                <a:cs typeface="Noto Sans CJK SC"/>
              </a:defRPr>
            </a:lvl6pPr>
            <a:lvl7pPr algn="l">
              <a:defRPr sz="1650" b="0">
                <a:solidFill>
                  <a:srgbClr val="233440"/>
                </a:solidFill>
                <a:latin typeface="Noto Sans CJK SC"/>
                <a:ea typeface="Noto Sans CJK SC"/>
                <a:cs typeface="Noto Sans CJK SC"/>
              </a:defRPr>
            </a:lvl7pPr>
            <a:lvl8pPr algn="l">
              <a:defRPr sz="1650" b="0">
                <a:solidFill>
                  <a:srgbClr val="233440"/>
                </a:solidFill>
                <a:latin typeface="Noto Sans CJK SC"/>
                <a:ea typeface="Noto Sans CJK SC"/>
                <a:cs typeface="Noto Sans CJK SC"/>
              </a:defRPr>
            </a:lvl8pPr>
            <a:lvl9pPr algn="l">
              <a:defRPr sz="1650" b="0">
                <a:solidFill>
                  <a:srgbClr val="233440"/>
                </a:solidFill>
                <a:latin typeface="Noto Sans CJK SC"/>
                <a:ea typeface="Noto Sans CJK SC"/>
                <a:cs typeface="Noto Sans CJK SC"/>
              </a:defRPr>
            </a:lvl9pPr>
          </a:lstStyle>
          <a:p xmlns:a="http://schemas.openxmlformats.org/drawingml/2006/main">
            <a:pPr algn="l">
              <a:defRPr sz="1650" b="0">
                <a:solidFill>
                  <a:srgbClr val="233440"/>
                </a:solidFill>
                <a:latin typeface="Noto Sans CJK SC"/>
                <a:ea typeface="Noto Sans CJK SC"/>
                <a:cs typeface="Noto Sans CJK SC"/>
              </a:defRPr>
            </a:pPr>
            <a:r>
              <a:rPr sz="1650" b="0">
                <a:solidFill>
                  <a:srgbClr val="233440"/>
                </a:solidFill>
                <a:latin typeface="Noto Sans CJK SC"/>
                <a:ea typeface="Noto Sans CJK SC"/>
                <a:cs typeface="Noto Sans CJK SC"/>
              </a:rPr>
              <a:t>d · u</a:t>
            </a:r>
          </a:p>
        </p:txBody>
      </p:sp>
      <p:sp>
        <p:nvSpPr>
          <p:cNvPr id="73" name="M2_geometry_L_label">
            <a:extLst xmlns:a="http://schemas.openxmlformats.org/drawingml/2006/main">
              <a:ext uri="{FF2B5EF4-FFF2-40B4-BE49-F238E27FC236}">
                <a16:creationId xmlns:a16="http://schemas.microsoft.com/office/drawing/2014/main" id="{4B4A9346-4CDA-4A00-AFEC-8A9E9DC120C2}"/>
              </a:ext>
            </a:extLst>
          </p:cNvPr>
          <p:cNvSpPr>
            <a:spLocks xmlns:a="http://schemas.openxmlformats.org/drawingml/2006/main" noGrp="1"/>
          </p:cNvSpPr>
          <p:nvPr/>
        </p:nvSpPr>
        <p:spPr>
          <a:xfrm xmlns:a="http://schemas.openxmlformats.org/drawingml/2006/main">
            <a:off x="12021503" y="2940939"/>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lgn="l">
              <a:defRPr sz="1500" b="1">
                <a:solidFill>
                  <a:srgbClr val="286D9C"/>
                </a:solidFill>
                <a:latin typeface="Noto Sans CJK SC"/>
                <a:ea typeface="Noto Sans CJK SC"/>
                <a:cs typeface="Noto Sans CJK SC"/>
              </a:defRPr>
            </a:defPPr>
            <a:lvl1pPr algn="l">
              <a:defRPr sz="1500" b="1">
                <a:solidFill>
                  <a:srgbClr val="286D9C"/>
                </a:solidFill>
                <a:latin typeface="Noto Sans CJK SC"/>
                <a:ea typeface="Noto Sans CJK SC"/>
                <a:cs typeface="Noto Sans CJK SC"/>
              </a:defRPr>
            </a:lvl1pPr>
            <a:lvl2pPr algn="l">
              <a:defRPr sz="1500" b="1">
                <a:solidFill>
                  <a:srgbClr val="286D9C"/>
                </a:solidFill>
                <a:latin typeface="Noto Sans CJK SC"/>
                <a:ea typeface="Noto Sans CJK SC"/>
                <a:cs typeface="Noto Sans CJK SC"/>
              </a:defRPr>
            </a:lvl2pPr>
            <a:lvl3pPr algn="l">
              <a:defRPr sz="1500" b="1">
                <a:solidFill>
                  <a:srgbClr val="286D9C"/>
                </a:solidFill>
                <a:latin typeface="Noto Sans CJK SC"/>
                <a:ea typeface="Noto Sans CJK SC"/>
                <a:cs typeface="Noto Sans CJK SC"/>
              </a:defRPr>
            </a:lvl3pPr>
            <a:lvl4pPr algn="l">
              <a:defRPr sz="1500" b="1">
                <a:solidFill>
                  <a:srgbClr val="286D9C"/>
                </a:solidFill>
                <a:latin typeface="Noto Sans CJK SC"/>
                <a:ea typeface="Noto Sans CJK SC"/>
                <a:cs typeface="Noto Sans CJK SC"/>
              </a:defRPr>
            </a:lvl4pPr>
            <a:lvl5pPr algn="l">
              <a:defRPr sz="1500" b="1">
                <a:solidFill>
                  <a:srgbClr val="286D9C"/>
                </a:solidFill>
                <a:latin typeface="Noto Sans CJK SC"/>
                <a:ea typeface="Noto Sans CJK SC"/>
                <a:cs typeface="Noto Sans CJK SC"/>
              </a:defRPr>
            </a:lvl5pPr>
            <a:lvl6pPr algn="l">
              <a:defRPr sz="1500" b="1">
                <a:solidFill>
                  <a:srgbClr val="286D9C"/>
                </a:solidFill>
                <a:latin typeface="Noto Sans CJK SC"/>
                <a:ea typeface="Noto Sans CJK SC"/>
                <a:cs typeface="Noto Sans CJK SC"/>
              </a:defRPr>
            </a:lvl6pPr>
            <a:lvl7pPr algn="l">
              <a:defRPr sz="1500" b="1">
                <a:solidFill>
                  <a:srgbClr val="286D9C"/>
                </a:solidFill>
                <a:latin typeface="Noto Sans CJK SC"/>
                <a:ea typeface="Noto Sans CJK SC"/>
                <a:cs typeface="Noto Sans CJK SC"/>
              </a:defRPr>
            </a:lvl7pPr>
            <a:lvl8pPr algn="l">
              <a:defRPr sz="1500" b="1">
                <a:solidFill>
                  <a:srgbClr val="286D9C"/>
                </a:solidFill>
                <a:latin typeface="Noto Sans CJK SC"/>
                <a:ea typeface="Noto Sans CJK SC"/>
                <a:cs typeface="Noto Sans CJK SC"/>
              </a:defRPr>
            </a:lvl8pPr>
            <a:lvl9pPr algn="l">
              <a:defRPr sz="1500" b="1">
                <a:solidFill>
                  <a:srgbClr val="286D9C"/>
                </a:solidFill>
                <a:latin typeface="Noto Sans CJK SC"/>
                <a:ea typeface="Noto Sans CJK SC"/>
                <a:cs typeface="Noto Sans CJK SC"/>
              </a:defRPr>
            </a:lvl9pPr>
          </a:lstStyle>
          <a:p xmlns:a="http://schemas.openxmlformats.org/drawingml/2006/main">
            <a:pPr algn="l">
              <a:defRPr sz="1500" b="1">
                <a:solidFill>
                  <a:srgbClr val="286D9C"/>
                </a:solidFill>
                <a:latin typeface="Noto Sans CJK SC"/>
                <a:ea typeface="Noto Sans CJK SC"/>
                <a:cs typeface="Noto Sans CJK SC"/>
              </a:defRPr>
            </a:pPr>
            <a:r>
              <a:rPr sz="1500" b="1">
                <a:solidFill>
                  <a:srgbClr val="286D9C"/>
                </a:solidFill>
                <a:latin typeface="Noto Sans CJK SC"/>
                <a:ea typeface="Noto Sans CJK SC"/>
                <a:cs typeface="Noto Sans CJK SC"/>
              </a:rPr>
              <a:t>q−</a:t>
            </a:r>
          </a:p>
        </p:txBody>
      </p:sp>
      <p:sp>
        <p:nvSpPr>
          <p:cNvPr id="74" name="M2_geometry_R_label">
            <a:extLst xmlns:a="http://schemas.openxmlformats.org/drawingml/2006/main">
              <a:ext uri="{FF2B5EF4-FFF2-40B4-BE49-F238E27FC236}">
                <a16:creationId xmlns:a16="http://schemas.microsoft.com/office/drawing/2014/main" id="{4801DD8E-6F23-412E-88CB-7AE28A7C893F}"/>
              </a:ext>
            </a:extLst>
          </p:cNvPr>
          <p:cNvSpPr>
            <a:spLocks xmlns:a="http://schemas.openxmlformats.org/drawingml/2006/main" noGrp="1"/>
          </p:cNvSpPr>
          <p:nvPr/>
        </p:nvSpPr>
        <p:spPr>
          <a:xfrm xmlns:a="http://schemas.openxmlformats.org/drawingml/2006/main">
            <a:off x="13610273" y="2677668"/>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lgn="l">
              <a:defRPr sz="1500" b="1">
                <a:solidFill>
                  <a:srgbClr val="B16B26"/>
                </a:solidFill>
                <a:latin typeface="Noto Sans CJK SC"/>
                <a:ea typeface="Noto Sans CJK SC"/>
                <a:cs typeface="Noto Sans CJK SC"/>
              </a:defRPr>
            </a:defPPr>
            <a:lvl1pPr algn="l">
              <a:defRPr sz="1500" b="1">
                <a:solidFill>
                  <a:srgbClr val="B16B26"/>
                </a:solidFill>
                <a:latin typeface="Noto Sans CJK SC"/>
                <a:ea typeface="Noto Sans CJK SC"/>
                <a:cs typeface="Noto Sans CJK SC"/>
              </a:defRPr>
            </a:lvl1pPr>
            <a:lvl2pPr algn="l">
              <a:defRPr sz="1500" b="1">
                <a:solidFill>
                  <a:srgbClr val="B16B26"/>
                </a:solidFill>
                <a:latin typeface="Noto Sans CJK SC"/>
                <a:ea typeface="Noto Sans CJK SC"/>
                <a:cs typeface="Noto Sans CJK SC"/>
              </a:defRPr>
            </a:lvl2pPr>
            <a:lvl3pPr algn="l">
              <a:defRPr sz="1500" b="1">
                <a:solidFill>
                  <a:srgbClr val="B16B26"/>
                </a:solidFill>
                <a:latin typeface="Noto Sans CJK SC"/>
                <a:ea typeface="Noto Sans CJK SC"/>
                <a:cs typeface="Noto Sans CJK SC"/>
              </a:defRPr>
            </a:lvl3pPr>
            <a:lvl4pPr algn="l">
              <a:defRPr sz="1500" b="1">
                <a:solidFill>
                  <a:srgbClr val="B16B26"/>
                </a:solidFill>
                <a:latin typeface="Noto Sans CJK SC"/>
                <a:ea typeface="Noto Sans CJK SC"/>
                <a:cs typeface="Noto Sans CJK SC"/>
              </a:defRPr>
            </a:lvl4pPr>
            <a:lvl5pPr algn="l">
              <a:defRPr sz="1500" b="1">
                <a:solidFill>
                  <a:srgbClr val="B16B26"/>
                </a:solidFill>
                <a:latin typeface="Noto Sans CJK SC"/>
                <a:ea typeface="Noto Sans CJK SC"/>
                <a:cs typeface="Noto Sans CJK SC"/>
              </a:defRPr>
            </a:lvl5pPr>
            <a:lvl6pPr algn="l">
              <a:defRPr sz="1500" b="1">
                <a:solidFill>
                  <a:srgbClr val="B16B26"/>
                </a:solidFill>
                <a:latin typeface="Noto Sans CJK SC"/>
                <a:ea typeface="Noto Sans CJK SC"/>
                <a:cs typeface="Noto Sans CJK SC"/>
              </a:defRPr>
            </a:lvl6pPr>
            <a:lvl7pPr algn="l">
              <a:defRPr sz="1500" b="1">
                <a:solidFill>
                  <a:srgbClr val="B16B26"/>
                </a:solidFill>
                <a:latin typeface="Noto Sans CJK SC"/>
                <a:ea typeface="Noto Sans CJK SC"/>
                <a:cs typeface="Noto Sans CJK SC"/>
              </a:defRPr>
            </a:lvl7pPr>
            <a:lvl8pPr algn="l">
              <a:defRPr sz="1500" b="1">
                <a:solidFill>
                  <a:srgbClr val="B16B26"/>
                </a:solidFill>
                <a:latin typeface="Noto Sans CJK SC"/>
                <a:ea typeface="Noto Sans CJK SC"/>
                <a:cs typeface="Noto Sans CJK SC"/>
              </a:defRPr>
            </a:lvl8pPr>
            <a:lvl9pPr algn="l">
              <a:defRPr sz="1500" b="1">
                <a:solidFill>
                  <a:srgbClr val="B16B26"/>
                </a:solidFill>
                <a:latin typeface="Noto Sans CJK SC"/>
                <a:ea typeface="Noto Sans CJK SC"/>
                <a:cs typeface="Noto Sans CJK SC"/>
              </a:defRPr>
            </a:lvl9pPr>
          </a:lstStyle>
          <a:p xmlns:a="http://schemas.openxmlformats.org/drawingml/2006/main">
            <a:pPr algn="l">
              <a:defRPr sz="1500" b="1">
                <a:solidFill>
                  <a:srgbClr val="B16B26"/>
                </a:solidFill>
                <a:latin typeface="Noto Sans CJK SC"/>
                <a:ea typeface="Noto Sans CJK SC"/>
                <a:cs typeface="Noto Sans CJK SC"/>
              </a:defRPr>
            </a:pPr>
            <a:r>
              <a:rPr sz="1500" b="1">
                <a:solidFill>
                  <a:srgbClr val="B16B26"/>
                </a:solidFill>
                <a:latin typeface="Noto Sans CJK SC"/>
                <a:ea typeface="Noto Sans CJK SC"/>
                <a:cs typeface="Noto Sans CJK SC"/>
              </a:rPr>
              <a:t>q+</a:t>
            </a:r>
          </a:p>
        </p:txBody>
      </p:sp>
      <p:sp>
        <p:nvSpPr>
          <p:cNvPr id="75" name="M2_inputs_to_geometry_a">
            <a:extLst xmlns:a="http://schemas.openxmlformats.org/drawingml/2006/main">
              <a:ext uri="{FF2B5EF4-FFF2-40B4-BE49-F238E27FC236}">
                <a16:creationId xmlns:a16="http://schemas.microsoft.com/office/drawing/2014/main" id="{4B8FD33E-89F7-41D3-A042-0408BCEBEAA7}"/>
              </a:ext>
            </a:extLst>
          </p:cNvPr>
          <p:cNvSpPr>
            <a:spLocks xmlns:a="http://schemas.openxmlformats.org/drawingml/2006/main" noGrp="1"/>
          </p:cNvSpPr>
          <p:nvPr/>
        </p:nvSpPr>
        <p:spPr>
          <a:xfrm xmlns:a="http://schemas.openxmlformats.org/drawingml/2006/main">
            <a:off x="12887325" y="2133600"/>
            <a:ext cx="1905" cy="1905"/>
          </a:xfrm>
          <a:prstGeom xmlns:a="http://schemas.openxmlformats.org/drawingml/2006/main" prst="rect">
            <a:avLst/>
          </a:prstGeom>
          <a:noFill xmlns:a="http://schemas.openxmlformats.org/drawingml/2006/main"/>
          <a:ln xmlns:a="http://schemas.openxmlformats.org/drawingml/2006/main" w="13335">
            <a:noFill/>
            <a:prstDash val="solid"/>
          </a:ln>
        </p:spPr>
      </p:sp>
      <p:sp>
        <p:nvSpPr>
          <p:cNvPr id="76" name="M2_inputs_to_geometry_b">
            <a:extLst xmlns:a="http://schemas.openxmlformats.org/drawingml/2006/main">
              <a:ext uri="{FF2B5EF4-FFF2-40B4-BE49-F238E27FC236}">
                <a16:creationId xmlns:a16="http://schemas.microsoft.com/office/drawing/2014/main" id="{DE1165C8-7334-4931-B4BC-E29106847AB1}"/>
              </a:ext>
            </a:extLst>
          </p:cNvPr>
          <p:cNvSpPr>
            <a:spLocks xmlns:a="http://schemas.openxmlformats.org/drawingml/2006/main" noGrp="1"/>
          </p:cNvSpPr>
          <p:nvPr/>
        </p:nvSpPr>
        <p:spPr>
          <a:xfrm xmlns:a="http://schemas.openxmlformats.org/drawingml/2006/main">
            <a:off x="12887325" y="2381250"/>
            <a:ext cx="1905" cy="1905"/>
          </a:xfrm>
          <a:prstGeom xmlns:a="http://schemas.openxmlformats.org/drawingml/2006/main" prst="rect">
            <a:avLst/>
          </a:prstGeom>
          <a:noFill xmlns:a="http://schemas.openxmlformats.org/drawingml/2006/main"/>
          <a:ln xmlns:a="http://schemas.openxmlformats.org/drawingml/2006/main" w="13335">
            <a:noFill/>
            <a:prstDash val="solid"/>
          </a:ln>
        </p:spPr>
      </p:sp>
      <p:cxnSp>
        <p:nvCxnSpPr>
          <p:cNvPr id="77" name="">
            <a:extLst xmlns:a="http://schemas.openxmlformats.org/drawingml/2006/main">
              <a:ext uri="{FF2B5EF4-FFF2-40B4-BE49-F238E27FC236}">
                <a16:creationId xmlns:a16="http://schemas.microsoft.com/office/drawing/2014/main" id="{B3A383F2-6CB3-41AA-A019-C9F6F1C256F7}"/>
              </a:ext>
            </a:extLst>
          </p:cNvPr>
          <p:cNvCxnSpPr>
            <a:stCxn xmlns:a="http://schemas.openxmlformats.org/drawingml/2006/main" id="75" idx="2"/>
            <a:endCxn xmlns:a="http://schemas.openxmlformats.org/drawingml/2006/main" id="76" idx="0"/>
          </p:cNvCxnSpPr>
          <p:nvPr/>
        </p:nvCxnSpPr>
        <p:spPr>
          <a:xfrm xmlns:a="http://schemas.openxmlformats.org/drawingml/2006/main">
            <a:off x="12888278" y="2135505"/>
            <a:ext cx="0" cy="245745"/>
          </a:xfrm>
          <a:prstGeom xmlns:a="http://schemas.openxmlformats.org/drawingml/2006/main" prst="straightConnector1">
            <a:avLst/>
          </a:prstGeom>
          <a:ln xmlns:a="http://schemas.openxmlformats.org/drawingml/2006/main" w="20955">
            <a:solidFill>
              <a:srgbClr val="247F70"/>
            </a:solidFill>
            <a:prstDash val="solid"/>
            <a:tailEnd type="triangle" w="med" len="med"/>
          </a:ln>
        </p:spPr>
      </p:cxnSp>
      <p:sp>
        <p:nvSpPr>
          <p:cNvPr id="78" name="M2_formula">
            <a:extLst xmlns:a="http://schemas.openxmlformats.org/drawingml/2006/main">
              <a:ext uri="{FF2B5EF4-FFF2-40B4-BE49-F238E27FC236}">
                <a16:creationId xmlns:a16="http://schemas.microsoft.com/office/drawing/2014/main" id="{B0C5D1D1-9968-4216-A331-4AAFC7CF6730}"/>
              </a:ext>
            </a:extLst>
          </p:cNvPr>
          <p:cNvSpPr>
            <a:spLocks xmlns:a="http://schemas.openxmlformats.org/drawingml/2006/main" noGrp="1"/>
          </p:cNvSpPr>
          <p:nvPr/>
        </p:nvSpPr>
        <p:spPr>
          <a:xfrm xmlns:a="http://schemas.openxmlformats.org/drawingml/2006/main">
            <a:off x="11468100" y="3276600"/>
            <a:ext cx="3095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lgn="ctr">
              <a:defRPr sz="1875" b="1">
                <a:solidFill>
                  <a:srgbClr val="247F70"/>
                </a:solidFill>
                <a:latin typeface="Noto Sans CJK SC"/>
                <a:ea typeface="Noto Sans CJK SC"/>
                <a:cs typeface="Noto Sans CJK SC"/>
              </a:defRPr>
            </a:defPPr>
            <a:lvl1pPr algn="ctr">
              <a:defRPr sz="1875" b="1">
                <a:solidFill>
                  <a:srgbClr val="247F70"/>
                </a:solidFill>
                <a:latin typeface="Noto Sans CJK SC"/>
                <a:ea typeface="Noto Sans CJK SC"/>
                <a:cs typeface="Noto Sans CJK SC"/>
              </a:defRPr>
            </a:lvl1pPr>
            <a:lvl2pPr algn="ctr">
              <a:defRPr sz="1875" b="1">
                <a:solidFill>
                  <a:srgbClr val="247F70"/>
                </a:solidFill>
                <a:latin typeface="Noto Sans CJK SC"/>
                <a:ea typeface="Noto Sans CJK SC"/>
                <a:cs typeface="Noto Sans CJK SC"/>
              </a:defRPr>
            </a:lvl2pPr>
            <a:lvl3pPr algn="ctr">
              <a:defRPr sz="1875" b="1">
                <a:solidFill>
                  <a:srgbClr val="247F70"/>
                </a:solidFill>
                <a:latin typeface="Noto Sans CJK SC"/>
                <a:ea typeface="Noto Sans CJK SC"/>
                <a:cs typeface="Noto Sans CJK SC"/>
              </a:defRPr>
            </a:lvl3pPr>
            <a:lvl4pPr algn="ctr">
              <a:defRPr sz="1875" b="1">
                <a:solidFill>
                  <a:srgbClr val="247F70"/>
                </a:solidFill>
                <a:latin typeface="Noto Sans CJK SC"/>
                <a:ea typeface="Noto Sans CJK SC"/>
                <a:cs typeface="Noto Sans CJK SC"/>
              </a:defRPr>
            </a:lvl4pPr>
            <a:lvl5pPr algn="ctr">
              <a:defRPr sz="1875" b="1">
                <a:solidFill>
                  <a:srgbClr val="247F70"/>
                </a:solidFill>
                <a:latin typeface="Noto Sans CJK SC"/>
                <a:ea typeface="Noto Sans CJK SC"/>
                <a:cs typeface="Noto Sans CJK SC"/>
              </a:defRPr>
            </a:lvl5pPr>
            <a:lvl6pPr algn="ctr">
              <a:defRPr sz="1875" b="1">
                <a:solidFill>
                  <a:srgbClr val="247F70"/>
                </a:solidFill>
                <a:latin typeface="Noto Sans CJK SC"/>
                <a:ea typeface="Noto Sans CJK SC"/>
                <a:cs typeface="Noto Sans CJK SC"/>
              </a:defRPr>
            </a:lvl6pPr>
            <a:lvl7pPr algn="ctr">
              <a:defRPr sz="1875" b="1">
                <a:solidFill>
                  <a:srgbClr val="247F70"/>
                </a:solidFill>
                <a:latin typeface="Noto Sans CJK SC"/>
                <a:ea typeface="Noto Sans CJK SC"/>
                <a:cs typeface="Noto Sans CJK SC"/>
              </a:defRPr>
            </a:lvl7pPr>
            <a:lvl8pPr algn="ctr">
              <a:defRPr sz="1875" b="1">
                <a:solidFill>
                  <a:srgbClr val="247F70"/>
                </a:solidFill>
                <a:latin typeface="Noto Sans CJK SC"/>
                <a:ea typeface="Noto Sans CJK SC"/>
                <a:cs typeface="Noto Sans CJK SC"/>
              </a:defRPr>
            </a:lvl8pPr>
            <a:lvl9pPr algn="ctr">
              <a:defRPr sz="1875" b="1">
                <a:solidFill>
                  <a:srgbClr val="247F70"/>
                </a:solidFill>
                <a:latin typeface="Noto Sans CJK SC"/>
                <a:ea typeface="Noto Sans CJK SC"/>
                <a:cs typeface="Noto Sans CJK SC"/>
              </a:defRPr>
            </a:lvl9pPr>
          </a:lstStyle>
          <a:p xmlns:a="http://schemas.openxmlformats.org/drawingml/2006/main">
            <a:pPr algn="ctr">
              <a:defRPr sz="1875" b="1">
                <a:solidFill>
                  <a:srgbClr val="247F70"/>
                </a:solidFill>
                <a:latin typeface="Noto Sans CJK SC"/>
                <a:ea typeface="Noto Sans CJK SC"/>
                <a:cs typeface="Noto Sans CJK SC"/>
              </a:defRPr>
            </a:pPr>
            <a:r>
              <a:rPr sz="1875" b="1">
                <a:solidFill>
                  <a:srgbClr val="247F70"/>
                </a:solidFill>
                <a:latin typeface="Noto Sans CJK SC"/>
                <a:ea typeface="Noto Sans CJK SC"/>
                <a:cs typeface="Noto Sans CJK SC"/>
              </a:rPr>
              <a:t>Dⱼₖ = δᵀΣ⁻¹δ</a:t>
            </a:r>
          </a:p>
        </p:txBody>
      </p:sp>
      <p:sp>
        <p:nvSpPr>
          <p:cNvPr id="79" name="M2_scope">
            <a:extLst xmlns:a="http://schemas.openxmlformats.org/drawingml/2006/main">
              <a:ext uri="{FF2B5EF4-FFF2-40B4-BE49-F238E27FC236}">
                <a16:creationId xmlns:a16="http://schemas.microsoft.com/office/drawing/2014/main" id="{455E71D9-10DE-42C8-AFA9-7D58AC8483F7}"/>
              </a:ext>
            </a:extLst>
          </p:cNvPr>
          <p:cNvSpPr>
            <a:spLocks xmlns:a="http://schemas.openxmlformats.org/drawingml/2006/main" noGrp="1"/>
          </p:cNvSpPr>
          <p:nvPr/>
        </p:nvSpPr>
        <p:spPr>
          <a:xfrm xmlns:a="http://schemas.openxmlformats.org/drawingml/2006/main">
            <a:off x="11439525" y="3705225"/>
            <a:ext cx="32575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lgn="ctr">
              <a:defRPr sz="1500" b="0">
                <a:solidFill>
                  <a:srgbClr val="60717D"/>
                </a:solidFill>
                <a:latin typeface="Noto Sans CJK SC"/>
                <a:ea typeface="Noto Sans CJK SC"/>
                <a:cs typeface="Noto Sans CJK SC"/>
              </a:defRPr>
            </a:defPPr>
            <a:lvl1pPr algn="ctr">
              <a:defRPr sz="1500" b="0">
                <a:solidFill>
                  <a:srgbClr val="60717D"/>
                </a:solidFill>
                <a:latin typeface="Noto Sans CJK SC"/>
                <a:ea typeface="Noto Sans CJK SC"/>
                <a:cs typeface="Noto Sans CJK SC"/>
              </a:defRPr>
            </a:lvl1pPr>
            <a:lvl2pPr algn="ctr">
              <a:defRPr sz="1500" b="0">
                <a:solidFill>
                  <a:srgbClr val="60717D"/>
                </a:solidFill>
                <a:latin typeface="Noto Sans CJK SC"/>
                <a:ea typeface="Noto Sans CJK SC"/>
                <a:cs typeface="Noto Sans CJK SC"/>
              </a:defRPr>
            </a:lvl2pPr>
            <a:lvl3pPr algn="ctr">
              <a:defRPr sz="1500" b="0">
                <a:solidFill>
                  <a:srgbClr val="60717D"/>
                </a:solidFill>
                <a:latin typeface="Noto Sans CJK SC"/>
                <a:ea typeface="Noto Sans CJK SC"/>
                <a:cs typeface="Noto Sans CJK SC"/>
              </a:defRPr>
            </a:lvl3pPr>
            <a:lvl4pPr algn="ctr">
              <a:defRPr sz="1500" b="0">
                <a:solidFill>
                  <a:srgbClr val="60717D"/>
                </a:solidFill>
                <a:latin typeface="Noto Sans CJK SC"/>
                <a:ea typeface="Noto Sans CJK SC"/>
                <a:cs typeface="Noto Sans CJK SC"/>
              </a:defRPr>
            </a:lvl4pPr>
            <a:lvl5pPr algn="ctr">
              <a:defRPr sz="1500" b="0">
                <a:solidFill>
                  <a:srgbClr val="60717D"/>
                </a:solidFill>
                <a:latin typeface="Noto Sans CJK SC"/>
                <a:ea typeface="Noto Sans CJK SC"/>
                <a:cs typeface="Noto Sans CJK SC"/>
              </a:defRPr>
            </a:lvl5pPr>
            <a:lvl6pPr algn="ctr">
              <a:defRPr sz="1500" b="0">
                <a:solidFill>
                  <a:srgbClr val="60717D"/>
                </a:solidFill>
                <a:latin typeface="Noto Sans CJK SC"/>
                <a:ea typeface="Noto Sans CJK SC"/>
                <a:cs typeface="Noto Sans CJK SC"/>
              </a:defRPr>
            </a:lvl6pPr>
            <a:lvl7pPr algn="ctr">
              <a:defRPr sz="1500" b="0">
                <a:solidFill>
                  <a:srgbClr val="60717D"/>
                </a:solidFill>
                <a:latin typeface="Noto Sans CJK SC"/>
                <a:ea typeface="Noto Sans CJK SC"/>
                <a:cs typeface="Noto Sans CJK SC"/>
              </a:defRPr>
            </a:lvl7pPr>
            <a:lvl8pPr algn="ctr">
              <a:defRPr sz="1500" b="0">
                <a:solidFill>
                  <a:srgbClr val="60717D"/>
                </a:solidFill>
                <a:latin typeface="Noto Sans CJK SC"/>
                <a:ea typeface="Noto Sans CJK SC"/>
                <a:cs typeface="Noto Sans CJK SC"/>
              </a:defRPr>
            </a:lvl8pPr>
            <a:lvl9pPr algn="ctr">
              <a:defRPr sz="1500" b="0">
                <a:solidFill>
                  <a:srgbClr val="60717D"/>
                </a:solidFill>
                <a:latin typeface="Noto Sans CJK SC"/>
                <a:ea typeface="Noto Sans CJK SC"/>
                <a:cs typeface="Noto Sans CJK SC"/>
              </a:defRPr>
            </a:lvl9pPr>
          </a:lstStyle>
          <a:p xmlns:a="http://schemas.openxmlformats.org/drawingml/2006/main">
            <a:pPr algn="ctr">
              <a:defRPr sz="1500" b="0">
                <a:solidFill>
                  <a:srgbClr val="60717D"/>
                </a:solidFill>
                <a:latin typeface="Noto Sans CJK SC"/>
                <a:ea typeface="Noto Sans CJK SC"/>
                <a:cs typeface="Noto Sans CJK SC"/>
              </a:defRPr>
            </a:pPr>
            <a:r>
              <a:rPr sz="1500" b="0">
                <a:solidFill>
                  <a:srgbClr val="60717D"/>
                </a:solidFill>
                <a:latin typeface="Noto Sans CJK SC"/>
                <a:ea typeface="Noto Sans CJK SC"/>
                <a:cs typeface="Noto Sans CJK SC"/>
              </a:rPr>
              <a:t>返回记忆仅限定动作候选</a:t>
            </a:r>
          </a:p>
        </p:txBody>
      </p:sp>
      <p:sp>
        <p:nvSpPr>
          <p:cNvPr id="80" name="M2_to_M3_a">
            <a:extLst xmlns:a="http://schemas.openxmlformats.org/drawingml/2006/main">
              <a:ext uri="{FF2B5EF4-FFF2-40B4-BE49-F238E27FC236}">
                <a16:creationId xmlns:a16="http://schemas.microsoft.com/office/drawing/2014/main" id="{CAF8A430-2B59-419A-BF70-7819D9F72A7F}"/>
              </a:ext>
            </a:extLst>
          </p:cNvPr>
          <p:cNvSpPr>
            <a:spLocks xmlns:a="http://schemas.openxmlformats.org/drawingml/2006/main" noGrp="1"/>
          </p:cNvSpPr>
          <p:nvPr/>
        </p:nvSpPr>
        <p:spPr>
          <a:xfrm xmlns:a="http://schemas.openxmlformats.org/drawingml/2006/main">
            <a:off x="13049250" y="4086225"/>
            <a:ext cx="1905" cy="1905"/>
          </a:xfrm>
          <a:prstGeom xmlns:a="http://schemas.openxmlformats.org/drawingml/2006/main" prst="rect">
            <a:avLst/>
          </a:prstGeom>
          <a:noFill xmlns:a="http://schemas.openxmlformats.org/drawingml/2006/main"/>
          <a:ln xmlns:a="http://schemas.openxmlformats.org/drawingml/2006/main" w="13335">
            <a:noFill/>
            <a:prstDash val="solid"/>
          </a:ln>
        </p:spPr>
      </p:sp>
      <p:sp>
        <p:nvSpPr>
          <p:cNvPr id="81" name="M2_to_M3_b">
            <a:extLst xmlns:a="http://schemas.openxmlformats.org/drawingml/2006/main">
              <a:ext uri="{FF2B5EF4-FFF2-40B4-BE49-F238E27FC236}">
                <a16:creationId xmlns:a16="http://schemas.microsoft.com/office/drawing/2014/main" id="{9B2FDEE1-C4EE-4AAC-9822-586B225D7EDF}"/>
              </a:ext>
            </a:extLst>
          </p:cNvPr>
          <p:cNvSpPr>
            <a:spLocks xmlns:a="http://schemas.openxmlformats.org/drawingml/2006/main" noGrp="1"/>
          </p:cNvSpPr>
          <p:nvPr/>
        </p:nvSpPr>
        <p:spPr>
          <a:xfrm xmlns:a="http://schemas.openxmlformats.org/drawingml/2006/main">
            <a:off x="13049250" y="4191000"/>
            <a:ext cx="1905" cy="1905"/>
          </a:xfrm>
          <a:prstGeom xmlns:a="http://schemas.openxmlformats.org/drawingml/2006/main" prst="rect">
            <a:avLst/>
          </a:prstGeom>
          <a:noFill xmlns:a="http://schemas.openxmlformats.org/drawingml/2006/main"/>
          <a:ln xmlns:a="http://schemas.openxmlformats.org/drawingml/2006/main" w="13335">
            <a:noFill/>
            <a:prstDash val="solid"/>
          </a:ln>
        </p:spPr>
      </p:sp>
      <p:cxnSp>
        <p:nvCxnSpPr>
          <p:cNvPr id="82" name="">
            <a:extLst xmlns:a="http://schemas.openxmlformats.org/drawingml/2006/main">
              <a:ext uri="{FF2B5EF4-FFF2-40B4-BE49-F238E27FC236}">
                <a16:creationId xmlns:a16="http://schemas.microsoft.com/office/drawing/2014/main" id="{FFD5A2BB-EF87-4961-AF03-DF48CF80FB5E}"/>
              </a:ext>
            </a:extLst>
          </p:cNvPr>
          <p:cNvCxnSpPr>
            <a:stCxn xmlns:a="http://schemas.openxmlformats.org/drawingml/2006/main" id="80" idx="2"/>
            <a:endCxn xmlns:a="http://schemas.openxmlformats.org/drawingml/2006/main" id="81" idx="0"/>
          </p:cNvCxnSpPr>
          <p:nvPr/>
        </p:nvCxnSpPr>
        <p:spPr>
          <a:xfrm xmlns:a="http://schemas.openxmlformats.org/drawingml/2006/main">
            <a:off x="13050203" y="4088130"/>
            <a:ext cx="0" cy="102870"/>
          </a:xfrm>
          <a:prstGeom xmlns:a="http://schemas.openxmlformats.org/drawingml/2006/main" prst="straightConnector1">
            <a:avLst/>
          </a:prstGeom>
          <a:ln xmlns:a="http://schemas.openxmlformats.org/drawingml/2006/main" w="20955">
            <a:solidFill>
              <a:srgbClr val="247F70"/>
            </a:solidFill>
            <a:prstDash val="solid"/>
            <a:tailEnd type="triangle" w="med" len="med"/>
          </a:ln>
        </p:spPr>
      </p:cxnSp>
      <p:sp>
        <p:nvSpPr>
          <p:cNvPr id="83" name="M3_FRAME">
            <a:extLst xmlns:a="http://schemas.openxmlformats.org/drawingml/2006/main">
              <a:ext uri="{FF2B5EF4-FFF2-40B4-BE49-F238E27FC236}">
                <a16:creationId xmlns:a16="http://schemas.microsoft.com/office/drawing/2014/main" id="{F6A13E9A-4A1E-4519-BD12-417C9AEE7E10}"/>
              </a:ext>
            </a:extLst>
          </p:cNvPr>
          <p:cNvSpPr>
            <a:spLocks xmlns:a="http://schemas.openxmlformats.org/drawingml/2006/main" noGrp="1"/>
          </p:cNvSpPr>
          <p:nvPr/>
        </p:nvSpPr>
        <p:spPr>
          <a:xfrm xmlns:a="http://schemas.openxmlformats.org/drawingml/2006/main">
            <a:off x="11239500" y="4248150"/>
            <a:ext cx="3600450" cy="2819400"/>
          </a:xfrm>
          <a:prstGeom xmlns:a="http://schemas.openxmlformats.org/drawingml/2006/main" prst="roundRect">
            <a:avLst>
              <a:gd name="adj" fmla="val 3041"/>
            </a:avLst>
          </a:prstGeom>
          <a:solidFill xmlns:a="http://schemas.openxmlformats.org/drawingml/2006/main">
            <a:srgbClr val="FFFFFF"/>
          </a:solidFill>
          <a:ln xmlns:a="http://schemas.openxmlformats.org/drawingml/2006/main" w="13335">
            <a:solidFill>
              <a:srgbClr val="B16B26"/>
            </a:solidFill>
            <a:prstDash val="solid"/>
          </a:ln>
        </p:spPr>
      </p:sp>
      <p:sp>
        <p:nvSpPr>
          <p:cNvPr id="84" name="M3_title">
            <a:extLst xmlns:a="http://schemas.openxmlformats.org/drawingml/2006/main">
              <a:ext uri="{FF2B5EF4-FFF2-40B4-BE49-F238E27FC236}">
                <a16:creationId xmlns:a16="http://schemas.microsoft.com/office/drawing/2014/main" id="{D8BB1F24-FAFF-44DA-B454-FBE7D4149A20}"/>
              </a:ext>
            </a:extLst>
          </p:cNvPr>
          <p:cNvSpPr>
            <a:spLocks xmlns:a="http://schemas.openxmlformats.org/drawingml/2006/main" noGrp="1"/>
          </p:cNvSpPr>
          <p:nvPr/>
        </p:nvSpPr>
        <p:spPr>
          <a:xfrm xmlns:a="http://schemas.openxmlformats.org/drawingml/2006/main">
            <a:off x="11410950" y="4381500"/>
            <a:ext cx="3286125"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lgn="l">
              <a:defRPr sz="1950" b="1">
                <a:solidFill>
                  <a:srgbClr val="B16B26"/>
                </a:solidFill>
                <a:latin typeface="Noto Sans CJK SC"/>
                <a:ea typeface="Noto Sans CJK SC"/>
                <a:cs typeface="Noto Sans CJK SC"/>
              </a:defRPr>
            </a:defPPr>
            <a:lvl1pPr algn="l">
              <a:defRPr sz="1950" b="1">
                <a:solidFill>
                  <a:srgbClr val="B16B26"/>
                </a:solidFill>
                <a:latin typeface="Noto Sans CJK SC"/>
                <a:ea typeface="Noto Sans CJK SC"/>
                <a:cs typeface="Noto Sans CJK SC"/>
              </a:defRPr>
            </a:lvl1pPr>
            <a:lvl2pPr algn="l">
              <a:defRPr sz="1950" b="1">
                <a:solidFill>
                  <a:srgbClr val="B16B26"/>
                </a:solidFill>
                <a:latin typeface="Noto Sans CJK SC"/>
                <a:ea typeface="Noto Sans CJK SC"/>
                <a:cs typeface="Noto Sans CJK SC"/>
              </a:defRPr>
            </a:lvl2pPr>
            <a:lvl3pPr algn="l">
              <a:defRPr sz="1950" b="1">
                <a:solidFill>
                  <a:srgbClr val="B16B26"/>
                </a:solidFill>
                <a:latin typeface="Noto Sans CJK SC"/>
                <a:ea typeface="Noto Sans CJK SC"/>
                <a:cs typeface="Noto Sans CJK SC"/>
              </a:defRPr>
            </a:lvl3pPr>
            <a:lvl4pPr algn="l">
              <a:defRPr sz="1950" b="1">
                <a:solidFill>
                  <a:srgbClr val="B16B26"/>
                </a:solidFill>
                <a:latin typeface="Noto Sans CJK SC"/>
                <a:ea typeface="Noto Sans CJK SC"/>
                <a:cs typeface="Noto Sans CJK SC"/>
              </a:defRPr>
            </a:lvl4pPr>
            <a:lvl5pPr algn="l">
              <a:defRPr sz="1950" b="1">
                <a:solidFill>
                  <a:srgbClr val="B16B26"/>
                </a:solidFill>
                <a:latin typeface="Noto Sans CJK SC"/>
                <a:ea typeface="Noto Sans CJK SC"/>
                <a:cs typeface="Noto Sans CJK SC"/>
              </a:defRPr>
            </a:lvl5pPr>
            <a:lvl6pPr algn="l">
              <a:defRPr sz="1950" b="1">
                <a:solidFill>
                  <a:srgbClr val="B16B26"/>
                </a:solidFill>
                <a:latin typeface="Noto Sans CJK SC"/>
                <a:ea typeface="Noto Sans CJK SC"/>
                <a:cs typeface="Noto Sans CJK SC"/>
              </a:defRPr>
            </a:lvl6pPr>
            <a:lvl7pPr algn="l">
              <a:defRPr sz="1950" b="1">
                <a:solidFill>
                  <a:srgbClr val="B16B26"/>
                </a:solidFill>
                <a:latin typeface="Noto Sans CJK SC"/>
                <a:ea typeface="Noto Sans CJK SC"/>
                <a:cs typeface="Noto Sans CJK SC"/>
              </a:defRPr>
            </a:lvl7pPr>
            <a:lvl8pPr algn="l">
              <a:defRPr sz="1950" b="1">
                <a:solidFill>
                  <a:srgbClr val="B16B26"/>
                </a:solidFill>
                <a:latin typeface="Noto Sans CJK SC"/>
                <a:ea typeface="Noto Sans CJK SC"/>
                <a:cs typeface="Noto Sans CJK SC"/>
              </a:defRPr>
            </a:lvl8pPr>
            <a:lvl9pPr algn="l">
              <a:defRPr sz="1950" b="1">
                <a:solidFill>
                  <a:srgbClr val="B16B26"/>
                </a:solidFill>
                <a:latin typeface="Noto Sans CJK SC"/>
                <a:ea typeface="Noto Sans CJK SC"/>
                <a:cs typeface="Noto Sans CJK SC"/>
              </a:defRPr>
            </a:lvl9pPr>
          </a:lstStyle>
          <a:p xmlns:a="http://schemas.openxmlformats.org/drawingml/2006/main">
            <a:pPr algn="l">
              <a:defRPr sz="1950" b="1">
                <a:solidFill>
                  <a:srgbClr val="B16B26"/>
                </a:solidFill>
                <a:latin typeface="Noto Sans CJK SC"/>
                <a:ea typeface="Noto Sans CJK SC"/>
                <a:cs typeface="Noto Sans CJK SC"/>
              </a:defRPr>
            </a:pPr>
            <a:r>
              <a:rPr sz="1950" b="1">
                <a:solidFill>
                  <a:srgbClr val="B16B26"/>
                </a:solidFill>
                <a:latin typeface="Noto Sans CJK SC"/>
                <a:ea typeface="Noto Sans CJK SC"/>
                <a:cs typeface="Noto Sans CJK SC"/>
              </a:rPr>
              <a:t>M3 全候选付费反证审计</a:t>
            </a:r>
          </a:p>
        </p:txBody>
      </p:sp>
      <p:sp>
        <p:nvSpPr>
          <p:cNvPr id="85" name="M3_LP">
            <a:extLst xmlns:a="http://schemas.openxmlformats.org/drawingml/2006/main">
              <a:ext uri="{FF2B5EF4-FFF2-40B4-BE49-F238E27FC236}">
                <a16:creationId xmlns:a16="http://schemas.microsoft.com/office/drawing/2014/main" id="{FE957EF4-F3A5-4977-89FF-EEA8E53DC66E}"/>
              </a:ext>
            </a:extLst>
          </p:cNvPr>
          <p:cNvSpPr>
            <a:spLocks xmlns:a="http://schemas.openxmlformats.org/drawingml/2006/main" noGrp="1"/>
          </p:cNvSpPr>
          <p:nvPr/>
        </p:nvSpPr>
        <p:spPr>
          <a:xfrm xmlns:a="http://schemas.openxmlformats.org/drawingml/2006/main">
            <a:off x="11468100" y="5095875"/>
            <a:ext cx="3124200" cy="942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lgn="l">
              <a:defRPr sz="1725" b="0">
                <a:solidFill>
                  <a:srgbClr val="233440"/>
                </a:solidFill>
                <a:latin typeface="Noto Sans CJK SC"/>
                <a:ea typeface="Noto Sans CJK SC"/>
                <a:cs typeface="Noto Sans CJK SC"/>
              </a:defRPr>
            </a:defPPr>
            <a:lvl1pPr algn="l">
              <a:defRPr sz="1725" b="0">
                <a:solidFill>
                  <a:srgbClr val="233440"/>
                </a:solidFill>
                <a:latin typeface="Noto Sans CJK SC"/>
                <a:ea typeface="Noto Sans CJK SC"/>
                <a:cs typeface="Noto Sans CJK SC"/>
              </a:defRPr>
            </a:lvl1pPr>
            <a:lvl2pPr algn="l">
              <a:defRPr sz="1725" b="0">
                <a:solidFill>
                  <a:srgbClr val="233440"/>
                </a:solidFill>
                <a:latin typeface="Noto Sans CJK SC"/>
                <a:ea typeface="Noto Sans CJK SC"/>
                <a:cs typeface="Noto Sans CJK SC"/>
              </a:defRPr>
            </a:lvl2pPr>
            <a:lvl3pPr algn="l">
              <a:defRPr sz="1725" b="0">
                <a:solidFill>
                  <a:srgbClr val="233440"/>
                </a:solidFill>
                <a:latin typeface="Noto Sans CJK SC"/>
                <a:ea typeface="Noto Sans CJK SC"/>
                <a:cs typeface="Noto Sans CJK SC"/>
              </a:defRPr>
            </a:lvl3pPr>
            <a:lvl4pPr algn="l">
              <a:defRPr sz="1725" b="0">
                <a:solidFill>
                  <a:srgbClr val="233440"/>
                </a:solidFill>
                <a:latin typeface="Noto Sans CJK SC"/>
                <a:ea typeface="Noto Sans CJK SC"/>
                <a:cs typeface="Noto Sans CJK SC"/>
              </a:defRPr>
            </a:lvl4pPr>
            <a:lvl5pPr algn="l">
              <a:defRPr sz="1725" b="0">
                <a:solidFill>
                  <a:srgbClr val="233440"/>
                </a:solidFill>
                <a:latin typeface="Noto Sans CJK SC"/>
                <a:ea typeface="Noto Sans CJK SC"/>
                <a:cs typeface="Noto Sans CJK SC"/>
              </a:defRPr>
            </a:lvl5pPr>
            <a:lvl6pPr algn="l">
              <a:defRPr sz="1725" b="0">
                <a:solidFill>
                  <a:srgbClr val="233440"/>
                </a:solidFill>
                <a:latin typeface="Noto Sans CJK SC"/>
                <a:ea typeface="Noto Sans CJK SC"/>
                <a:cs typeface="Noto Sans CJK SC"/>
              </a:defRPr>
            </a:lvl6pPr>
            <a:lvl7pPr algn="l">
              <a:defRPr sz="1725" b="0">
                <a:solidFill>
                  <a:srgbClr val="233440"/>
                </a:solidFill>
                <a:latin typeface="Noto Sans CJK SC"/>
                <a:ea typeface="Noto Sans CJK SC"/>
                <a:cs typeface="Noto Sans CJK SC"/>
              </a:defRPr>
            </a:lvl7pPr>
            <a:lvl8pPr algn="l">
              <a:defRPr sz="1725" b="0">
                <a:solidFill>
                  <a:srgbClr val="233440"/>
                </a:solidFill>
                <a:latin typeface="Noto Sans CJK SC"/>
                <a:ea typeface="Noto Sans CJK SC"/>
                <a:cs typeface="Noto Sans CJK SC"/>
              </a:defRPr>
            </a:lvl8pPr>
            <a:lvl9pPr algn="l">
              <a:defRPr sz="1725" b="0">
                <a:solidFill>
                  <a:srgbClr val="233440"/>
                </a:solidFill>
                <a:latin typeface="Noto Sans CJK SC"/>
                <a:ea typeface="Noto Sans CJK SC"/>
                <a:cs typeface="Noto Sans CJK SC"/>
              </a:defRPr>
            </a:lvl9pPr>
          </a:lstStyle>
          <a:p xmlns:a="http://schemas.openxmlformats.org/drawingml/2006/main">
            <a:pPr algn="l">
              <a:defRPr sz="1725" b="0">
                <a:solidFill>
                  <a:srgbClr val="233440"/>
                </a:solidFill>
                <a:latin typeface="Noto Sans CJK SC"/>
                <a:ea typeface="Noto Sans CJK SC"/>
                <a:cs typeface="Noto Sans CJK SC"/>
              </a:defRPr>
            </a:pPr>
            <a:r>
              <a:rPr sz="1725" b="0">
                <a:solidFill>
                  <a:srgbClr val="233440"/>
                </a:solidFill>
                <a:latin typeface="Noto Sans CJK SC"/>
                <a:ea typeface="Noto Sans CJK SC"/>
                <a:cs typeface="Noto Sans CJK SC"/>
              </a:rPr>
              <a:t>全源对 KL / 成本分配</a:t>
            </a:r>
          </a:p>
          <a:p xmlns:a="http://schemas.openxmlformats.org/drawingml/2006/main">
            <a:pPr algn="l">
              <a:defRPr sz="1725" b="0">
                <a:solidFill>
                  <a:srgbClr val="233440"/>
                </a:solidFill>
                <a:latin typeface="Noto Sans CJK SC"/>
                <a:ea typeface="Noto Sans CJK SC"/>
                <a:cs typeface="Noto Sans CJK SC"/>
              </a:defRPr>
            </a:pPr>
            <a:r>
              <a:rPr sz="1725" b="0">
                <a:solidFill>
                  <a:srgbClr val="233440"/>
                </a:solidFill>
                <a:latin typeface="Noto Sans CJK SC"/>
                <a:ea typeface="Noto Sans CJK SC"/>
                <a:cs typeface="Noto Sans CJK SC"/>
              </a:rPr>
              <a:t>max v，cᵀy=1，y≥0</a:t>
            </a:r>
          </a:p>
          <a:p xmlns:a="http://schemas.openxmlformats.org/drawingml/2006/main">
            <a:pPr algn="l">
              <a:defRPr sz="1725" b="0">
                <a:solidFill>
                  <a:srgbClr val="233440"/>
                </a:solidFill>
                <a:latin typeface="Noto Sans CJK SC"/>
                <a:ea typeface="Noto Sans CJK SC"/>
                <a:cs typeface="Noto Sans CJK SC"/>
              </a:defRPr>
            </a:pPr>
            <a:r>
              <a:rPr sz="1725" b="0">
                <a:solidFill>
                  <a:srgbClr val="233440"/>
                </a:solidFill>
                <a:latin typeface="Noto Sans CJK SC"/>
                <a:ea typeface="Noto Sans CJK SC"/>
                <a:cs typeface="Noto Sans CJK SC"/>
              </a:rPr>
              <a:t>Dⱼₖᵀy ≥ v，∀ j≠k</a:t>
            </a:r>
          </a:p>
        </p:txBody>
      </p:sp>
      <p:sp>
        <p:nvSpPr>
          <p:cNvPr id="86" name="M3_floor">
            <a:extLst xmlns:a="http://schemas.openxmlformats.org/drawingml/2006/main">
              <a:ext uri="{FF2B5EF4-FFF2-40B4-BE49-F238E27FC236}">
                <a16:creationId xmlns:a16="http://schemas.microsoft.com/office/drawing/2014/main" id="{99F5A0E5-7A49-444F-984F-C4DC09350E7C}"/>
              </a:ext>
            </a:extLst>
          </p:cNvPr>
          <p:cNvSpPr>
            <a:spLocks xmlns:a="http://schemas.openxmlformats.org/drawingml/2006/main" noGrp="1"/>
          </p:cNvSpPr>
          <p:nvPr/>
        </p:nvSpPr>
        <p:spPr>
          <a:xfrm xmlns:a="http://schemas.openxmlformats.org/drawingml/2006/main">
            <a:off x="11468100" y="6096000"/>
            <a:ext cx="31242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lgn="l">
              <a:defRPr sz="1875" b="1">
                <a:solidFill>
                  <a:srgbClr val="B16B26"/>
                </a:solidFill>
                <a:latin typeface="Noto Sans CJK SC"/>
                <a:ea typeface="Noto Sans CJK SC"/>
                <a:cs typeface="Noto Sans CJK SC"/>
              </a:defRPr>
            </a:defPPr>
            <a:lvl1pPr algn="l">
              <a:defRPr sz="1875" b="1">
                <a:solidFill>
                  <a:srgbClr val="B16B26"/>
                </a:solidFill>
                <a:latin typeface="Noto Sans CJK SC"/>
                <a:ea typeface="Noto Sans CJK SC"/>
                <a:cs typeface="Noto Sans CJK SC"/>
              </a:defRPr>
            </a:lvl1pPr>
            <a:lvl2pPr algn="l">
              <a:defRPr sz="1875" b="1">
                <a:solidFill>
                  <a:srgbClr val="B16B26"/>
                </a:solidFill>
                <a:latin typeface="Noto Sans CJK SC"/>
                <a:ea typeface="Noto Sans CJK SC"/>
                <a:cs typeface="Noto Sans CJK SC"/>
              </a:defRPr>
            </a:lvl2pPr>
            <a:lvl3pPr algn="l">
              <a:defRPr sz="1875" b="1">
                <a:solidFill>
                  <a:srgbClr val="B16B26"/>
                </a:solidFill>
                <a:latin typeface="Noto Sans CJK SC"/>
                <a:ea typeface="Noto Sans CJK SC"/>
                <a:cs typeface="Noto Sans CJK SC"/>
              </a:defRPr>
            </a:lvl3pPr>
            <a:lvl4pPr algn="l">
              <a:defRPr sz="1875" b="1">
                <a:solidFill>
                  <a:srgbClr val="B16B26"/>
                </a:solidFill>
                <a:latin typeface="Noto Sans CJK SC"/>
                <a:ea typeface="Noto Sans CJK SC"/>
                <a:cs typeface="Noto Sans CJK SC"/>
              </a:defRPr>
            </a:lvl4pPr>
            <a:lvl5pPr algn="l">
              <a:defRPr sz="1875" b="1">
                <a:solidFill>
                  <a:srgbClr val="B16B26"/>
                </a:solidFill>
                <a:latin typeface="Noto Sans CJK SC"/>
                <a:ea typeface="Noto Sans CJK SC"/>
                <a:cs typeface="Noto Sans CJK SC"/>
              </a:defRPr>
            </a:lvl5pPr>
            <a:lvl6pPr algn="l">
              <a:defRPr sz="1875" b="1">
                <a:solidFill>
                  <a:srgbClr val="B16B26"/>
                </a:solidFill>
                <a:latin typeface="Noto Sans CJK SC"/>
                <a:ea typeface="Noto Sans CJK SC"/>
                <a:cs typeface="Noto Sans CJK SC"/>
              </a:defRPr>
            </a:lvl6pPr>
            <a:lvl7pPr algn="l">
              <a:defRPr sz="1875" b="1">
                <a:solidFill>
                  <a:srgbClr val="B16B26"/>
                </a:solidFill>
                <a:latin typeface="Noto Sans CJK SC"/>
                <a:ea typeface="Noto Sans CJK SC"/>
                <a:cs typeface="Noto Sans CJK SC"/>
              </a:defRPr>
            </a:lvl7pPr>
            <a:lvl8pPr algn="l">
              <a:defRPr sz="1875" b="1">
                <a:solidFill>
                  <a:srgbClr val="B16B26"/>
                </a:solidFill>
                <a:latin typeface="Noto Sans CJK SC"/>
                <a:ea typeface="Noto Sans CJK SC"/>
                <a:cs typeface="Noto Sans CJK SC"/>
              </a:defRPr>
            </a:lvl8pPr>
            <a:lvl9pPr algn="l">
              <a:defRPr sz="1875" b="1">
                <a:solidFill>
                  <a:srgbClr val="B16B26"/>
                </a:solidFill>
                <a:latin typeface="Noto Sans CJK SC"/>
                <a:ea typeface="Noto Sans CJK SC"/>
                <a:cs typeface="Noto Sans CJK SC"/>
              </a:defRPr>
            </a:lvl9pPr>
          </a:lstStyle>
          <a:p xmlns:a="http://schemas.openxmlformats.org/drawingml/2006/main">
            <a:pPr algn="l">
              <a:defRPr sz="1875" b="1">
                <a:solidFill>
                  <a:srgbClr val="B16B26"/>
                </a:solidFill>
                <a:latin typeface="Noto Sans CJK SC"/>
                <a:ea typeface="Noto Sans CJK SC"/>
                <a:cs typeface="Noto Sans CJK SC"/>
              </a:defRPr>
            </a:pPr>
            <a:r>
              <a:rPr sz="1875" b="1">
                <a:solidFill>
                  <a:srgbClr val="B16B26"/>
                </a:solidFill>
                <a:latin typeface="Noto Sans CJK SC"/>
                <a:ea typeface="Noto Sans CJK SC"/>
                <a:cs typeface="Noto Sans CJK SC"/>
              </a:rPr>
              <a:t>ρ = (1−ε)λ + εν</a:t>
            </a:r>
          </a:p>
        </p:txBody>
      </p:sp>
      <p:sp>
        <p:nvSpPr>
          <p:cNvPr id="87" name="M3_audit">
            <a:extLst xmlns:a="http://schemas.openxmlformats.org/drawingml/2006/main">
              <a:ext uri="{FF2B5EF4-FFF2-40B4-BE49-F238E27FC236}">
                <a16:creationId xmlns:a16="http://schemas.microsoft.com/office/drawing/2014/main" id="{DC4B4C12-7824-48E3-8C87-E86DB76FC693}"/>
              </a:ext>
            </a:extLst>
          </p:cNvPr>
          <p:cNvSpPr>
            <a:spLocks xmlns:a="http://schemas.openxmlformats.org/drawingml/2006/main" noGrp="1"/>
          </p:cNvSpPr>
          <p:nvPr/>
        </p:nvSpPr>
        <p:spPr>
          <a:xfrm xmlns:a="http://schemas.openxmlformats.org/drawingml/2006/main">
            <a:off x="11468100" y="6515100"/>
            <a:ext cx="3124200"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lgn="l">
              <a:defRPr sz="1650" b="0">
                <a:solidFill>
                  <a:srgbClr val="60717D"/>
                </a:solidFill>
                <a:latin typeface="Noto Sans CJK SC"/>
                <a:ea typeface="Noto Sans CJK SC"/>
                <a:cs typeface="Noto Sans CJK SC"/>
              </a:defRPr>
            </a:defPPr>
            <a:lvl1pPr algn="l">
              <a:defRPr sz="1650" b="0">
                <a:solidFill>
                  <a:srgbClr val="60717D"/>
                </a:solidFill>
                <a:latin typeface="Noto Sans CJK SC"/>
                <a:ea typeface="Noto Sans CJK SC"/>
                <a:cs typeface="Noto Sans CJK SC"/>
              </a:defRPr>
            </a:lvl1pPr>
            <a:lvl2pPr algn="l">
              <a:defRPr sz="1650" b="0">
                <a:solidFill>
                  <a:srgbClr val="60717D"/>
                </a:solidFill>
                <a:latin typeface="Noto Sans CJK SC"/>
                <a:ea typeface="Noto Sans CJK SC"/>
                <a:cs typeface="Noto Sans CJK SC"/>
              </a:defRPr>
            </a:lvl2pPr>
            <a:lvl3pPr algn="l">
              <a:defRPr sz="1650" b="0">
                <a:solidFill>
                  <a:srgbClr val="60717D"/>
                </a:solidFill>
                <a:latin typeface="Noto Sans CJK SC"/>
                <a:ea typeface="Noto Sans CJK SC"/>
                <a:cs typeface="Noto Sans CJK SC"/>
              </a:defRPr>
            </a:lvl3pPr>
            <a:lvl4pPr algn="l">
              <a:defRPr sz="1650" b="0">
                <a:solidFill>
                  <a:srgbClr val="60717D"/>
                </a:solidFill>
                <a:latin typeface="Noto Sans CJK SC"/>
                <a:ea typeface="Noto Sans CJK SC"/>
                <a:cs typeface="Noto Sans CJK SC"/>
              </a:defRPr>
            </a:lvl4pPr>
            <a:lvl5pPr algn="l">
              <a:defRPr sz="1650" b="0">
                <a:solidFill>
                  <a:srgbClr val="60717D"/>
                </a:solidFill>
                <a:latin typeface="Noto Sans CJK SC"/>
                <a:ea typeface="Noto Sans CJK SC"/>
                <a:cs typeface="Noto Sans CJK SC"/>
              </a:defRPr>
            </a:lvl5pPr>
            <a:lvl6pPr algn="l">
              <a:defRPr sz="1650" b="0">
                <a:solidFill>
                  <a:srgbClr val="60717D"/>
                </a:solidFill>
                <a:latin typeface="Noto Sans CJK SC"/>
                <a:ea typeface="Noto Sans CJK SC"/>
                <a:cs typeface="Noto Sans CJK SC"/>
              </a:defRPr>
            </a:lvl6pPr>
            <a:lvl7pPr algn="l">
              <a:defRPr sz="1650" b="0">
                <a:solidFill>
                  <a:srgbClr val="60717D"/>
                </a:solidFill>
                <a:latin typeface="Noto Sans CJK SC"/>
                <a:ea typeface="Noto Sans CJK SC"/>
                <a:cs typeface="Noto Sans CJK SC"/>
              </a:defRPr>
            </a:lvl7pPr>
            <a:lvl8pPr algn="l">
              <a:defRPr sz="1650" b="0">
                <a:solidFill>
                  <a:srgbClr val="60717D"/>
                </a:solidFill>
                <a:latin typeface="Noto Sans CJK SC"/>
                <a:ea typeface="Noto Sans CJK SC"/>
                <a:cs typeface="Noto Sans CJK SC"/>
              </a:defRPr>
            </a:lvl8pPr>
            <a:lvl9pPr algn="l">
              <a:defRPr sz="1650" b="0">
                <a:solidFill>
                  <a:srgbClr val="60717D"/>
                </a:solidFill>
                <a:latin typeface="Noto Sans CJK SC"/>
                <a:ea typeface="Noto Sans CJK SC"/>
                <a:cs typeface="Noto Sans CJK SC"/>
              </a:defRPr>
            </a:lvl9pPr>
          </a:lstStyle>
          <a:p xmlns:a="http://schemas.openxmlformats.org/drawingml/2006/main">
            <a:pPr algn="l">
              <a:defRPr sz="1650" b="0">
                <a:solidFill>
                  <a:srgbClr val="60717D"/>
                </a:solidFill>
                <a:latin typeface="Noto Sans CJK SC"/>
                <a:ea typeface="Noto Sans CJK SC"/>
                <a:cs typeface="Noto Sans CJK SC"/>
              </a:defRPr>
            </a:pPr>
            <a:r>
              <a:rPr sz="1650" b="0">
                <a:solidFill>
                  <a:srgbClr val="60717D"/>
                </a:solidFill>
                <a:latin typeface="Noto Sans CJK SC"/>
                <a:ea typeface="Noto Sans CJK SC"/>
                <a:cs typeface="Noto Sans CJK SC"/>
              </a:rPr>
              <a:t>新数据 e 值审计</a:t>
            </a:r>
          </a:p>
          <a:p xmlns:a="http://schemas.openxmlformats.org/drawingml/2006/main">
            <a:pPr algn="l">
              <a:defRPr sz="1650" b="0">
                <a:solidFill>
                  <a:srgbClr val="60717D"/>
                </a:solidFill>
                <a:latin typeface="Noto Sans CJK SC"/>
                <a:ea typeface="Noto Sans CJK SC"/>
                <a:cs typeface="Noto Sans CJK SC"/>
              </a:defRPr>
            </a:pPr>
            <a:r>
              <a:rPr sz="1650" b="0">
                <a:solidFill>
                  <a:srgbClr val="60717D"/>
                </a:solidFill>
                <a:latin typeface="Noto Sans CJK SC"/>
                <a:ea typeface="Noto Sans CJK SC"/>
                <a:cs typeface="Noto Sans CJK SC"/>
              </a:rPr>
              <a:t>候选列表可恢复</a:t>
            </a:r>
          </a:p>
        </p:txBody>
      </p:sp>
      <p:sp>
        <p:nvSpPr>
          <p:cNvPr id="88" name="M3_channel_port">
            <a:extLst xmlns:a="http://schemas.openxmlformats.org/drawingml/2006/main">
              <a:ext uri="{FF2B5EF4-FFF2-40B4-BE49-F238E27FC236}">
                <a16:creationId xmlns:a16="http://schemas.microsoft.com/office/drawing/2014/main" id="{99CA0776-B5AA-44D7-9966-4ACC8C4C1FFA}"/>
              </a:ext>
            </a:extLst>
          </p:cNvPr>
          <p:cNvSpPr>
            <a:spLocks xmlns:a="http://schemas.openxmlformats.org/drawingml/2006/main" noGrp="1"/>
          </p:cNvSpPr>
          <p:nvPr/>
        </p:nvSpPr>
        <p:spPr>
          <a:xfrm xmlns:a="http://schemas.openxmlformats.org/drawingml/2006/main">
            <a:off x="11182350" y="5448300"/>
            <a:ext cx="1905" cy="1905"/>
          </a:xfrm>
          <a:prstGeom xmlns:a="http://schemas.openxmlformats.org/drawingml/2006/main" prst="rect">
            <a:avLst/>
          </a:prstGeom>
          <a:noFill xmlns:a="http://schemas.openxmlformats.org/drawingml/2006/main"/>
          <a:ln xmlns:a="http://schemas.openxmlformats.org/drawingml/2006/main" w="13335">
            <a:noFill/>
            <a:prstDash val="solid"/>
          </a:ln>
        </p:spPr>
      </p:sp>
      <p:cxnSp>
        <p:nvCxnSpPr>
          <p:cNvPr id="89" name="">
            <a:extLst xmlns:a="http://schemas.openxmlformats.org/drawingml/2006/main">
              <a:ext uri="{FF2B5EF4-FFF2-40B4-BE49-F238E27FC236}">
                <a16:creationId xmlns:a16="http://schemas.microsoft.com/office/drawing/2014/main" id="{FBBCEC82-2A8D-4EBD-8E38-FB5A09794455}"/>
              </a:ext>
            </a:extLst>
          </p:cNvPr>
          <p:cNvCxnSpPr>
            <a:stCxn xmlns:a="http://schemas.openxmlformats.org/drawingml/2006/main" id="46" idx="3"/>
            <a:endCxn xmlns:a="http://schemas.openxmlformats.org/drawingml/2006/main" id="88" idx="1"/>
          </p:cNvCxnSpPr>
          <p:nvPr/>
        </p:nvCxnSpPr>
        <p:spPr>
          <a:xfrm xmlns:a="http://schemas.openxmlformats.org/drawingml/2006/main">
            <a:off x="10696575" y="5419725"/>
            <a:ext cx="485775" cy="29528"/>
          </a:xfrm>
          <a:prstGeom xmlns:a="http://schemas.openxmlformats.org/drawingml/2006/main" prst="straightConnector1">
            <a:avLst/>
          </a:prstGeom>
          <a:ln xmlns:a="http://schemas.openxmlformats.org/drawingml/2006/main" w="20955">
            <a:solidFill>
              <a:srgbClr val="286D9C"/>
            </a:solidFill>
            <a:prstDash val="solid"/>
            <a:tailEnd type="triangle" w="med" len="med"/>
          </a:ln>
        </p:spPr>
      </p:cxnSp>
      <p:sp>
        <p:nvSpPr>
          <p:cNvPr id="90" name="next_action">
            <a:extLst xmlns:a="http://schemas.openxmlformats.org/drawingml/2006/main">
              <a:ext uri="{FF2B5EF4-FFF2-40B4-BE49-F238E27FC236}">
                <a16:creationId xmlns:a16="http://schemas.microsoft.com/office/drawing/2014/main" id="{EE288667-E322-4AA3-82B5-EC4AC654241F}"/>
              </a:ext>
            </a:extLst>
          </p:cNvPr>
          <p:cNvSpPr>
            <a:spLocks xmlns:a="http://schemas.openxmlformats.org/drawingml/2006/main" noGrp="1"/>
          </p:cNvSpPr>
          <p:nvPr/>
        </p:nvSpPr>
        <p:spPr>
          <a:xfrm xmlns:a="http://schemas.openxmlformats.org/drawingml/2006/main">
            <a:off x="11087100" y="7448550"/>
            <a:ext cx="3752850" cy="514350"/>
          </a:xfrm>
          <a:prstGeom xmlns:a="http://schemas.openxmlformats.org/drawingml/2006/main" prst="roundRect">
            <a:avLst>
              <a:gd name="adj" fmla="val 14815"/>
            </a:avLst>
          </a:prstGeom>
          <a:solidFill xmlns:a="http://schemas.openxmlformats.org/drawingml/2006/main">
            <a:srgbClr val="FBF4EB"/>
          </a:solidFill>
          <a:ln xmlns:a="http://schemas.openxmlformats.org/drawingml/2006/main" w="13335">
            <a:solidFill>
              <a:srgbClr val="B16B26"/>
            </a:solidFill>
            <a:prstDash val="solid"/>
          </a:ln>
        </p:spPr>
      </p:sp>
      <p:sp>
        <p:nvSpPr>
          <p:cNvPr id="91" name="next_action_text">
            <a:extLst xmlns:a="http://schemas.openxmlformats.org/drawingml/2006/main">
              <a:ext uri="{FF2B5EF4-FFF2-40B4-BE49-F238E27FC236}">
                <a16:creationId xmlns:a16="http://schemas.microsoft.com/office/drawing/2014/main" id="{AD497C87-AE06-457F-9696-3AA46ADA42F6}"/>
              </a:ext>
            </a:extLst>
          </p:cNvPr>
          <p:cNvSpPr>
            <a:spLocks xmlns:a="http://schemas.openxmlformats.org/drawingml/2006/main" noGrp="1"/>
          </p:cNvSpPr>
          <p:nvPr/>
        </p:nvSpPr>
        <p:spPr>
          <a:xfrm xmlns:a="http://schemas.openxmlformats.org/drawingml/2006/main">
            <a:off x="11220450" y="7524750"/>
            <a:ext cx="34861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lgn="ctr">
              <a:defRPr sz="1575" b="1">
                <a:solidFill>
                  <a:srgbClr val="B16B26"/>
                </a:solidFill>
                <a:latin typeface="Noto Sans CJK SC"/>
                <a:ea typeface="Noto Sans CJK SC"/>
                <a:cs typeface="Noto Sans CJK SC"/>
              </a:defRPr>
            </a:defPPr>
            <a:lvl1pPr algn="ctr">
              <a:defRPr sz="1575" b="1">
                <a:solidFill>
                  <a:srgbClr val="B16B26"/>
                </a:solidFill>
                <a:latin typeface="Noto Sans CJK SC"/>
                <a:ea typeface="Noto Sans CJK SC"/>
                <a:cs typeface="Noto Sans CJK SC"/>
              </a:defRPr>
            </a:lvl1pPr>
            <a:lvl2pPr algn="ctr">
              <a:defRPr sz="1575" b="1">
                <a:solidFill>
                  <a:srgbClr val="B16B26"/>
                </a:solidFill>
                <a:latin typeface="Noto Sans CJK SC"/>
                <a:ea typeface="Noto Sans CJK SC"/>
                <a:cs typeface="Noto Sans CJK SC"/>
              </a:defRPr>
            </a:lvl2pPr>
            <a:lvl3pPr algn="ctr">
              <a:defRPr sz="1575" b="1">
                <a:solidFill>
                  <a:srgbClr val="B16B26"/>
                </a:solidFill>
                <a:latin typeface="Noto Sans CJK SC"/>
                <a:ea typeface="Noto Sans CJK SC"/>
                <a:cs typeface="Noto Sans CJK SC"/>
              </a:defRPr>
            </a:lvl3pPr>
            <a:lvl4pPr algn="ctr">
              <a:defRPr sz="1575" b="1">
                <a:solidFill>
                  <a:srgbClr val="B16B26"/>
                </a:solidFill>
                <a:latin typeface="Noto Sans CJK SC"/>
                <a:ea typeface="Noto Sans CJK SC"/>
                <a:cs typeface="Noto Sans CJK SC"/>
              </a:defRPr>
            </a:lvl4pPr>
            <a:lvl5pPr algn="ctr">
              <a:defRPr sz="1575" b="1">
                <a:solidFill>
                  <a:srgbClr val="B16B26"/>
                </a:solidFill>
                <a:latin typeface="Noto Sans CJK SC"/>
                <a:ea typeface="Noto Sans CJK SC"/>
                <a:cs typeface="Noto Sans CJK SC"/>
              </a:defRPr>
            </a:lvl5pPr>
            <a:lvl6pPr algn="ctr">
              <a:defRPr sz="1575" b="1">
                <a:solidFill>
                  <a:srgbClr val="B16B26"/>
                </a:solidFill>
                <a:latin typeface="Noto Sans CJK SC"/>
                <a:ea typeface="Noto Sans CJK SC"/>
                <a:cs typeface="Noto Sans CJK SC"/>
              </a:defRPr>
            </a:lvl6pPr>
            <a:lvl7pPr algn="ctr">
              <a:defRPr sz="1575" b="1">
                <a:solidFill>
                  <a:srgbClr val="B16B26"/>
                </a:solidFill>
                <a:latin typeface="Noto Sans CJK SC"/>
                <a:ea typeface="Noto Sans CJK SC"/>
                <a:cs typeface="Noto Sans CJK SC"/>
              </a:defRPr>
            </a:lvl7pPr>
            <a:lvl8pPr algn="ctr">
              <a:defRPr sz="1575" b="1">
                <a:solidFill>
                  <a:srgbClr val="B16B26"/>
                </a:solidFill>
                <a:latin typeface="Noto Sans CJK SC"/>
                <a:ea typeface="Noto Sans CJK SC"/>
                <a:cs typeface="Noto Sans CJK SC"/>
              </a:defRPr>
            </a:lvl8pPr>
            <a:lvl9pPr algn="ctr">
              <a:defRPr sz="1575" b="1">
                <a:solidFill>
                  <a:srgbClr val="B16B26"/>
                </a:solidFill>
                <a:latin typeface="Noto Sans CJK SC"/>
                <a:ea typeface="Noto Sans CJK SC"/>
                <a:cs typeface="Noto Sans CJK SC"/>
              </a:defRPr>
            </a:lvl9pPr>
          </a:lstStyle>
          <a:p xmlns:a="http://schemas.openxmlformats.org/drawingml/2006/main">
            <a:pPr algn="ctr">
              <a:defRPr sz="1575" b="1">
                <a:solidFill>
                  <a:srgbClr val="B16B26"/>
                </a:solidFill>
                <a:latin typeface="Noto Sans CJK SC"/>
                <a:ea typeface="Noto Sans CJK SC"/>
                <a:cs typeface="Noto Sans CJK SC"/>
              </a:defRPr>
            </a:pPr>
            <a:r>
              <a:rPr sz="1575" b="1">
                <a:solidFill>
                  <a:srgbClr val="B16B26"/>
                </a:solidFill>
                <a:latin typeface="Noto Sans CJK SC"/>
                <a:ea typeface="Noto Sans CJK SC"/>
                <a:cs typeface="Noto Sans CJK SC"/>
              </a:rPr>
              <a:t>下一动作 a：双点几何与驻留时间</a:t>
            </a:r>
          </a:p>
        </p:txBody>
      </p:sp>
      <p:sp>
        <p:nvSpPr>
          <p:cNvPr id="92" name="M3_to_action_a">
            <a:extLst xmlns:a="http://schemas.openxmlformats.org/drawingml/2006/main">
              <a:ext uri="{FF2B5EF4-FFF2-40B4-BE49-F238E27FC236}">
                <a16:creationId xmlns:a16="http://schemas.microsoft.com/office/drawing/2014/main" id="{B574991F-09CF-4BF3-9F0B-451F3C01A92C}"/>
              </a:ext>
            </a:extLst>
          </p:cNvPr>
          <p:cNvSpPr>
            <a:spLocks xmlns:a="http://schemas.openxmlformats.org/drawingml/2006/main" noGrp="1"/>
          </p:cNvSpPr>
          <p:nvPr/>
        </p:nvSpPr>
        <p:spPr>
          <a:xfrm xmlns:a="http://schemas.openxmlformats.org/drawingml/2006/main">
            <a:off x="13049250" y="7105650"/>
            <a:ext cx="1905" cy="1905"/>
          </a:xfrm>
          <a:prstGeom xmlns:a="http://schemas.openxmlformats.org/drawingml/2006/main" prst="rect">
            <a:avLst/>
          </a:prstGeom>
          <a:noFill xmlns:a="http://schemas.openxmlformats.org/drawingml/2006/main"/>
          <a:ln xmlns:a="http://schemas.openxmlformats.org/drawingml/2006/main" w="13335">
            <a:noFill/>
            <a:prstDash val="solid"/>
          </a:ln>
        </p:spPr>
      </p:sp>
      <p:sp>
        <p:nvSpPr>
          <p:cNvPr id="93" name="M3_to_action_b">
            <a:extLst xmlns:a="http://schemas.openxmlformats.org/drawingml/2006/main">
              <a:ext uri="{FF2B5EF4-FFF2-40B4-BE49-F238E27FC236}">
                <a16:creationId xmlns:a16="http://schemas.microsoft.com/office/drawing/2014/main" id="{767FECAB-24EB-4AC3-BAC4-4F54F03296CC}"/>
              </a:ext>
            </a:extLst>
          </p:cNvPr>
          <p:cNvSpPr>
            <a:spLocks xmlns:a="http://schemas.openxmlformats.org/drawingml/2006/main" noGrp="1"/>
          </p:cNvSpPr>
          <p:nvPr/>
        </p:nvSpPr>
        <p:spPr>
          <a:xfrm xmlns:a="http://schemas.openxmlformats.org/drawingml/2006/main">
            <a:off x="13049250" y="7410450"/>
            <a:ext cx="1905" cy="1905"/>
          </a:xfrm>
          <a:prstGeom xmlns:a="http://schemas.openxmlformats.org/drawingml/2006/main" prst="rect">
            <a:avLst/>
          </a:prstGeom>
          <a:noFill xmlns:a="http://schemas.openxmlformats.org/drawingml/2006/main"/>
          <a:ln xmlns:a="http://schemas.openxmlformats.org/drawingml/2006/main" w="13335">
            <a:noFill/>
            <a:prstDash val="solid"/>
          </a:ln>
        </p:spPr>
      </p:sp>
      <p:cxnSp>
        <p:nvCxnSpPr>
          <p:cNvPr id="94" name="">
            <a:extLst xmlns:a="http://schemas.openxmlformats.org/drawingml/2006/main">
              <a:ext uri="{FF2B5EF4-FFF2-40B4-BE49-F238E27FC236}">
                <a16:creationId xmlns:a16="http://schemas.microsoft.com/office/drawing/2014/main" id="{866FBDFA-C24D-49A6-A9E3-09E61A1BE03C}"/>
              </a:ext>
            </a:extLst>
          </p:cNvPr>
          <p:cNvCxnSpPr>
            <a:stCxn xmlns:a="http://schemas.openxmlformats.org/drawingml/2006/main" id="92" idx="2"/>
            <a:endCxn xmlns:a="http://schemas.openxmlformats.org/drawingml/2006/main" id="93" idx="0"/>
          </p:cNvCxnSpPr>
          <p:nvPr/>
        </p:nvCxnSpPr>
        <p:spPr>
          <a:xfrm xmlns:a="http://schemas.openxmlformats.org/drawingml/2006/main">
            <a:off x="13050203" y="7107555"/>
            <a:ext cx="0" cy="302895"/>
          </a:xfrm>
          <a:prstGeom xmlns:a="http://schemas.openxmlformats.org/drawingml/2006/main" prst="straightConnector1">
            <a:avLst/>
          </a:prstGeom>
          <a:ln xmlns:a="http://schemas.openxmlformats.org/drawingml/2006/main" w="20955">
            <a:solidFill>
              <a:srgbClr val="B16B26"/>
            </a:solidFill>
            <a:prstDash val="solid"/>
            <a:tailEnd type="triangle" w="med" len="med"/>
          </a:ln>
        </p:spPr>
      </p:cxnSp>
      <p:sp>
        <p:nvSpPr>
          <p:cNvPr id="95" name="action_feedback_down_a">
            <a:extLst xmlns:a="http://schemas.openxmlformats.org/drawingml/2006/main">
              <a:ext uri="{FF2B5EF4-FFF2-40B4-BE49-F238E27FC236}">
                <a16:creationId xmlns:a16="http://schemas.microsoft.com/office/drawing/2014/main" id="{EA53F2E9-E689-48BA-B45C-F7A0DC010BC4}"/>
              </a:ext>
            </a:extLst>
          </p:cNvPr>
          <p:cNvSpPr>
            <a:spLocks xmlns:a="http://schemas.openxmlformats.org/drawingml/2006/main" noGrp="1"/>
          </p:cNvSpPr>
          <p:nvPr/>
        </p:nvSpPr>
        <p:spPr>
          <a:xfrm xmlns:a="http://schemas.openxmlformats.org/drawingml/2006/main">
            <a:off x="11144250" y="7715250"/>
            <a:ext cx="1905" cy="1905"/>
          </a:xfrm>
          <a:prstGeom xmlns:a="http://schemas.openxmlformats.org/drawingml/2006/main" prst="rect">
            <a:avLst/>
          </a:prstGeom>
          <a:noFill xmlns:a="http://schemas.openxmlformats.org/drawingml/2006/main"/>
          <a:ln xmlns:a="http://schemas.openxmlformats.org/drawingml/2006/main" w="13335">
            <a:noFill/>
            <a:prstDash val="solid"/>
          </a:ln>
        </p:spPr>
      </p:sp>
      <p:sp>
        <p:nvSpPr>
          <p:cNvPr id="96" name="action_feedback_down_b">
            <a:extLst xmlns:a="http://schemas.openxmlformats.org/drawingml/2006/main">
              <a:ext uri="{FF2B5EF4-FFF2-40B4-BE49-F238E27FC236}">
                <a16:creationId xmlns:a16="http://schemas.microsoft.com/office/drawing/2014/main" id="{7B51EE0D-0700-4FB4-ACA2-5EE16F310241}"/>
              </a:ext>
            </a:extLst>
          </p:cNvPr>
          <p:cNvSpPr>
            <a:spLocks xmlns:a="http://schemas.openxmlformats.org/drawingml/2006/main" noGrp="1"/>
          </p:cNvSpPr>
          <p:nvPr/>
        </p:nvSpPr>
        <p:spPr>
          <a:xfrm xmlns:a="http://schemas.openxmlformats.org/drawingml/2006/main">
            <a:off x="10896600" y="7715250"/>
            <a:ext cx="1905" cy="1905"/>
          </a:xfrm>
          <a:prstGeom xmlns:a="http://schemas.openxmlformats.org/drawingml/2006/main" prst="rect">
            <a:avLst/>
          </a:prstGeom>
          <a:noFill xmlns:a="http://schemas.openxmlformats.org/drawingml/2006/main"/>
          <a:ln xmlns:a="http://schemas.openxmlformats.org/drawingml/2006/main" w="13335">
            <a:noFill/>
            <a:prstDash val="solid"/>
          </a:ln>
        </p:spPr>
      </p:sp>
      <p:cxnSp>
        <p:nvCxnSpPr>
          <p:cNvPr id="97" name="">
            <a:extLst xmlns:a="http://schemas.openxmlformats.org/drawingml/2006/main">
              <a:ext uri="{FF2B5EF4-FFF2-40B4-BE49-F238E27FC236}">
                <a16:creationId xmlns:a16="http://schemas.microsoft.com/office/drawing/2014/main" id="{F0262664-92B8-44FF-9FBE-FADBFDB18B1C}"/>
              </a:ext>
            </a:extLst>
          </p:cNvPr>
          <p:cNvCxnSpPr>
            <a:stCxn xmlns:a="http://schemas.openxmlformats.org/drawingml/2006/main" id="95" idx="1"/>
            <a:endCxn xmlns:a="http://schemas.openxmlformats.org/drawingml/2006/main" id="96" idx="3"/>
          </p:cNvCxnSpPr>
          <p:nvPr/>
        </p:nvCxnSpPr>
        <p:spPr>
          <a:xfrm xmlns:a="http://schemas.openxmlformats.org/drawingml/2006/main" flipH="1">
            <a:off x="10898505" y="7716203"/>
            <a:ext cx="245745" cy="0"/>
          </a:xfrm>
          <a:prstGeom xmlns:a="http://schemas.openxmlformats.org/drawingml/2006/main" prst="straightConnector1">
            <a:avLst/>
          </a:prstGeom>
          <a:ln xmlns:a="http://schemas.openxmlformats.org/drawingml/2006/main" w="20955">
            <a:solidFill>
              <a:srgbClr val="B16B26"/>
            </a:solidFill>
            <a:prstDash val="solid"/>
            <a:tailEnd type="triangle" w="med" len="med"/>
          </a:ln>
        </p:spPr>
      </p:cxnSp>
      <p:sp>
        <p:nvSpPr>
          <p:cNvPr id="98" name="feedback_down">
            <a:extLst xmlns:a="http://schemas.openxmlformats.org/drawingml/2006/main">
              <a:ext uri="{FF2B5EF4-FFF2-40B4-BE49-F238E27FC236}">
                <a16:creationId xmlns:a16="http://schemas.microsoft.com/office/drawing/2014/main" id="{E59BBB8A-F289-4DB8-A581-1D0D55B8741A}"/>
              </a:ext>
            </a:extLst>
          </p:cNvPr>
          <p:cNvSpPr>
            <a:spLocks xmlns:a="http://schemas.openxmlformats.org/drawingml/2006/main" noGrp="1"/>
          </p:cNvSpPr>
          <p:nvPr/>
        </p:nvSpPr>
        <p:spPr>
          <a:xfrm xmlns:a="http://schemas.openxmlformats.org/drawingml/2006/main" flipH="0" flipV="0">
            <a:off x="10896600" y="7715250"/>
            <a:ext cx="0" cy="228600"/>
          </a:xfrm>
          <a:prstGeom xmlns:a="http://schemas.openxmlformats.org/drawingml/2006/main" prst="line">
            <a:avLst/>
          </a:prstGeom>
          <a:noFill xmlns:a="http://schemas.openxmlformats.org/drawingml/2006/main"/>
          <a:ln xmlns:a="http://schemas.openxmlformats.org/drawingml/2006/main" w="20955">
            <a:solidFill>
              <a:srgbClr val="B16B26"/>
            </a:solidFill>
            <a:prstDash val="solid"/>
          </a:ln>
        </p:spPr>
      </p:sp>
      <p:sp>
        <p:nvSpPr>
          <p:cNvPr id="99" name="feedback_across">
            <a:extLst xmlns:a="http://schemas.openxmlformats.org/drawingml/2006/main">
              <a:ext uri="{FF2B5EF4-FFF2-40B4-BE49-F238E27FC236}">
                <a16:creationId xmlns:a16="http://schemas.microsoft.com/office/drawing/2014/main" id="{BA06C114-ACE2-4542-832C-FCC0339EA698}"/>
              </a:ext>
            </a:extLst>
          </p:cNvPr>
          <p:cNvSpPr>
            <a:spLocks xmlns:a="http://schemas.openxmlformats.org/drawingml/2006/main" noGrp="1"/>
          </p:cNvSpPr>
          <p:nvPr/>
        </p:nvSpPr>
        <p:spPr>
          <a:xfrm xmlns:a="http://schemas.openxmlformats.org/drawingml/2006/main" flipH="1" flipV="0">
            <a:off x="3200400" y="7943850"/>
            <a:ext cx="7696200" cy="0"/>
          </a:xfrm>
          <a:prstGeom xmlns:a="http://schemas.openxmlformats.org/drawingml/2006/main" prst="line">
            <a:avLst/>
          </a:prstGeom>
          <a:noFill xmlns:a="http://schemas.openxmlformats.org/drawingml/2006/main"/>
          <a:ln xmlns:a="http://schemas.openxmlformats.org/drawingml/2006/main" w="20955">
            <a:solidFill>
              <a:srgbClr val="B16B26"/>
            </a:solidFill>
            <a:prstDash val="solid"/>
          </a:ln>
        </p:spPr>
      </p:sp>
      <p:sp>
        <p:nvSpPr>
          <p:cNvPr id="100" name="feedback_up">
            <a:extLst xmlns:a="http://schemas.openxmlformats.org/drawingml/2006/main">
              <a:ext uri="{FF2B5EF4-FFF2-40B4-BE49-F238E27FC236}">
                <a16:creationId xmlns:a16="http://schemas.microsoft.com/office/drawing/2014/main" id="{720E4017-EF40-4FBE-904B-209270FA55E5}"/>
              </a:ext>
            </a:extLst>
          </p:cNvPr>
          <p:cNvSpPr>
            <a:spLocks xmlns:a="http://schemas.openxmlformats.org/drawingml/2006/main" noGrp="1"/>
          </p:cNvSpPr>
          <p:nvPr/>
        </p:nvSpPr>
        <p:spPr>
          <a:xfrm xmlns:a="http://schemas.openxmlformats.org/drawingml/2006/main" flipH="0" flipV="1">
            <a:off x="3200400" y="7419975"/>
            <a:ext cx="0" cy="523875"/>
          </a:xfrm>
          <a:prstGeom xmlns:a="http://schemas.openxmlformats.org/drawingml/2006/main" prst="line">
            <a:avLst/>
          </a:prstGeom>
          <a:noFill xmlns:a="http://schemas.openxmlformats.org/drawingml/2006/main"/>
          <a:ln xmlns:a="http://schemas.openxmlformats.org/drawingml/2006/main" w="20955">
            <a:solidFill>
              <a:srgbClr val="B16B26"/>
            </a:solidFill>
            <a:prstDash val="solid"/>
          </a:ln>
        </p:spPr>
      </p:sp>
      <p:sp>
        <p:nvSpPr>
          <p:cNvPr id="101" name="feedback_to_ledger_a">
            <a:extLst xmlns:a="http://schemas.openxmlformats.org/drawingml/2006/main">
              <a:ext uri="{FF2B5EF4-FFF2-40B4-BE49-F238E27FC236}">
                <a16:creationId xmlns:a16="http://schemas.microsoft.com/office/drawing/2014/main" id="{AF6B9A95-BF34-4455-9E08-5804FCB4C1C5}"/>
              </a:ext>
            </a:extLst>
          </p:cNvPr>
          <p:cNvSpPr>
            <a:spLocks xmlns:a="http://schemas.openxmlformats.org/drawingml/2006/main" noGrp="1"/>
          </p:cNvSpPr>
          <p:nvPr/>
        </p:nvSpPr>
        <p:spPr>
          <a:xfrm xmlns:a="http://schemas.openxmlformats.org/drawingml/2006/main">
            <a:off x="3200400" y="7419975"/>
            <a:ext cx="1905" cy="1905"/>
          </a:xfrm>
          <a:prstGeom xmlns:a="http://schemas.openxmlformats.org/drawingml/2006/main" prst="rect">
            <a:avLst/>
          </a:prstGeom>
          <a:noFill xmlns:a="http://schemas.openxmlformats.org/drawingml/2006/main"/>
          <a:ln xmlns:a="http://schemas.openxmlformats.org/drawingml/2006/main" w="13335">
            <a:noFill/>
            <a:prstDash val="solid"/>
          </a:ln>
        </p:spPr>
      </p:sp>
      <p:sp>
        <p:nvSpPr>
          <p:cNvPr id="102" name="feedback_to_ledger_b">
            <a:extLst xmlns:a="http://schemas.openxmlformats.org/drawingml/2006/main">
              <a:ext uri="{FF2B5EF4-FFF2-40B4-BE49-F238E27FC236}">
                <a16:creationId xmlns:a16="http://schemas.microsoft.com/office/drawing/2014/main" id="{A0EF39F6-D2D0-423D-A674-D08A9646C356}"/>
              </a:ext>
            </a:extLst>
          </p:cNvPr>
          <p:cNvSpPr>
            <a:spLocks xmlns:a="http://schemas.openxmlformats.org/drawingml/2006/main" noGrp="1"/>
          </p:cNvSpPr>
          <p:nvPr/>
        </p:nvSpPr>
        <p:spPr>
          <a:xfrm xmlns:a="http://schemas.openxmlformats.org/drawingml/2006/main">
            <a:off x="3152775" y="7419975"/>
            <a:ext cx="1905" cy="1905"/>
          </a:xfrm>
          <a:prstGeom xmlns:a="http://schemas.openxmlformats.org/drawingml/2006/main" prst="rect">
            <a:avLst/>
          </a:prstGeom>
          <a:noFill xmlns:a="http://schemas.openxmlformats.org/drawingml/2006/main"/>
          <a:ln xmlns:a="http://schemas.openxmlformats.org/drawingml/2006/main" w="13335">
            <a:noFill/>
            <a:prstDash val="solid"/>
          </a:ln>
        </p:spPr>
      </p:sp>
      <p:cxnSp>
        <p:nvCxnSpPr>
          <p:cNvPr id="103" name="">
            <a:extLst xmlns:a="http://schemas.openxmlformats.org/drawingml/2006/main">
              <a:ext uri="{FF2B5EF4-FFF2-40B4-BE49-F238E27FC236}">
                <a16:creationId xmlns:a16="http://schemas.microsoft.com/office/drawing/2014/main" id="{B50E8592-164B-4532-A9A8-1F34634194DA}"/>
              </a:ext>
            </a:extLst>
          </p:cNvPr>
          <p:cNvCxnSpPr>
            <a:stCxn xmlns:a="http://schemas.openxmlformats.org/drawingml/2006/main" id="101" idx="1"/>
            <a:endCxn xmlns:a="http://schemas.openxmlformats.org/drawingml/2006/main" id="102" idx="3"/>
          </p:cNvCxnSpPr>
          <p:nvPr/>
        </p:nvCxnSpPr>
        <p:spPr>
          <a:xfrm xmlns:a="http://schemas.openxmlformats.org/drawingml/2006/main" flipH="1">
            <a:off x="3154680" y="7420928"/>
            <a:ext cx="45720" cy="0"/>
          </a:xfrm>
          <a:prstGeom xmlns:a="http://schemas.openxmlformats.org/drawingml/2006/main" prst="straightConnector1">
            <a:avLst/>
          </a:prstGeom>
          <a:ln xmlns:a="http://schemas.openxmlformats.org/drawingml/2006/main" w="20955">
            <a:solidFill>
              <a:srgbClr val="B16B26"/>
            </a:solidFill>
            <a:prstDash val="solid"/>
            <a:tailEnd type="triangle" w="med" len="med"/>
          </a:ln>
        </p:spPr>
      </p:cxnSp>
      <p:sp>
        <p:nvSpPr>
          <p:cNvPr id="104" name="ledger_to_raw_left">
            <a:extLst xmlns:a="http://schemas.openxmlformats.org/drawingml/2006/main">
              <a:ext uri="{FF2B5EF4-FFF2-40B4-BE49-F238E27FC236}">
                <a16:creationId xmlns:a16="http://schemas.microsoft.com/office/drawing/2014/main" id="{169ED3B8-2E60-4796-A12C-BBE5D00D2D7D}"/>
              </a:ext>
            </a:extLst>
          </p:cNvPr>
          <p:cNvSpPr>
            <a:spLocks xmlns:a="http://schemas.openxmlformats.org/drawingml/2006/main" noGrp="1"/>
          </p:cNvSpPr>
          <p:nvPr/>
        </p:nvSpPr>
        <p:spPr>
          <a:xfrm xmlns:a="http://schemas.openxmlformats.org/drawingml/2006/main" flipH="1" flipV="0">
            <a:off x="266700" y="7419975"/>
            <a:ext cx="190500" cy="0"/>
          </a:xfrm>
          <a:prstGeom xmlns:a="http://schemas.openxmlformats.org/drawingml/2006/main" prst="line">
            <a:avLst/>
          </a:prstGeom>
          <a:noFill xmlns:a="http://schemas.openxmlformats.org/drawingml/2006/main"/>
          <a:ln xmlns:a="http://schemas.openxmlformats.org/drawingml/2006/main" w="20955">
            <a:solidFill>
              <a:srgbClr val="60717D"/>
            </a:solidFill>
            <a:prstDash val="solid"/>
          </a:ln>
        </p:spPr>
      </p:sp>
      <p:sp>
        <p:nvSpPr>
          <p:cNvPr id="105" name="ledger_to_raw_up">
            <a:extLst xmlns:a="http://schemas.openxmlformats.org/drawingml/2006/main">
              <a:ext uri="{FF2B5EF4-FFF2-40B4-BE49-F238E27FC236}">
                <a16:creationId xmlns:a16="http://schemas.microsoft.com/office/drawing/2014/main" id="{401492D7-9835-4522-8B2D-261E45FE0066}"/>
              </a:ext>
            </a:extLst>
          </p:cNvPr>
          <p:cNvSpPr>
            <a:spLocks xmlns:a="http://schemas.openxmlformats.org/drawingml/2006/main" noGrp="1"/>
          </p:cNvSpPr>
          <p:nvPr/>
        </p:nvSpPr>
        <p:spPr>
          <a:xfrm xmlns:a="http://schemas.openxmlformats.org/drawingml/2006/main" flipH="0" flipV="1">
            <a:off x="266700" y="2333625"/>
            <a:ext cx="0" cy="5086350"/>
          </a:xfrm>
          <a:prstGeom xmlns:a="http://schemas.openxmlformats.org/drawingml/2006/main" prst="line">
            <a:avLst/>
          </a:prstGeom>
          <a:noFill xmlns:a="http://schemas.openxmlformats.org/drawingml/2006/main"/>
          <a:ln xmlns:a="http://schemas.openxmlformats.org/drawingml/2006/main" w="20955">
            <a:solidFill>
              <a:srgbClr val="60717D"/>
            </a:solidFill>
            <a:prstDash val="solid"/>
          </a:ln>
        </p:spPr>
      </p:sp>
      <p:sp>
        <p:nvSpPr>
          <p:cNvPr id="106" name="ledger_to_raw_a">
            <a:extLst xmlns:a="http://schemas.openxmlformats.org/drawingml/2006/main">
              <a:ext uri="{FF2B5EF4-FFF2-40B4-BE49-F238E27FC236}">
                <a16:creationId xmlns:a16="http://schemas.microsoft.com/office/drawing/2014/main" id="{470A9850-25E5-495F-9AF4-DDCCCCF6A7AE}"/>
              </a:ext>
            </a:extLst>
          </p:cNvPr>
          <p:cNvSpPr>
            <a:spLocks xmlns:a="http://schemas.openxmlformats.org/drawingml/2006/main" noGrp="1"/>
          </p:cNvSpPr>
          <p:nvPr/>
        </p:nvSpPr>
        <p:spPr>
          <a:xfrm xmlns:a="http://schemas.openxmlformats.org/drawingml/2006/main">
            <a:off x="266700" y="2333625"/>
            <a:ext cx="1905" cy="1905"/>
          </a:xfrm>
          <a:prstGeom xmlns:a="http://schemas.openxmlformats.org/drawingml/2006/main" prst="rect">
            <a:avLst/>
          </a:prstGeom>
          <a:noFill xmlns:a="http://schemas.openxmlformats.org/drawingml/2006/main"/>
          <a:ln xmlns:a="http://schemas.openxmlformats.org/drawingml/2006/main" w="13335">
            <a:noFill/>
            <a:prstDash val="solid"/>
          </a:ln>
        </p:spPr>
      </p:sp>
      <p:sp>
        <p:nvSpPr>
          <p:cNvPr id="107" name="ledger_to_raw_b">
            <a:extLst xmlns:a="http://schemas.openxmlformats.org/drawingml/2006/main">
              <a:ext uri="{FF2B5EF4-FFF2-40B4-BE49-F238E27FC236}">
                <a16:creationId xmlns:a16="http://schemas.microsoft.com/office/drawing/2014/main" id="{E5E4A894-EB94-4DD5-A2DB-3F49F012ACA8}"/>
              </a:ext>
            </a:extLst>
          </p:cNvPr>
          <p:cNvSpPr>
            <a:spLocks xmlns:a="http://schemas.openxmlformats.org/drawingml/2006/main" noGrp="1"/>
          </p:cNvSpPr>
          <p:nvPr/>
        </p:nvSpPr>
        <p:spPr>
          <a:xfrm xmlns:a="http://schemas.openxmlformats.org/drawingml/2006/main">
            <a:off x="409575" y="2333625"/>
            <a:ext cx="1905" cy="1905"/>
          </a:xfrm>
          <a:prstGeom xmlns:a="http://schemas.openxmlformats.org/drawingml/2006/main" prst="rect">
            <a:avLst/>
          </a:prstGeom>
          <a:noFill xmlns:a="http://schemas.openxmlformats.org/drawingml/2006/main"/>
          <a:ln xmlns:a="http://schemas.openxmlformats.org/drawingml/2006/main" w="13335">
            <a:noFill/>
            <a:prstDash val="solid"/>
          </a:ln>
        </p:spPr>
      </p:sp>
      <p:cxnSp>
        <p:nvCxnSpPr>
          <p:cNvPr id="108" name="">
            <a:extLst xmlns:a="http://schemas.openxmlformats.org/drawingml/2006/main">
              <a:ext uri="{FF2B5EF4-FFF2-40B4-BE49-F238E27FC236}">
                <a16:creationId xmlns:a16="http://schemas.microsoft.com/office/drawing/2014/main" id="{65B099E6-F8E8-43DA-8D71-96DC910EAEFA}"/>
              </a:ext>
            </a:extLst>
          </p:cNvPr>
          <p:cNvCxnSpPr>
            <a:stCxn xmlns:a="http://schemas.openxmlformats.org/drawingml/2006/main" id="106" idx="3"/>
            <a:endCxn xmlns:a="http://schemas.openxmlformats.org/drawingml/2006/main" id="107" idx="1"/>
          </p:cNvCxnSpPr>
          <p:nvPr/>
        </p:nvCxnSpPr>
        <p:spPr>
          <a:xfrm xmlns:a="http://schemas.openxmlformats.org/drawingml/2006/main">
            <a:off x="268605" y="2334578"/>
            <a:ext cx="140970" cy="0"/>
          </a:xfrm>
          <a:prstGeom xmlns:a="http://schemas.openxmlformats.org/drawingml/2006/main" prst="straightConnector1">
            <a:avLst/>
          </a:prstGeom>
          <a:ln xmlns:a="http://schemas.openxmlformats.org/drawingml/2006/main" w="20955">
            <a:solidFill>
              <a:srgbClr val="60717D"/>
            </a:solidFill>
            <a:prstDash val="solid"/>
            <a:tailEnd type="triangle" w="med" len="med"/>
          </a:ln>
        </p:spPr>
      </p:cxnSp>
      <p:sp>
        <p:nvSpPr>
          <p:cNvPr id="109" name="feedback_label">
            <a:extLst xmlns:a="http://schemas.openxmlformats.org/drawingml/2006/main">
              <a:ext uri="{FF2B5EF4-FFF2-40B4-BE49-F238E27FC236}">
                <a16:creationId xmlns:a16="http://schemas.microsoft.com/office/drawing/2014/main" id="{388CF338-DF3D-432B-A943-E0E2FBF3C26F}"/>
              </a:ext>
            </a:extLst>
          </p:cNvPr>
          <p:cNvSpPr>
            <a:spLocks xmlns:a="http://schemas.openxmlformats.org/drawingml/2006/main" noGrp="1"/>
          </p:cNvSpPr>
          <p:nvPr/>
        </p:nvSpPr>
        <p:spPr>
          <a:xfrm xmlns:a="http://schemas.openxmlformats.org/drawingml/2006/main">
            <a:off x="3486150" y="7181850"/>
            <a:ext cx="3238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lgn="ctr">
              <a:defRPr sz="1575" b="0">
                <a:solidFill>
                  <a:srgbClr val="60717D"/>
                </a:solidFill>
                <a:latin typeface="Noto Sans CJK SC"/>
                <a:ea typeface="Noto Sans CJK SC"/>
                <a:cs typeface="Noto Sans CJK SC"/>
              </a:defRPr>
            </a:defPPr>
            <a:lvl1pPr algn="ctr">
              <a:defRPr sz="1575" b="0">
                <a:solidFill>
                  <a:srgbClr val="60717D"/>
                </a:solidFill>
                <a:latin typeface="Noto Sans CJK SC"/>
                <a:ea typeface="Noto Sans CJK SC"/>
                <a:cs typeface="Noto Sans CJK SC"/>
              </a:defRPr>
            </a:lvl1pPr>
            <a:lvl2pPr algn="ctr">
              <a:defRPr sz="1575" b="0">
                <a:solidFill>
                  <a:srgbClr val="60717D"/>
                </a:solidFill>
                <a:latin typeface="Noto Sans CJK SC"/>
                <a:ea typeface="Noto Sans CJK SC"/>
                <a:cs typeface="Noto Sans CJK SC"/>
              </a:defRPr>
            </a:lvl2pPr>
            <a:lvl3pPr algn="ctr">
              <a:defRPr sz="1575" b="0">
                <a:solidFill>
                  <a:srgbClr val="60717D"/>
                </a:solidFill>
                <a:latin typeface="Noto Sans CJK SC"/>
                <a:ea typeface="Noto Sans CJK SC"/>
                <a:cs typeface="Noto Sans CJK SC"/>
              </a:defRPr>
            </a:lvl3pPr>
            <a:lvl4pPr algn="ctr">
              <a:defRPr sz="1575" b="0">
                <a:solidFill>
                  <a:srgbClr val="60717D"/>
                </a:solidFill>
                <a:latin typeface="Noto Sans CJK SC"/>
                <a:ea typeface="Noto Sans CJK SC"/>
                <a:cs typeface="Noto Sans CJK SC"/>
              </a:defRPr>
            </a:lvl4pPr>
            <a:lvl5pPr algn="ctr">
              <a:defRPr sz="1575" b="0">
                <a:solidFill>
                  <a:srgbClr val="60717D"/>
                </a:solidFill>
                <a:latin typeface="Noto Sans CJK SC"/>
                <a:ea typeface="Noto Sans CJK SC"/>
                <a:cs typeface="Noto Sans CJK SC"/>
              </a:defRPr>
            </a:lvl5pPr>
            <a:lvl6pPr algn="ctr">
              <a:defRPr sz="1575" b="0">
                <a:solidFill>
                  <a:srgbClr val="60717D"/>
                </a:solidFill>
                <a:latin typeface="Noto Sans CJK SC"/>
                <a:ea typeface="Noto Sans CJK SC"/>
                <a:cs typeface="Noto Sans CJK SC"/>
              </a:defRPr>
            </a:lvl6pPr>
            <a:lvl7pPr algn="ctr">
              <a:defRPr sz="1575" b="0">
                <a:solidFill>
                  <a:srgbClr val="60717D"/>
                </a:solidFill>
                <a:latin typeface="Noto Sans CJK SC"/>
                <a:ea typeface="Noto Sans CJK SC"/>
                <a:cs typeface="Noto Sans CJK SC"/>
              </a:defRPr>
            </a:lvl7pPr>
            <a:lvl8pPr algn="ctr">
              <a:defRPr sz="1575" b="0">
                <a:solidFill>
                  <a:srgbClr val="60717D"/>
                </a:solidFill>
                <a:latin typeface="Noto Sans CJK SC"/>
                <a:ea typeface="Noto Sans CJK SC"/>
                <a:cs typeface="Noto Sans CJK SC"/>
              </a:defRPr>
            </a:lvl8pPr>
            <a:lvl9pPr algn="ctr">
              <a:defRPr sz="1575" b="0">
                <a:solidFill>
                  <a:srgbClr val="60717D"/>
                </a:solidFill>
                <a:latin typeface="Noto Sans CJK SC"/>
                <a:ea typeface="Noto Sans CJK SC"/>
                <a:cs typeface="Noto Sans CJK SC"/>
              </a:defRPr>
            </a:lvl9pPr>
          </a:lstStyle>
          <a:p xmlns:a="http://schemas.openxmlformats.org/drawingml/2006/main">
            <a:pPr algn="ctr">
              <a:defRPr sz="1575" b="0">
                <a:solidFill>
                  <a:srgbClr val="60717D"/>
                </a:solidFill>
                <a:latin typeface="Noto Sans CJK SC"/>
                <a:ea typeface="Noto Sans CJK SC"/>
                <a:cs typeface="Noto Sans CJK SC"/>
              </a:defRPr>
            </a:pPr>
            <a:r>
              <a:rPr sz="1575" b="0">
                <a:solidFill>
                  <a:srgbClr val="60717D"/>
                </a:solidFill>
                <a:latin typeface="Noto Sans CJK SC"/>
                <a:ea typeface="Noto Sans CJK SC"/>
                <a:cs typeface="Noto Sans CJK SC"/>
              </a:rPr>
              <a:t>执行动作并记录</a:t>
            </a:r>
          </a:p>
          <a:p xmlns:a="http://schemas.openxmlformats.org/drawingml/2006/main">
            <a:pPr algn="ctr">
              <a:defRPr sz="1575" b="0">
                <a:solidFill>
                  <a:srgbClr val="60717D"/>
                </a:solidFill>
                <a:latin typeface="Noto Sans CJK SC"/>
                <a:ea typeface="Noto Sans CJK SC"/>
                <a:cs typeface="Noto Sans CJK SC"/>
              </a:defRPr>
            </a:pPr>
            <a:r>
              <a:rPr sz="1575" b="0">
                <a:solidFill>
                  <a:srgbClr val="60717D"/>
                </a:solidFill>
                <a:latin typeface="Noto Sans CJK SC"/>
                <a:ea typeface="Noto Sans CJK SC"/>
                <a:cs typeface="Noto Sans CJK SC"/>
              </a:rPr>
              <a:t>新的原始观测块</a:t>
            </a:r>
          </a:p>
        </p:txBody>
      </p:sp>
      <p:sp>
        <p:nvSpPr>
          <p:cNvPr id="110" name="V7_FOOTER_2">
            <a:extLst xmlns:a="http://schemas.openxmlformats.org/drawingml/2006/main">
              <a:ext uri="{FF2B5EF4-FFF2-40B4-BE49-F238E27FC236}">
                <a16:creationId xmlns:a16="http://schemas.microsoft.com/office/drawing/2014/main" id="{B2131993-A44E-471C-B684-3ACFEEED9C52}"/>
              </a:ext>
            </a:extLst>
          </p:cNvPr>
          <p:cNvSpPr>
            <a:spLocks xmlns:a="http://schemas.openxmlformats.org/drawingml/2006/main" noGrp="1"/>
          </p:cNvSpPr>
          <p:nvPr/>
        </p:nvSpPr>
        <p:spPr>
          <a:xfrm xmlns:a="http://schemas.openxmlformats.org/drawingml/2006/main">
            <a:off x="400050" y="8115300"/>
            <a:ext cx="1371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lgn="l">
              <a:defRPr sz="1500" b="0">
                <a:solidFill>
                  <a:srgbClr val="60717D"/>
                </a:solidFill>
                <a:latin typeface="Noto Sans CJK SC"/>
                <a:ea typeface="Noto Sans CJK SC"/>
                <a:cs typeface="Noto Sans CJK SC"/>
              </a:defRPr>
            </a:defPPr>
            <a:lvl1pPr algn="l">
              <a:defRPr sz="1500" b="0">
                <a:solidFill>
                  <a:srgbClr val="60717D"/>
                </a:solidFill>
                <a:latin typeface="Noto Sans CJK SC"/>
                <a:ea typeface="Noto Sans CJK SC"/>
                <a:cs typeface="Noto Sans CJK SC"/>
              </a:defRPr>
            </a:lvl1pPr>
            <a:lvl2pPr algn="l">
              <a:defRPr sz="1500" b="0">
                <a:solidFill>
                  <a:srgbClr val="60717D"/>
                </a:solidFill>
                <a:latin typeface="Noto Sans CJK SC"/>
                <a:ea typeface="Noto Sans CJK SC"/>
                <a:cs typeface="Noto Sans CJK SC"/>
              </a:defRPr>
            </a:lvl2pPr>
            <a:lvl3pPr algn="l">
              <a:defRPr sz="1500" b="0">
                <a:solidFill>
                  <a:srgbClr val="60717D"/>
                </a:solidFill>
                <a:latin typeface="Noto Sans CJK SC"/>
                <a:ea typeface="Noto Sans CJK SC"/>
                <a:cs typeface="Noto Sans CJK SC"/>
              </a:defRPr>
            </a:lvl3pPr>
            <a:lvl4pPr algn="l">
              <a:defRPr sz="1500" b="0">
                <a:solidFill>
                  <a:srgbClr val="60717D"/>
                </a:solidFill>
                <a:latin typeface="Noto Sans CJK SC"/>
                <a:ea typeface="Noto Sans CJK SC"/>
                <a:cs typeface="Noto Sans CJK SC"/>
              </a:defRPr>
            </a:lvl4pPr>
            <a:lvl5pPr algn="l">
              <a:defRPr sz="1500" b="0">
                <a:solidFill>
                  <a:srgbClr val="60717D"/>
                </a:solidFill>
                <a:latin typeface="Noto Sans CJK SC"/>
                <a:ea typeface="Noto Sans CJK SC"/>
                <a:cs typeface="Noto Sans CJK SC"/>
              </a:defRPr>
            </a:lvl5pPr>
            <a:lvl6pPr algn="l">
              <a:defRPr sz="1500" b="0">
                <a:solidFill>
                  <a:srgbClr val="60717D"/>
                </a:solidFill>
                <a:latin typeface="Noto Sans CJK SC"/>
                <a:ea typeface="Noto Sans CJK SC"/>
                <a:cs typeface="Noto Sans CJK SC"/>
              </a:defRPr>
            </a:lvl6pPr>
            <a:lvl7pPr algn="l">
              <a:defRPr sz="1500" b="0">
                <a:solidFill>
                  <a:srgbClr val="60717D"/>
                </a:solidFill>
                <a:latin typeface="Noto Sans CJK SC"/>
                <a:ea typeface="Noto Sans CJK SC"/>
                <a:cs typeface="Noto Sans CJK SC"/>
              </a:defRPr>
            </a:lvl7pPr>
            <a:lvl8pPr algn="l">
              <a:defRPr sz="1500" b="0">
                <a:solidFill>
                  <a:srgbClr val="60717D"/>
                </a:solidFill>
                <a:latin typeface="Noto Sans CJK SC"/>
                <a:ea typeface="Noto Sans CJK SC"/>
                <a:cs typeface="Noto Sans CJK SC"/>
              </a:defRPr>
            </a:lvl8pPr>
            <a:lvl9pPr algn="l">
              <a:defRPr sz="1500" b="0">
                <a:solidFill>
                  <a:srgbClr val="60717D"/>
                </a:solidFill>
                <a:latin typeface="Noto Sans CJK SC"/>
                <a:ea typeface="Noto Sans CJK SC"/>
                <a:cs typeface="Noto Sans CJK SC"/>
              </a:defRPr>
            </a:lvl9pPr>
          </a:lstStyle>
          <a:p xmlns:a="http://schemas.openxmlformats.org/drawingml/2006/main">
            <a:pPr algn="l">
              <a:defRPr sz="1500" b="0">
                <a:solidFill>
                  <a:srgbClr val="60717D"/>
                </a:solidFill>
                <a:latin typeface="Noto Sans CJK SC"/>
                <a:ea typeface="Noto Sans CJK SC"/>
                <a:cs typeface="Noto Sans CJK SC"/>
              </a:defRPr>
            </a:pPr>
            <a:r>
              <a:rPr sz="1500" b="0">
                <a:solidFill>
                  <a:srgbClr val="60717D"/>
                </a:solidFill>
                <a:latin typeface="Noto Sans CJK SC"/>
                <a:ea typeface="Noto Sans CJK SC"/>
                <a:cs typeface="Noto Sans CJK SC"/>
              </a:rPr>
              <a:t>静态同步两点已准入；动态线索需连续物理时钟与传感器带宽，网格与曲线均为机制示意</a:t>
            </a:r>
          </a:p>
        </p:txBody>
      </p:sp>
    </p:spTree>
    <p:extLst>
      <p:ext uri="{BB962C8B-B14F-4D97-AF65-F5344CB8AC3E}">
        <p14:creationId xmlns:p14="http://schemas.microsoft.com/office/powerpoint/2010/main" val="1451397576"/>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V7_TITLE_3">
            <a:extLst xmlns:a="http://schemas.openxmlformats.org/drawingml/2006/main">
              <a:ext uri="{FF2B5EF4-FFF2-40B4-BE49-F238E27FC236}">
                <a16:creationId xmlns:a16="http://schemas.microsoft.com/office/drawing/2014/main" id="{D362EB89-C569-4D96-9F02-B3BE5B2F24B3}"/>
              </a:ext>
            </a:extLst>
          </p:cNvPr>
          <p:cNvSpPr>
            <a:spLocks xmlns:a="http://schemas.openxmlformats.org/drawingml/2006/main" noGrp="1"/>
          </p:cNvSpPr>
          <p:nvPr/>
        </p:nvSpPr>
        <p:spPr>
          <a:xfrm xmlns:a="http://schemas.openxmlformats.org/drawingml/2006/main">
            <a:off x="400050" y="209550"/>
            <a:ext cx="144399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lgn="l">
              <a:defRPr sz="2850" b="1">
                <a:solidFill>
                  <a:srgbClr val="233440"/>
                </a:solidFill>
                <a:latin typeface="Noto Sans CJK SC"/>
                <a:ea typeface="Noto Sans CJK SC"/>
                <a:cs typeface="Noto Sans CJK SC"/>
              </a:defRPr>
            </a:defPPr>
            <a:lvl1pPr algn="l">
              <a:defRPr sz="2850" b="1">
                <a:solidFill>
                  <a:srgbClr val="233440"/>
                </a:solidFill>
                <a:latin typeface="Noto Sans CJK SC"/>
                <a:ea typeface="Noto Sans CJK SC"/>
                <a:cs typeface="Noto Sans CJK SC"/>
              </a:defRPr>
            </a:lvl1pPr>
            <a:lvl2pPr algn="l">
              <a:defRPr sz="2850" b="1">
                <a:solidFill>
                  <a:srgbClr val="233440"/>
                </a:solidFill>
                <a:latin typeface="Noto Sans CJK SC"/>
                <a:ea typeface="Noto Sans CJK SC"/>
                <a:cs typeface="Noto Sans CJK SC"/>
              </a:defRPr>
            </a:lvl2pPr>
            <a:lvl3pPr algn="l">
              <a:defRPr sz="2850" b="1">
                <a:solidFill>
                  <a:srgbClr val="233440"/>
                </a:solidFill>
                <a:latin typeface="Noto Sans CJK SC"/>
                <a:ea typeface="Noto Sans CJK SC"/>
                <a:cs typeface="Noto Sans CJK SC"/>
              </a:defRPr>
            </a:lvl3pPr>
            <a:lvl4pPr algn="l">
              <a:defRPr sz="2850" b="1">
                <a:solidFill>
                  <a:srgbClr val="233440"/>
                </a:solidFill>
                <a:latin typeface="Noto Sans CJK SC"/>
                <a:ea typeface="Noto Sans CJK SC"/>
                <a:cs typeface="Noto Sans CJK SC"/>
              </a:defRPr>
            </a:lvl4pPr>
            <a:lvl5pPr algn="l">
              <a:defRPr sz="2850" b="1">
                <a:solidFill>
                  <a:srgbClr val="233440"/>
                </a:solidFill>
                <a:latin typeface="Noto Sans CJK SC"/>
                <a:ea typeface="Noto Sans CJK SC"/>
                <a:cs typeface="Noto Sans CJK SC"/>
              </a:defRPr>
            </a:lvl5pPr>
            <a:lvl6pPr algn="l">
              <a:defRPr sz="2850" b="1">
                <a:solidFill>
                  <a:srgbClr val="233440"/>
                </a:solidFill>
                <a:latin typeface="Noto Sans CJK SC"/>
                <a:ea typeface="Noto Sans CJK SC"/>
                <a:cs typeface="Noto Sans CJK SC"/>
              </a:defRPr>
            </a:lvl6pPr>
            <a:lvl7pPr algn="l">
              <a:defRPr sz="2850" b="1">
                <a:solidFill>
                  <a:srgbClr val="233440"/>
                </a:solidFill>
                <a:latin typeface="Noto Sans CJK SC"/>
                <a:ea typeface="Noto Sans CJK SC"/>
                <a:cs typeface="Noto Sans CJK SC"/>
              </a:defRPr>
            </a:lvl7pPr>
            <a:lvl8pPr algn="l">
              <a:defRPr sz="2850" b="1">
                <a:solidFill>
                  <a:srgbClr val="233440"/>
                </a:solidFill>
                <a:latin typeface="Noto Sans CJK SC"/>
                <a:ea typeface="Noto Sans CJK SC"/>
                <a:cs typeface="Noto Sans CJK SC"/>
              </a:defRPr>
            </a:lvl8pPr>
            <a:lvl9pPr algn="l">
              <a:defRPr sz="2850" b="1">
                <a:solidFill>
                  <a:srgbClr val="233440"/>
                </a:solidFill>
                <a:latin typeface="Noto Sans CJK SC"/>
                <a:ea typeface="Noto Sans CJK SC"/>
                <a:cs typeface="Noto Sans CJK SC"/>
              </a:defRPr>
            </a:lvl9pPr>
          </a:lstStyle>
          <a:p xmlns:a="http://schemas.openxmlformats.org/drawingml/2006/main">
            <a:pPr algn="l">
              <a:defRPr sz="2850" b="1">
                <a:solidFill>
                  <a:srgbClr val="233440"/>
                </a:solidFill>
                <a:latin typeface="Noto Sans CJK SC"/>
                <a:ea typeface="Noto Sans CJK SC"/>
                <a:cs typeface="Noto Sans CJK SC"/>
              </a:defRPr>
            </a:pPr>
            <a:r>
              <a:rPr sz="2850" b="1">
                <a:solidFill>
                  <a:srgbClr val="233440"/>
                </a:solidFill>
                <a:latin typeface="Noto Sans CJK SC"/>
                <a:ea typeface="Noto Sans CJK SC"/>
                <a:cs typeface="Noto Sans CJK SC"/>
              </a:rPr>
              <a:t>三个算法的计算、输出与资格</a:t>
            </a:r>
          </a:p>
        </p:txBody>
      </p:sp>
      <p:sp>
        <p:nvSpPr>
          <p:cNvPr id="3" name="V7_TITLE_RULE_3">
            <a:extLst xmlns:a="http://schemas.openxmlformats.org/drawingml/2006/main">
              <a:ext uri="{FF2B5EF4-FFF2-40B4-BE49-F238E27FC236}">
                <a16:creationId xmlns:a16="http://schemas.microsoft.com/office/drawing/2014/main" id="{123C3620-7743-4FAD-A10A-95EB4D0EEBD7}"/>
              </a:ext>
            </a:extLst>
          </p:cNvPr>
          <p:cNvSpPr>
            <a:spLocks xmlns:a="http://schemas.openxmlformats.org/drawingml/2006/main" noGrp="1"/>
          </p:cNvSpPr>
          <p:nvPr/>
        </p:nvSpPr>
        <p:spPr>
          <a:xfrm xmlns:a="http://schemas.openxmlformats.org/drawingml/2006/main" flipH="0" flipV="0">
            <a:off x="400050" y="895350"/>
            <a:ext cx="14439900" cy="0"/>
          </a:xfrm>
          <a:prstGeom xmlns:a="http://schemas.openxmlformats.org/drawingml/2006/main" prst="line">
            <a:avLst/>
          </a:prstGeom>
          <a:noFill xmlns:a="http://schemas.openxmlformats.org/drawingml/2006/main"/>
          <a:ln xmlns:a="http://schemas.openxmlformats.org/drawingml/2006/main" w="11430">
            <a:solidFill>
              <a:srgbClr val="CBD5DD"/>
            </a:solidFill>
            <a:prstDash val="solid"/>
          </a:ln>
        </p:spPr>
      </p:sp>
      <p:sp>
        <p:nvSpPr>
          <p:cNvPr id="4" name="V7_PAGE_3">
            <a:extLst xmlns:a="http://schemas.openxmlformats.org/drawingml/2006/main">
              <a:ext uri="{FF2B5EF4-FFF2-40B4-BE49-F238E27FC236}">
                <a16:creationId xmlns:a16="http://schemas.microsoft.com/office/drawing/2014/main" id="{99D40DC0-1FFA-47E8-B25B-6692AA1AE5DC}"/>
              </a:ext>
            </a:extLst>
          </p:cNvPr>
          <p:cNvSpPr>
            <a:spLocks xmlns:a="http://schemas.openxmlformats.org/drawingml/2006/main" noGrp="1"/>
          </p:cNvSpPr>
          <p:nvPr/>
        </p:nvSpPr>
        <p:spPr>
          <a:xfrm xmlns:a="http://schemas.openxmlformats.org/drawingml/2006/main">
            <a:off x="14430375" y="8143875"/>
            <a:ext cx="4095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lgn="r">
              <a:defRPr sz="1500" b="0">
                <a:solidFill>
                  <a:srgbClr val="60717D"/>
                </a:solidFill>
                <a:latin typeface="Noto Sans CJK SC"/>
                <a:ea typeface="Noto Sans CJK SC"/>
                <a:cs typeface="Noto Sans CJK SC"/>
              </a:defRPr>
            </a:defPPr>
            <a:lvl1pPr algn="r">
              <a:defRPr sz="1500" b="0">
                <a:solidFill>
                  <a:srgbClr val="60717D"/>
                </a:solidFill>
                <a:latin typeface="Noto Sans CJK SC"/>
                <a:ea typeface="Noto Sans CJK SC"/>
                <a:cs typeface="Noto Sans CJK SC"/>
              </a:defRPr>
            </a:lvl1pPr>
            <a:lvl2pPr algn="r">
              <a:defRPr sz="1500" b="0">
                <a:solidFill>
                  <a:srgbClr val="60717D"/>
                </a:solidFill>
                <a:latin typeface="Noto Sans CJK SC"/>
                <a:ea typeface="Noto Sans CJK SC"/>
                <a:cs typeface="Noto Sans CJK SC"/>
              </a:defRPr>
            </a:lvl2pPr>
            <a:lvl3pPr algn="r">
              <a:defRPr sz="1500" b="0">
                <a:solidFill>
                  <a:srgbClr val="60717D"/>
                </a:solidFill>
                <a:latin typeface="Noto Sans CJK SC"/>
                <a:ea typeface="Noto Sans CJK SC"/>
                <a:cs typeface="Noto Sans CJK SC"/>
              </a:defRPr>
            </a:lvl3pPr>
            <a:lvl4pPr algn="r">
              <a:defRPr sz="1500" b="0">
                <a:solidFill>
                  <a:srgbClr val="60717D"/>
                </a:solidFill>
                <a:latin typeface="Noto Sans CJK SC"/>
                <a:ea typeface="Noto Sans CJK SC"/>
                <a:cs typeface="Noto Sans CJK SC"/>
              </a:defRPr>
            </a:lvl4pPr>
            <a:lvl5pPr algn="r">
              <a:defRPr sz="1500" b="0">
                <a:solidFill>
                  <a:srgbClr val="60717D"/>
                </a:solidFill>
                <a:latin typeface="Noto Sans CJK SC"/>
                <a:ea typeface="Noto Sans CJK SC"/>
                <a:cs typeface="Noto Sans CJK SC"/>
              </a:defRPr>
            </a:lvl5pPr>
            <a:lvl6pPr algn="r">
              <a:defRPr sz="1500" b="0">
                <a:solidFill>
                  <a:srgbClr val="60717D"/>
                </a:solidFill>
                <a:latin typeface="Noto Sans CJK SC"/>
                <a:ea typeface="Noto Sans CJK SC"/>
                <a:cs typeface="Noto Sans CJK SC"/>
              </a:defRPr>
            </a:lvl6pPr>
            <a:lvl7pPr algn="r">
              <a:defRPr sz="1500" b="0">
                <a:solidFill>
                  <a:srgbClr val="60717D"/>
                </a:solidFill>
                <a:latin typeface="Noto Sans CJK SC"/>
                <a:ea typeface="Noto Sans CJK SC"/>
                <a:cs typeface="Noto Sans CJK SC"/>
              </a:defRPr>
            </a:lvl7pPr>
            <a:lvl8pPr algn="r">
              <a:defRPr sz="1500" b="0">
                <a:solidFill>
                  <a:srgbClr val="60717D"/>
                </a:solidFill>
                <a:latin typeface="Noto Sans CJK SC"/>
                <a:ea typeface="Noto Sans CJK SC"/>
                <a:cs typeface="Noto Sans CJK SC"/>
              </a:defRPr>
            </a:lvl8pPr>
            <a:lvl9pPr algn="r">
              <a:defRPr sz="1500" b="0">
                <a:solidFill>
                  <a:srgbClr val="60717D"/>
                </a:solidFill>
                <a:latin typeface="Noto Sans CJK SC"/>
                <a:ea typeface="Noto Sans CJK SC"/>
                <a:cs typeface="Noto Sans CJK SC"/>
              </a:defRPr>
            </a:lvl9pPr>
          </a:lstStyle>
          <a:p xmlns:a="http://schemas.openxmlformats.org/drawingml/2006/main">
            <a:pPr algn="r">
              <a:defRPr sz="1500" b="0">
                <a:solidFill>
                  <a:srgbClr val="60717D"/>
                </a:solidFill>
                <a:latin typeface="Noto Sans CJK SC"/>
                <a:ea typeface="Noto Sans CJK SC"/>
                <a:cs typeface="Noto Sans CJK SC"/>
              </a:defRPr>
            </a:pPr>
            <a:r>
              <a:rPr sz="1500" b="0">
                <a:solidFill>
                  <a:srgbClr val="60717D"/>
                </a:solidFill>
                <a:latin typeface="Noto Sans CJK SC"/>
                <a:ea typeface="Noto Sans CJK SC"/>
                <a:cs typeface="Noto Sans CJK SC"/>
              </a:rPr>
              <a:t>3</a:t>
            </a:r>
          </a:p>
        </p:txBody>
      </p:sp>
      <p:sp>
        <p:nvSpPr>
          <p:cNvPr id="5" name="algorithm_divider1">
            <a:extLst xmlns:a="http://schemas.openxmlformats.org/drawingml/2006/main">
              <a:ext uri="{FF2B5EF4-FFF2-40B4-BE49-F238E27FC236}">
                <a16:creationId xmlns:a16="http://schemas.microsoft.com/office/drawing/2014/main" id="{070D3877-1397-4CE0-8651-3E3A954C81FC}"/>
              </a:ext>
            </a:extLst>
          </p:cNvPr>
          <p:cNvSpPr>
            <a:spLocks xmlns:a="http://schemas.openxmlformats.org/drawingml/2006/main" noGrp="1"/>
          </p:cNvSpPr>
          <p:nvPr/>
        </p:nvSpPr>
        <p:spPr>
          <a:xfrm xmlns:a="http://schemas.openxmlformats.org/drawingml/2006/main" flipH="0" flipV="0">
            <a:off x="5219700" y="1200150"/>
            <a:ext cx="0" cy="6553200"/>
          </a:xfrm>
          <a:prstGeom xmlns:a="http://schemas.openxmlformats.org/drawingml/2006/main" prst="line">
            <a:avLst/>
          </a:prstGeom>
          <a:noFill xmlns:a="http://schemas.openxmlformats.org/drawingml/2006/main"/>
          <a:ln xmlns:a="http://schemas.openxmlformats.org/drawingml/2006/main" w="12383">
            <a:solidFill>
              <a:srgbClr val="CBD5DD"/>
            </a:solidFill>
            <a:prstDash val="solid"/>
          </a:ln>
        </p:spPr>
      </p:sp>
      <p:sp>
        <p:nvSpPr>
          <p:cNvPr id="6" name="algorithm_divider2">
            <a:extLst xmlns:a="http://schemas.openxmlformats.org/drawingml/2006/main">
              <a:ext uri="{FF2B5EF4-FFF2-40B4-BE49-F238E27FC236}">
                <a16:creationId xmlns:a16="http://schemas.microsoft.com/office/drawing/2014/main" id="{3C9B4A15-FEB7-49B4-99F9-B05EB510CE5F}"/>
              </a:ext>
            </a:extLst>
          </p:cNvPr>
          <p:cNvSpPr>
            <a:spLocks xmlns:a="http://schemas.openxmlformats.org/drawingml/2006/main" noGrp="1"/>
          </p:cNvSpPr>
          <p:nvPr/>
        </p:nvSpPr>
        <p:spPr>
          <a:xfrm xmlns:a="http://schemas.openxmlformats.org/drawingml/2006/main" flipH="0" flipV="0">
            <a:off x="10115550" y="1200150"/>
            <a:ext cx="0" cy="6553200"/>
          </a:xfrm>
          <a:prstGeom xmlns:a="http://schemas.openxmlformats.org/drawingml/2006/main" prst="line">
            <a:avLst/>
          </a:prstGeom>
          <a:noFill xmlns:a="http://schemas.openxmlformats.org/drawingml/2006/main"/>
          <a:ln xmlns:a="http://schemas.openxmlformats.org/drawingml/2006/main" w="12383">
            <a:solidFill>
              <a:srgbClr val="CBD5DD"/>
            </a:solidFill>
            <a:prstDash val="solid"/>
          </a:ln>
        </p:spPr>
      </p:sp>
      <p:sp>
        <p:nvSpPr>
          <p:cNvPr id="7" name="M1_detail_title">
            <a:extLst xmlns:a="http://schemas.openxmlformats.org/drawingml/2006/main">
              <a:ext uri="{FF2B5EF4-FFF2-40B4-BE49-F238E27FC236}">
                <a16:creationId xmlns:a16="http://schemas.microsoft.com/office/drawing/2014/main" id="{45C0EF42-5611-466E-AB96-5F37098CEC4B}"/>
              </a:ext>
            </a:extLst>
          </p:cNvPr>
          <p:cNvSpPr>
            <a:spLocks xmlns:a="http://schemas.openxmlformats.org/drawingml/2006/main" noGrp="1"/>
          </p:cNvSpPr>
          <p:nvPr/>
        </p:nvSpPr>
        <p:spPr>
          <a:xfrm xmlns:a="http://schemas.openxmlformats.org/drawingml/2006/main">
            <a:off x="457200" y="1200150"/>
            <a:ext cx="4572000"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lgn="l">
              <a:defRPr sz="2175" b="1">
                <a:solidFill>
                  <a:srgbClr val="286D9C"/>
                </a:solidFill>
                <a:latin typeface="Noto Sans CJK SC"/>
                <a:ea typeface="Noto Sans CJK SC"/>
                <a:cs typeface="Noto Sans CJK SC"/>
              </a:defRPr>
            </a:defPPr>
            <a:lvl1pPr algn="l">
              <a:defRPr sz="2175" b="1">
                <a:solidFill>
                  <a:srgbClr val="286D9C"/>
                </a:solidFill>
                <a:latin typeface="Noto Sans CJK SC"/>
                <a:ea typeface="Noto Sans CJK SC"/>
                <a:cs typeface="Noto Sans CJK SC"/>
              </a:defRPr>
            </a:lvl1pPr>
            <a:lvl2pPr algn="l">
              <a:defRPr sz="2175" b="1">
                <a:solidFill>
                  <a:srgbClr val="286D9C"/>
                </a:solidFill>
                <a:latin typeface="Noto Sans CJK SC"/>
                <a:ea typeface="Noto Sans CJK SC"/>
                <a:cs typeface="Noto Sans CJK SC"/>
              </a:defRPr>
            </a:lvl2pPr>
            <a:lvl3pPr algn="l">
              <a:defRPr sz="2175" b="1">
                <a:solidFill>
                  <a:srgbClr val="286D9C"/>
                </a:solidFill>
                <a:latin typeface="Noto Sans CJK SC"/>
                <a:ea typeface="Noto Sans CJK SC"/>
                <a:cs typeface="Noto Sans CJK SC"/>
              </a:defRPr>
            </a:lvl3pPr>
            <a:lvl4pPr algn="l">
              <a:defRPr sz="2175" b="1">
                <a:solidFill>
                  <a:srgbClr val="286D9C"/>
                </a:solidFill>
                <a:latin typeface="Noto Sans CJK SC"/>
                <a:ea typeface="Noto Sans CJK SC"/>
                <a:cs typeface="Noto Sans CJK SC"/>
              </a:defRPr>
            </a:lvl4pPr>
            <a:lvl5pPr algn="l">
              <a:defRPr sz="2175" b="1">
                <a:solidFill>
                  <a:srgbClr val="286D9C"/>
                </a:solidFill>
                <a:latin typeface="Noto Sans CJK SC"/>
                <a:ea typeface="Noto Sans CJK SC"/>
                <a:cs typeface="Noto Sans CJK SC"/>
              </a:defRPr>
            </a:lvl5pPr>
            <a:lvl6pPr algn="l">
              <a:defRPr sz="2175" b="1">
                <a:solidFill>
                  <a:srgbClr val="286D9C"/>
                </a:solidFill>
                <a:latin typeface="Noto Sans CJK SC"/>
                <a:ea typeface="Noto Sans CJK SC"/>
                <a:cs typeface="Noto Sans CJK SC"/>
              </a:defRPr>
            </a:lvl6pPr>
            <a:lvl7pPr algn="l">
              <a:defRPr sz="2175" b="1">
                <a:solidFill>
                  <a:srgbClr val="286D9C"/>
                </a:solidFill>
                <a:latin typeface="Noto Sans CJK SC"/>
                <a:ea typeface="Noto Sans CJK SC"/>
                <a:cs typeface="Noto Sans CJK SC"/>
              </a:defRPr>
            </a:lvl7pPr>
            <a:lvl8pPr algn="l">
              <a:defRPr sz="2175" b="1">
                <a:solidFill>
                  <a:srgbClr val="286D9C"/>
                </a:solidFill>
                <a:latin typeface="Noto Sans CJK SC"/>
                <a:ea typeface="Noto Sans CJK SC"/>
                <a:cs typeface="Noto Sans CJK SC"/>
              </a:defRPr>
            </a:lvl8pPr>
            <a:lvl9pPr algn="l">
              <a:defRPr sz="2175" b="1">
                <a:solidFill>
                  <a:srgbClr val="286D9C"/>
                </a:solidFill>
                <a:latin typeface="Noto Sans CJK SC"/>
                <a:ea typeface="Noto Sans CJK SC"/>
                <a:cs typeface="Noto Sans CJK SC"/>
              </a:defRPr>
            </a:lvl9pPr>
          </a:lstStyle>
          <a:p xmlns:a="http://schemas.openxmlformats.org/drawingml/2006/main">
            <a:pPr algn="l">
              <a:defRPr sz="2175" b="1">
                <a:solidFill>
                  <a:srgbClr val="286D9C"/>
                </a:solidFill>
                <a:latin typeface="Noto Sans CJK SC"/>
                <a:ea typeface="Noto Sans CJK SC"/>
                <a:cs typeface="Noto Sans CJK SC"/>
              </a:defRPr>
            </a:pPr>
            <a:r>
              <a:rPr sz="2175" b="1">
                <a:solidFill>
                  <a:srgbClr val="286D9C"/>
                </a:solidFill>
                <a:latin typeface="Noto Sans CJK SC"/>
                <a:ea typeface="Noto Sans CJK SC"/>
                <a:cs typeface="Noto Sans CJK SC"/>
              </a:rPr>
              <a:t>M1 镜像通道与源对覆盖</a:t>
            </a:r>
          </a:p>
        </p:txBody>
      </p:sp>
      <p:sp>
        <p:nvSpPr>
          <p:cNvPr id="8" name="M1_detail_filters_zero">
            <a:extLst xmlns:a="http://schemas.openxmlformats.org/drawingml/2006/main">
              <a:ext uri="{FF2B5EF4-FFF2-40B4-BE49-F238E27FC236}">
                <a16:creationId xmlns:a16="http://schemas.microsoft.com/office/drawing/2014/main" id="{2CD1CEE9-20E1-4BA4-800E-954685C39777}"/>
              </a:ext>
            </a:extLst>
          </p:cNvPr>
          <p:cNvSpPr>
            <a:spLocks xmlns:a="http://schemas.openxmlformats.org/drawingml/2006/main" noGrp="1"/>
          </p:cNvSpPr>
          <p:nvPr/>
        </p:nvSpPr>
        <p:spPr>
          <a:xfrm xmlns:a="http://schemas.openxmlformats.org/drawingml/2006/main" flipH="0" flipV="0">
            <a:off x="742950" y="2534412"/>
            <a:ext cx="3867150" cy="0"/>
          </a:xfrm>
          <a:prstGeom xmlns:a="http://schemas.openxmlformats.org/drawingml/2006/main" prst="line">
            <a:avLst/>
          </a:prstGeom>
          <a:noFill xmlns:a="http://schemas.openxmlformats.org/drawingml/2006/main"/>
          <a:ln xmlns:a="http://schemas.openxmlformats.org/drawingml/2006/main" w="11430">
            <a:solidFill>
              <a:srgbClr val="CBD5DD"/>
            </a:solidFill>
            <a:prstDash val="solid"/>
          </a:ln>
        </p:spPr>
      </p:sp>
      <p:sp>
        <p:nvSpPr>
          <p:cNvPr id="9" name="M1_detail_filters_axis">
            <a:extLst xmlns:a="http://schemas.openxmlformats.org/drawingml/2006/main">
              <a:ext uri="{FF2B5EF4-FFF2-40B4-BE49-F238E27FC236}">
                <a16:creationId xmlns:a16="http://schemas.microsoft.com/office/drawing/2014/main" id="{D7FCC801-0DC6-4943-A23F-1C96436B1DC2}"/>
              </a:ext>
            </a:extLst>
          </p:cNvPr>
          <p:cNvSpPr>
            <a:spLocks xmlns:a="http://schemas.openxmlformats.org/drawingml/2006/main" noGrp="1"/>
          </p:cNvSpPr>
          <p:nvPr/>
        </p:nvSpPr>
        <p:spPr>
          <a:xfrm xmlns:a="http://schemas.openxmlformats.org/drawingml/2006/main" flipH="0" flipV="0">
            <a:off x="742950" y="2019300"/>
            <a:ext cx="0" cy="990600"/>
          </a:xfrm>
          <a:prstGeom xmlns:a="http://schemas.openxmlformats.org/drawingml/2006/main" prst="line">
            <a:avLst/>
          </a:prstGeom>
          <a:noFill xmlns:a="http://schemas.openxmlformats.org/drawingml/2006/main"/>
          <a:ln xmlns:a="http://schemas.openxmlformats.org/drawingml/2006/main" w="11430">
            <a:solidFill>
              <a:srgbClr val="CBD5DD"/>
            </a:solidFill>
            <a:prstDash val="solid"/>
          </a:ln>
        </p:spPr>
      </p:sp>
      <p:sp>
        <p:nvSpPr>
          <p:cNvPr id="10" name="M1_detail_filters_f1">
            <a:extLst xmlns:a="http://schemas.openxmlformats.org/drawingml/2006/main">
              <a:ext uri="{FF2B5EF4-FFF2-40B4-BE49-F238E27FC236}">
                <a16:creationId xmlns:a16="http://schemas.microsoft.com/office/drawing/2014/main" id="{A7794AB3-2C40-4FF6-B991-C06E21154D29}"/>
              </a:ext>
            </a:extLst>
          </p:cNvPr>
          <p:cNvSpPr>
            <a:spLocks xmlns:a="http://schemas.openxmlformats.org/drawingml/2006/main" noGrp="1"/>
          </p:cNvSpPr>
          <p:nvPr/>
        </p:nvSpPr>
        <p:spPr>
          <a:xfrm xmlns:a="http://schemas.openxmlformats.org/drawingml/2006/main">
            <a:off x="742950" y="2019300"/>
            <a:ext cx="3867150" cy="990600"/>
          </a:xfrm>
          <a:custGeom xmlns:a="http://schemas.openxmlformats.org/drawingml/2006/main">
            <a:pathLst>
              <a:path w="3867150" h="990600">
                <a:moveTo>
                  <a:pt x="0" y="455352"/>
                </a:moveTo>
                <a:lnTo>
                  <a:pt x="64453" y="436402"/>
                </a:lnTo>
                <a:lnTo>
                  <a:pt x="128905" y="413673"/>
                </a:lnTo>
                <a:lnTo>
                  <a:pt x="193358" y="387193"/>
                </a:lnTo>
                <a:lnTo>
                  <a:pt x="257810" y="357277"/>
                </a:lnTo>
                <a:lnTo>
                  <a:pt x="322262" y="324563"/>
                </a:lnTo>
                <a:lnTo>
                  <a:pt x="386715" y="290034"/>
                </a:lnTo>
                <a:lnTo>
                  <a:pt x="451168" y="255001"/>
                </a:lnTo>
                <a:lnTo>
                  <a:pt x="515620" y="221033"/>
                </a:lnTo>
                <a:lnTo>
                  <a:pt x="580073" y="189866"/>
                </a:lnTo>
                <a:lnTo>
                  <a:pt x="644525" y="163264"/>
                </a:lnTo>
                <a:lnTo>
                  <a:pt x="708977" y="142870"/>
                </a:lnTo>
                <a:lnTo>
                  <a:pt x="773430" y="130053"/>
                </a:lnTo>
                <a:lnTo>
                  <a:pt x="837883" y="125780"/>
                </a:lnTo>
                <a:lnTo>
                  <a:pt x="902335" y="130517"/>
                </a:lnTo>
                <a:lnTo>
                  <a:pt x="966788" y="144193"/>
                </a:lnTo>
                <a:lnTo>
                  <a:pt x="1031240" y="166212"/>
                </a:lnTo>
                <a:lnTo>
                  <a:pt x="1095693" y="195525"/>
                </a:lnTo>
                <a:lnTo>
                  <a:pt x="1160145" y="230743"/>
                </a:lnTo>
                <a:lnTo>
                  <a:pt x="1224598" y="270278"/>
                </a:lnTo>
                <a:lnTo>
                  <a:pt x="1289050" y="312493"/>
                </a:lnTo>
                <a:lnTo>
                  <a:pt x="1353503" y="355835"/>
                </a:lnTo>
                <a:lnTo>
                  <a:pt x="1417955" y="398946"/>
                </a:lnTo>
                <a:lnTo>
                  <a:pt x="1482408" y="440730"/>
                </a:lnTo>
                <a:lnTo>
                  <a:pt x="1546860" y="480387"/>
                </a:lnTo>
                <a:lnTo>
                  <a:pt x="1611313" y="517399"/>
                </a:lnTo>
                <a:lnTo>
                  <a:pt x="1675765" y="551497"/>
                </a:lnTo>
                <a:lnTo>
                  <a:pt x="1740218" y="582601"/>
                </a:lnTo>
                <a:lnTo>
                  <a:pt x="1804670" y="610756"/>
                </a:lnTo>
                <a:lnTo>
                  <a:pt x="1869123" y="636071"/>
                </a:lnTo>
                <a:lnTo>
                  <a:pt x="1933575" y="658664"/>
                </a:lnTo>
                <a:lnTo>
                  <a:pt x="1998028" y="678632"/>
                </a:lnTo>
                <a:lnTo>
                  <a:pt x="2062480" y="696022"/>
                </a:lnTo>
                <a:lnTo>
                  <a:pt x="2126933" y="710835"/>
                </a:lnTo>
                <a:lnTo>
                  <a:pt x="2191385" y="723029"/>
                </a:lnTo>
                <a:lnTo>
                  <a:pt x="2255838" y="732537"/>
                </a:lnTo>
                <a:lnTo>
                  <a:pt x="2320290" y="739290"/>
                </a:lnTo>
                <a:lnTo>
                  <a:pt x="2384743" y="743240"/>
                </a:lnTo>
                <a:lnTo>
                  <a:pt x="2449195" y="744378"/>
                </a:lnTo>
                <a:lnTo>
                  <a:pt x="2513648" y="742750"/>
                </a:lnTo>
                <a:lnTo>
                  <a:pt x="2578100" y="738472"/>
                </a:lnTo>
                <a:lnTo>
                  <a:pt x="2642553" y="731724"/>
                </a:lnTo>
                <a:lnTo>
                  <a:pt x="2707005" y="722754"/>
                </a:lnTo>
                <a:lnTo>
                  <a:pt x="2771458" y="711870"/>
                </a:lnTo>
                <a:lnTo>
                  <a:pt x="2835910" y="699419"/>
                </a:lnTo>
                <a:lnTo>
                  <a:pt x="2900363" y="685782"/>
                </a:lnTo>
                <a:lnTo>
                  <a:pt x="2964815" y="671348"/>
                </a:lnTo>
                <a:lnTo>
                  <a:pt x="3029267" y="656501"/>
                </a:lnTo>
                <a:lnTo>
                  <a:pt x="3093720" y="641604"/>
                </a:lnTo>
                <a:lnTo>
                  <a:pt x="3158173" y="626985"/>
                </a:lnTo>
                <a:lnTo>
                  <a:pt x="3222625" y="612926"/>
                </a:lnTo>
                <a:lnTo>
                  <a:pt x="3287077" y="599658"/>
                </a:lnTo>
                <a:lnTo>
                  <a:pt x="3351530" y="587355"/>
                </a:lnTo>
                <a:lnTo>
                  <a:pt x="3415983" y="576138"/>
                </a:lnTo>
                <a:lnTo>
                  <a:pt x="3480435" y="566075"/>
                </a:lnTo>
                <a:lnTo>
                  <a:pt x="3544887" y="557185"/>
                </a:lnTo>
                <a:lnTo>
                  <a:pt x="3609340" y="549449"/>
                </a:lnTo>
                <a:lnTo>
                  <a:pt x="3673793" y="542816"/>
                </a:lnTo>
                <a:lnTo>
                  <a:pt x="3738245" y="537210"/>
                </a:lnTo>
                <a:lnTo>
                  <a:pt x="3802697" y="532536"/>
                </a:lnTo>
                <a:lnTo>
                  <a:pt x="3867150" y="528694"/>
                </a:lnTo>
              </a:path>
            </a:pathLst>
          </a:custGeom>
          <a:noFill xmlns:a="http://schemas.openxmlformats.org/drawingml/2006/main"/>
          <a:ln xmlns:a="http://schemas.openxmlformats.org/drawingml/2006/main" w="28575">
            <a:solidFill>
              <a:srgbClr val="286D9C"/>
            </a:solidFill>
            <a:prstDash val="solid"/>
          </a:ln>
        </p:spPr>
      </p:sp>
      <p:sp>
        <p:nvSpPr>
          <p:cNvPr id="11" name="M1_detail_filters_f2">
            <a:extLst xmlns:a="http://schemas.openxmlformats.org/drawingml/2006/main">
              <a:ext uri="{FF2B5EF4-FFF2-40B4-BE49-F238E27FC236}">
                <a16:creationId xmlns:a16="http://schemas.microsoft.com/office/drawing/2014/main" id="{7C9AFB27-E1BA-4368-BBFC-83C29ACD2912}"/>
              </a:ext>
            </a:extLst>
          </p:cNvPr>
          <p:cNvSpPr>
            <a:spLocks xmlns:a="http://schemas.openxmlformats.org/drawingml/2006/main" noGrp="1"/>
          </p:cNvSpPr>
          <p:nvPr/>
        </p:nvSpPr>
        <p:spPr>
          <a:xfrm xmlns:a="http://schemas.openxmlformats.org/drawingml/2006/main">
            <a:off x="742950" y="2019300"/>
            <a:ext cx="3867150" cy="990600"/>
          </a:xfrm>
          <a:custGeom xmlns:a="http://schemas.openxmlformats.org/drawingml/2006/main">
            <a:pathLst>
              <a:path w="3867150" h="990600">
                <a:moveTo>
                  <a:pt x="0" y="851916"/>
                </a:moveTo>
                <a:lnTo>
                  <a:pt x="64453" y="824987"/>
                </a:lnTo>
                <a:lnTo>
                  <a:pt x="128905" y="800210"/>
                </a:lnTo>
                <a:lnTo>
                  <a:pt x="193358" y="777415"/>
                </a:lnTo>
                <a:lnTo>
                  <a:pt x="257810" y="756443"/>
                </a:lnTo>
                <a:lnTo>
                  <a:pt x="322262" y="737147"/>
                </a:lnTo>
                <a:lnTo>
                  <a:pt x="386715" y="719394"/>
                </a:lnTo>
                <a:lnTo>
                  <a:pt x="451168" y="703060"/>
                </a:lnTo>
                <a:lnTo>
                  <a:pt x="515620" y="688033"/>
                </a:lnTo>
                <a:lnTo>
                  <a:pt x="580073" y="674207"/>
                </a:lnTo>
                <a:lnTo>
                  <a:pt x="644525" y="661486"/>
                </a:lnTo>
                <a:lnTo>
                  <a:pt x="708977" y="649783"/>
                </a:lnTo>
                <a:lnTo>
                  <a:pt x="773430" y="639015"/>
                </a:lnTo>
                <a:lnTo>
                  <a:pt x="837883" y="629109"/>
                </a:lnTo>
                <a:lnTo>
                  <a:pt x="902335" y="619994"/>
                </a:lnTo>
                <a:lnTo>
                  <a:pt x="966788" y="611608"/>
                </a:lnTo>
                <a:lnTo>
                  <a:pt x="1031240" y="603893"/>
                </a:lnTo>
                <a:lnTo>
                  <a:pt x="1095693" y="596794"/>
                </a:lnTo>
                <a:lnTo>
                  <a:pt x="1160145" y="590263"/>
                </a:lnTo>
                <a:lnTo>
                  <a:pt x="1224598" y="584254"/>
                </a:lnTo>
                <a:lnTo>
                  <a:pt x="1289050" y="578726"/>
                </a:lnTo>
                <a:lnTo>
                  <a:pt x="1353503" y="573640"/>
                </a:lnTo>
                <a:lnTo>
                  <a:pt x="1417955" y="568960"/>
                </a:lnTo>
                <a:lnTo>
                  <a:pt x="1482408" y="564655"/>
                </a:lnTo>
                <a:lnTo>
                  <a:pt x="1546860" y="560693"/>
                </a:lnTo>
                <a:lnTo>
                  <a:pt x="1611313" y="557049"/>
                </a:lnTo>
                <a:lnTo>
                  <a:pt x="1675765" y="553696"/>
                </a:lnTo>
                <a:lnTo>
                  <a:pt x="1740218" y="550611"/>
                </a:lnTo>
                <a:lnTo>
                  <a:pt x="1804670" y="547773"/>
                </a:lnTo>
                <a:lnTo>
                  <a:pt x="1869123" y="545161"/>
                </a:lnTo>
                <a:lnTo>
                  <a:pt x="1933575" y="542759"/>
                </a:lnTo>
                <a:lnTo>
                  <a:pt x="1998028" y="540548"/>
                </a:lnTo>
                <a:lnTo>
                  <a:pt x="2062480" y="538514"/>
                </a:lnTo>
                <a:lnTo>
                  <a:pt x="2126933" y="536643"/>
                </a:lnTo>
                <a:lnTo>
                  <a:pt x="2191385" y="534922"/>
                </a:lnTo>
                <a:lnTo>
                  <a:pt x="2255838" y="533338"/>
                </a:lnTo>
                <a:lnTo>
                  <a:pt x="2320290" y="531880"/>
                </a:lnTo>
                <a:lnTo>
                  <a:pt x="2384743" y="530540"/>
                </a:lnTo>
                <a:lnTo>
                  <a:pt x="2449195" y="529306"/>
                </a:lnTo>
                <a:lnTo>
                  <a:pt x="2513648" y="528171"/>
                </a:lnTo>
                <a:lnTo>
                  <a:pt x="2578100" y="527127"/>
                </a:lnTo>
                <a:lnTo>
                  <a:pt x="2642553" y="526166"/>
                </a:lnTo>
                <a:lnTo>
                  <a:pt x="2707005" y="525283"/>
                </a:lnTo>
                <a:lnTo>
                  <a:pt x="2771458" y="524469"/>
                </a:lnTo>
                <a:lnTo>
                  <a:pt x="2835910" y="523721"/>
                </a:lnTo>
                <a:lnTo>
                  <a:pt x="2900363" y="523033"/>
                </a:lnTo>
                <a:lnTo>
                  <a:pt x="2964815" y="522400"/>
                </a:lnTo>
                <a:lnTo>
                  <a:pt x="3029267" y="521817"/>
                </a:lnTo>
                <a:lnTo>
                  <a:pt x="3093720" y="521281"/>
                </a:lnTo>
                <a:lnTo>
                  <a:pt x="3158173" y="520788"/>
                </a:lnTo>
                <a:lnTo>
                  <a:pt x="3222625" y="520334"/>
                </a:lnTo>
                <a:lnTo>
                  <a:pt x="3287077" y="519916"/>
                </a:lnTo>
                <a:lnTo>
                  <a:pt x="3351530" y="519532"/>
                </a:lnTo>
                <a:lnTo>
                  <a:pt x="3415983" y="519179"/>
                </a:lnTo>
                <a:lnTo>
                  <a:pt x="3480435" y="518854"/>
                </a:lnTo>
                <a:lnTo>
                  <a:pt x="3544887" y="518554"/>
                </a:lnTo>
                <a:lnTo>
                  <a:pt x="3609340" y="518279"/>
                </a:lnTo>
                <a:lnTo>
                  <a:pt x="3673793" y="518026"/>
                </a:lnTo>
                <a:lnTo>
                  <a:pt x="3738245" y="517793"/>
                </a:lnTo>
                <a:lnTo>
                  <a:pt x="3802697" y="517579"/>
                </a:lnTo>
                <a:lnTo>
                  <a:pt x="3867150" y="517381"/>
                </a:lnTo>
              </a:path>
            </a:pathLst>
          </a:custGeom>
          <a:noFill xmlns:a="http://schemas.openxmlformats.org/drawingml/2006/main"/>
          <a:ln xmlns:a="http://schemas.openxmlformats.org/drawingml/2006/main" w="28575">
            <a:solidFill>
              <a:srgbClr val="B16B26"/>
            </a:solidFill>
            <a:prstDash val="solid"/>
          </a:ln>
        </p:spPr>
      </p:sp>
      <p:sp>
        <p:nvSpPr>
          <p:cNvPr id="12" name="M1_detail_filters_f1_label">
            <a:extLst xmlns:a="http://schemas.openxmlformats.org/drawingml/2006/main">
              <a:ext uri="{FF2B5EF4-FFF2-40B4-BE49-F238E27FC236}">
                <a16:creationId xmlns:a16="http://schemas.microsoft.com/office/drawing/2014/main" id="{709C0F89-31F4-4DBC-A686-AF9E23DAF813}"/>
              </a:ext>
            </a:extLst>
          </p:cNvPr>
          <p:cNvSpPr>
            <a:spLocks xmlns:a="http://schemas.openxmlformats.org/drawingml/2006/main" noGrp="1"/>
          </p:cNvSpPr>
          <p:nvPr/>
        </p:nvSpPr>
        <p:spPr>
          <a:xfrm xmlns:a="http://schemas.openxmlformats.org/drawingml/2006/main">
            <a:off x="1593723" y="1895475"/>
            <a:ext cx="3810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lgn="l">
              <a:defRPr sz="1650" b="1">
                <a:solidFill>
                  <a:srgbClr val="286D9C"/>
                </a:solidFill>
                <a:latin typeface="Noto Sans CJK SC"/>
                <a:ea typeface="Noto Sans CJK SC"/>
                <a:cs typeface="Noto Sans CJK SC"/>
              </a:defRPr>
            </a:defPPr>
            <a:lvl1pPr algn="l">
              <a:defRPr sz="1650" b="1">
                <a:solidFill>
                  <a:srgbClr val="286D9C"/>
                </a:solidFill>
                <a:latin typeface="Noto Sans CJK SC"/>
                <a:ea typeface="Noto Sans CJK SC"/>
                <a:cs typeface="Noto Sans CJK SC"/>
              </a:defRPr>
            </a:lvl1pPr>
            <a:lvl2pPr algn="l">
              <a:defRPr sz="1650" b="1">
                <a:solidFill>
                  <a:srgbClr val="286D9C"/>
                </a:solidFill>
                <a:latin typeface="Noto Sans CJK SC"/>
                <a:ea typeface="Noto Sans CJK SC"/>
                <a:cs typeface="Noto Sans CJK SC"/>
              </a:defRPr>
            </a:lvl2pPr>
            <a:lvl3pPr algn="l">
              <a:defRPr sz="1650" b="1">
                <a:solidFill>
                  <a:srgbClr val="286D9C"/>
                </a:solidFill>
                <a:latin typeface="Noto Sans CJK SC"/>
                <a:ea typeface="Noto Sans CJK SC"/>
                <a:cs typeface="Noto Sans CJK SC"/>
              </a:defRPr>
            </a:lvl3pPr>
            <a:lvl4pPr algn="l">
              <a:defRPr sz="1650" b="1">
                <a:solidFill>
                  <a:srgbClr val="286D9C"/>
                </a:solidFill>
                <a:latin typeface="Noto Sans CJK SC"/>
                <a:ea typeface="Noto Sans CJK SC"/>
                <a:cs typeface="Noto Sans CJK SC"/>
              </a:defRPr>
            </a:lvl4pPr>
            <a:lvl5pPr algn="l">
              <a:defRPr sz="1650" b="1">
                <a:solidFill>
                  <a:srgbClr val="286D9C"/>
                </a:solidFill>
                <a:latin typeface="Noto Sans CJK SC"/>
                <a:ea typeface="Noto Sans CJK SC"/>
                <a:cs typeface="Noto Sans CJK SC"/>
              </a:defRPr>
            </a:lvl5pPr>
            <a:lvl6pPr algn="l">
              <a:defRPr sz="1650" b="1">
                <a:solidFill>
                  <a:srgbClr val="286D9C"/>
                </a:solidFill>
                <a:latin typeface="Noto Sans CJK SC"/>
                <a:ea typeface="Noto Sans CJK SC"/>
                <a:cs typeface="Noto Sans CJK SC"/>
              </a:defRPr>
            </a:lvl6pPr>
            <a:lvl7pPr algn="l">
              <a:defRPr sz="1650" b="1">
                <a:solidFill>
                  <a:srgbClr val="286D9C"/>
                </a:solidFill>
                <a:latin typeface="Noto Sans CJK SC"/>
                <a:ea typeface="Noto Sans CJK SC"/>
                <a:cs typeface="Noto Sans CJK SC"/>
              </a:defRPr>
            </a:lvl7pPr>
            <a:lvl8pPr algn="l">
              <a:defRPr sz="1650" b="1">
                <a:solidFill>
                  <a:srgbClr val="286D9C"/>
                </a:solidFill>
                <a:latin typeface="Noto Sans CJK SC"/>
                <a:ea typeface="Noto Sans CJK SC"/>
                <a:cs typeface="Noto Sans CJK SC"/>
              </a:defRPr>
            </a:lvl8pPr>
            <a:lvl9pPr algn="l">
              <a:defRPr sz="1650" b="1">
                <a:solidFill>
                  <a:srgbClr val="286D9C"/>
                </a:solidFill>
                <a:latin typeface="Noto Sans CJK SC"/>
                <a:ea typeface="Noto Sans CJK SC"/>
                <a:cs typeface="Noto Sans CJK SC"/>
              </a:defRPr>
            </a:lvl9pPr>
          </a:lstStyle>
          <a:p xmlns:a="http://schemas.openxmlformats.org/drawingml/2006/main">
            <a:pPr algn="l">
              <a:defRPr sz="1650" b="1">
                <a:solidFill>
                  <a:srgbClr val="286D9C"/>
                </a:solidFill>
                <a:latin typeface="Noto Sans CJK SC"/>
                <a:ea typeface="Noto Sans CJK SC"/>
                <a:cs typeface="Noto Sans CJK SC"/>
              </a:defRPr>
            </a:pPr>
            <a:r>
              <a:rPr sz="1650" b="1">
                <a:solidFill>
                  <a:srgbClr val="286D9C"/>
                </a:solidFill>
                <a:latin typeface="Noto Sans CJK SC"/>
                <a:ea typeface="Noto Sans CJK SC"/>
                <a:cs typeface="Noto Sans CJK SC"/>
              </a:rPr>
              <a:t>f₁</a:t>
            </a:r>
          </a:p>
        </p:txBody>
      </p:sp>
      <p:sp>
        <p:nvSpPr>
          <p:cNvPr id="13" name="M1_detail_filters_f2_label">
            <a:extLst xmlns:a="http://schemas.openxmlformats.org/drawingml/2006/main">
              <a:ext uri="{FF2B5EF4-FFF2-40B4-BE49-F238E27FC236}">
                <a16:creationId xmlns:a16="http://schemas.microsoft.com/office/drawing/2014/main" id="{B706EABC-0D4C-4C0E-BF37-FA4D097291CF}"/>
              </a:ext>
            </a:extLst>
          </p:cNvPr>
          <p:cNvSpPr>
            <a:spLocks xmlns:a="http://schemas.openxmlformats.org/drawingml/2006/main" noGrp="1"/>
          </p:cNvSpPr>
          <p:nvPr/>
        </p:nvSpPr>
        <p:spPr>
          <a:xfrm xmlns:a="http://schemas.openxmlformats.org/drawingml/2006/main">
            <a:off x="820293" y="2732532"/>
            <a:ext cx="381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lgn="l">
              <a:defRPr sz="1650" b="1">
                <a:solidFill>
                  <a:srgbClr val="B16B26"/>
                </a:solidFill>
                <a:latin typeface="Noto Sans CJK SC"/>
                <a:ea typeface="Noto Sans CJK SC"/>
                <a:cs typeface="Noto Sans CJK SC"/>
              </a:defRPr>
            </a:defPPr>
            <a:lvl1pPr algn="l">
              <a:defRPr sz="1650" b="1">
                <a:solidFill>
                  <a:srgbClr val="B16B26"/>
                </a:solidFill>
                <a:latin typeface="Noto Sans CJK SC"/>
                <a:ea typeface="Noto Sans CJK SC"/>
                <a:cs typeface="Noto Sans CJK SC"/>
              </a:defRPr>
            </a:lvl1pPr>
            <a:lvl2pPr algn="l">
              <a:defRPr sz="1650" b="1">
                <a:solidFill>
                  <a:srgbClr val="B16B26"/>
                </a:solidFill>
                <a:latin typeface="Noto Sans CJK SC"/>
                <a:ea typeface="Noto Sans CJK SC"/>
                <a:cs typeface="Noto Sans CJK SC"/>
              </a:defRPr>
            </a:lvl2pPr>
            <a:lvl3pPr algn="l">
              <a:defRPr sz="1650" b="1">
                <a:solidFill>
                  <a:srgbClr val="B16B26"/>
                </a:solidFill>
                <a:latin typeface="Noto Sans CJK SC"/>
                <a:ea typeface="Noto Sans CJK SC"/>
                <a:cs typeface="Noto Sans CJK SC"/>
              </a:defRPr>
            </a:lvl3pPr>
            <a:lvl4pPr algn="l">
              <a:defRPr sz="1650" b="1">
                <a:solidFill>
                  <a:srgbClr val="B16B26"/>
                </a:solidFill>
                <a:latin typeface="Noto Sans CJK SC"/>
                <a:ea typeface="Noto Sans CJK SC"/>
                <a:cs typeface="Noto Sans CJK SC"/>
              </a:defRPr>
            </a:lvl4pPr>
            <a:lvl5pPr algn="l">
              <a:defRPr sz="1650" b="1">
                <a:solidFill>
                  <a:srgbClr val="B16B26"/>
                </a:solidFill>
                <a:latin typeface="Noto Sans CJK SC"/>
                <a:ea typeface="Noto Sans CJK SC"/>
                <a:cs typeface="Noto Sans CJK SC"/>
              </a:defRPr>
            </a:lvl5pPr>
            <a:lvl6pPr algn="l">
              <a:defRPr sz="1650" b="1">
                <a:solidFill>
                  <a:srgbClr val="B16B26"/>
                </a:solidFill>
                <a:latin typeface="Noto Sans CJK SC"/>
                <a:ea typeface="Noto Sans CJK SC"/>
                <a:cs typeface="Noto Sans CJK SC"/>
              </a:defRPr>
            </a:lvl6pPr>
            <a:lvl7pPr algn="l">
              <a:defRPr sz="1650" b="1">
                <a:solidFill>
                  <a:srgbClr val="B16B26"/>
                </a:solidFill>
                <a:latin typeface="Noto Sans CJK SC"/>
                <a:ea typeface="Noto Sans CJK SC"/>
                <a:cs typeface="Noto Sans CJK SC"/>
              </a:defRPr>
            </a:lvl7pPr>
            <a:lvl8pPr algn="l">
              <a:defRPr sz="1650" b="1">
                <a:solidFill>
                  <a:srgbClr val="B16B26"/>
                </a:solidFill>
                <a:latin typeface="Noto Sans CJK SC"/>
                <a:ea typeface="Noto Sans CJK SC"/>
                <a:cs typeface="Noto Sans CJK SC"/>
              </a:defRPr>
            </a:lvl8pPr>
            <a:lvl9pPr algn="l">
              <a:defRPr sz="1650" b="1">
                <a:solidFill>
                  <a:srgbClr val="B16B26"/>
                </a:solidFill>
                <a:latin typeface="Noto Sans CJK SC"/>
                <a:ea typeface="Noto Sans CJK SC"/>
                <a:cs typeface="Noto Sans CJK SC"/>
              </a:defRPr>
            </a:lvl9pPr>
          </a:lstStyle>
          <a:p xmlns:a="http://schemas.openxmlformats.org/drawingml/2006/main">
            <a:pPr algn="l">
              <a:defRPr sz="1650" b="1">
                <a:solidFill>
                  <a:srgbClr val="B16B26"/>
                </a:solidFill>
                <a:latin typeface="Noto Sans CJK SC"/>
                <a:ea typeface="Noto Sans CJK SC"/>
                <a:cs typeface="Noto Sans CJK SC"/>
              </a:defRPr>
            </a:pPr>
            <a:r>
              <a:rPr sz="1650" b="1">
                <a:solidFill>
                  <a:srgbClr val="B16B26"/>
                </a:solidFill>
                <a:latin typeface="Noto Sans CJK SC"/>
                <a:ea typeface="Noto Sans CJK SC"/>
                <a:cs typeface="Noto Sans CJK SC"/>
              </a:rPr>
              <a:t>f₂</a:t>
            </a:r>
          </a:p>
        </p:txBody>
      </p:sp>
      <p:sp>
        <p:nvSpPr>
          <p:cNvPr id="14" name="M1_detail_filters_lag">
            <a:extLst xmlns:a="http://schemas.openxmlformats.org/drawingml/2006/main">
              <a:ext uri="{FF2B5EF4-FFF2-40B4-BE49-F238E27FC236}">
                <a16:creationId xmlns:a16="http://schemas.microsoft.com/office/drawing/2014/main" id="{8D8FC7A1-1E7D-4CDA-B44C-4390700091C7}"/>
              </a:ext>
            </a:extLst>
          </p:cNvPr>
          <p:cNvSpPr>
            <a:spLocks xmlns:a="http://schemas.openxmlformats.org/drawingml/2006/main" noGrp="1"/>
          </p:cNvSpPr>
          <p:nvPr/>
        </p:nvSpPr>
        <p:spPr>
          <a:xfrm xmlns:a="http://schemas.openxmlformats.org/drawingml/2006/main">
            <a:off x="3914775" y="3048000"/>
            <a:ext cx="6953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lgn="r">
              <a:defRPr sz="1350" b="0">
                <a:solidFill>
                  <a:srgbClr val="60717D"/>
                </a:solidFill>
                <a:latin typeface="Noto Sans CJK SC"/>
                <a:ea typeface="Noto Sans CJK SC"/>
                <a:cs typeface="Noto Sans CJK SC"/>
              </a:defRPr>
            </a:defPPr>
            <a:lvl1pPr algn="r">
              <a:defRPr sz="1350" b="0">
                <a:solidFill>
                  <a:srgbClr val="60717D"/>
                </a:solidFill>
                <a:latin typeface="Noto Sans CJK SC"/>
                <a:ea typeface="Noto Sans CJK SC"/>
                <a:cs typeface="Noto Sans CJK SC"/>
              </a:defRPr>
            </a:lvl1pPr>
            <a:lvl2pPr algn="r">
              <a:defRPr sz="1350" b="0">
                <a:solidFill>
                  <a:srgbClr val="60717D"/>
                </a:solidFill>
                <a:latin typeface="Noto Sans CJK SC"/>
                <a:ea typeface="Noto Sans CJK SC"/>
                <a:cs typeface="Noto Sans CJK SC"/>
              </a:defRPr>
            </a:lvl2pPr>
            <a:lvl3pPr algn="r">
              <a:defRPr sz="1350" b="0">
                <a:solidFill>
                  <a:srgbClr val="60717D"/>
                </a:solidFill>
                <a:latin typeface="Noto Sans CJK SC"/>
                <a:ea typeface="Noto Sans CJK SC"/>
                <a:cs typeface="Noto Sans CJK SC"/>
              </a:defRPr>
            </a:lvl3pPr>
            <a:lvl4pPr algn="r">
              <a:defRPr sz="1350" b="0">
                <a:solidFill>
                  <a:srgbClr val="60717D"/>
                </a:solidFill>
                <a:latin typeface="Noto Sans CJK SC"/>
                <a:ea typeface="Noto Sans CJK SC"/>
                <a:cs typeface="Noto Sans CJK SC"/>
              </a:defRPr>
            </a:lvl4pPr>
            <a:lvl5pPr algn="r">
              <a:defRPr sz="1350" b="0">
                <a:solidFill>
                  <a:srgbClr val="60717D"/>
                </a:solidFill>
                <a:latin typeface="Noto Sans CJK SC"/>
                <a:ea typeface="Noto Sans CJK SC"/>
                <a:cs typeface="Noto Sans CJK SC"/>
              </a:defRPr>
            </a:lvl5pPr>
            <a:lvl6pPr algn="r">
              <a:defRPr sz="1350" b="0">
                <a:solidFill>
                  <a:srgbClr val="60717D"/>
                </a:solidFill>
                <a:latin typeface="Noto Sans CJK SC"/>
                <a:ea typeface="Noto Sans CJK SC"/>
                <a:cs typeface="Noto Sans CJK SC"/>
              </a:defRPr>
            </a:lvl6pPr>
            <a:lvl7pPr algn="r">
              <a:defRPr sz="1350" b="0">
                <a:solidFill>
                  <a:srgbClr val="60717D"/>
                </a:solidFill>
                <a:latin typeface="Noto Sans CJK SC"/>
                <a:ea typeface="Noto Sans CJK SC"/>
                <a:cs typeface="Noto Sans CJK SC"/>
              </a:defRPr>
            </a:lvl7pPr>
            <a:lvl8pPr algn="r">
              <a:defRPr sz="1350" b="0">
                <a:solidFill>
                  <a:srgbClr val="60717D"/>
                </a:solidFill>
                <a:latin typeface="Noto Sans CJK SC"/>
                <a:ea typeface="Noto Sans CJK SC"/>
                <a:cs typeface="Noto Sans CJK SC"/>
              </a:defRPr>
            </a:lvl8pPr>
            <a:lvl9pPr algn="r">
              <a:defRPr sz="1350" b="0">
                <a:solidFill>
                  <a:srgbClr val="60717D"/>
                </a:solidFill>
                <a:latin typeface="Noto Sans CJK SC"/>
                <a:ea typeface="Noto Sans CJK SC"/>
                <a:cs typeface="Noto Sans CJK SC"/>
              </a:defRPr>
            </a:lvl9pPr>
          </a:lstStyle>
          <a:p xmlns:a="http://schemas.openxmlformats.org/drawingml/2006/main">
            <a:pPr algn="r">
              <a:defRPr sz="1350" b="0">
                <a:solidFill>
                  <a:srgbClr val="60717D"/>
                </a:solidFill>
                <a:latin typeface="Noto Sans CJK SC"/>
                <a:ea typeface="Noto Sans CJK SC"/>
                <a:cs typeface="Noto Sans CJK SC"/>
              </a:defRPr>
            </a:pPr>
            <a:r>
              <a:rPr sz="1350" b="0">
                <a:solidFill>
                  <a:srgbClr val="60717D"/>
                </a:solidFill>
                <a:latin typeface="Noto Sans CJK SC"/>
                <a:ea typeface="Noto Sans CJK SC"/>
                <a:cs typeface="Noto Sans CJK SC"/>
              </a:rPr>
              <a:t>滞后 τ</a:t>
            </a:r>
          </a:p>
        </p:txBody>
      </p:sp>
      <p:sp>
        <p:nvSpPr>
          <p:cNvPr id="15" name="M1_filter_note">
            <a:extLst xmlns:a="http://schemas.openxmlformats.org/drawingml/2006/main">
              <a:ext uri="{FF2B5EF4-FFF2-40B4-BE49-F238E27FC236}">
                <a16:creationId xmlns:a16="http://schemas.microsoft.com/office/drawing/2014/main" id="{5165BADE-2738-4D67-95FB-DB5E757B2487}"/>
              </a:ext>
            </a:extLst>
          </p:cNvPr>
          <p:cNvSpPr>
            <a:spLocks xmlns:a="http://schemas.openxmlformats.org/drawingml/2006/main" noGrp="1"/>
          </p:cNvSpPr>
          <p:nvPr/>
        </p:nvSpPr>
        <p:spPr>
          <a:xfrm xmlns:a="http://schemas.openxmlformats.org/drawingml/2006/main">
            <a:off x="666750" y="3162300"/>
            <a:ext cx="42291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lgn="l">
              <a:defRPr sz="1500" b="0">
                <a:solidFill>
                  <a:srgbClr val="60717D"/>
                </a:solidFill>
                <a:latin typeface="Noto Sans CJK SC"/>
                <a:ea typeface="Noto Sans CJK SC"/>
                <a:cs typeface="Noto Sans CJK SC"/>
              </a:defRPr>
            </a:defPPr>
            <a:lvl1pPr algn="l">
              <a:defRPr sz="1500" b="0">
                <a:solidFill>
                  <a:srgbClr val="60717D"/>
                </a:solidFill>
                <a:latin typeface="Noto Sans CJK SC"/>
                <a:ea typeface="Noto Sans CJK SC"/>
                <a:cs typeface="Noto Sans CJK SC"/>
              </a:defRPr>
            </a:lvl1pPr>
            <a:lvl2pPr algn="l">
              <a:defRPr sz="1500" b="0">
                <a:solidFill>
                  <a:srgbClr val="60717D"/>
                </a:solidFill>
                <a:latin typeface="Noto Sans CJK SC"/>
                <a:ea typeface="Noto Sans CJK SC"/>
                <a:cs typeface="Noto Sans CJK SC"/>
              </a:defRPr>
            </a:lvl2pPr>
            <a:lvl3pPr algn="l">
              <a:defRPr sz="1500" b="0">
                <a:solidFill>
                  <a:srgbClr val="60717D"/>
                </a:solidFill>
                <a:latin typeface="Noto Sans CJK SC"/>
                <a:ea typeface="Noto Sans CJK SC"/>
                <a:cs typeface="Noto Sans CJK SC"/>
              </a:defRPr>
            </a:lvl3pPr>
            <a:lvl4pPr algn="l">
              <a:defRPr sz="1500" b="0">
                <a:solidFill>
                  <a:srgbClr val="60717D"/>
                </a:solidFill>
                <a:latin typeface="Noto Sans CJK SC"/>
                <a:ea typeface="Noto Sans CJK SC"/>
                <a:cs typeface="Noto Sans CJK SC"/>
              </a:defRPr>
            </a:lvl4pPr>
            <a:lvl5pPr algn="l">
              <a:defRPr sz="1500" b="0">
                <a:solidFill>
                  <a:srgbClr val="60717D"/>
                </a:solidFill>
                <a:latin typeface="Noto Sans CJK SC"/>
                <a:ea typeface="Noto Sans CJK SC"/>
                <a:cs typeface="Noto Sans CJK SC"/>
              </a:defRPr>
            </a:lvl5pPr>
            <a:lvl6pPr algn="l">
              <a:defRPr sz="1500" b="0">
                <a:solidFill>
                  <a:srgbClr val="60717D"/>
                </a:solidFill>
                <a:latin typeface="Noto Sans CJK SC"/>
                <a:ea typeface="Noto Sans CJK SC"/>
                <a:cs typeface="Noto Sans CJK SC"/>
              </a:defRPr>
            </a:lvl6pPr>
            <a:lvl7pPr algn="l">
              <a:defRPr sz="1500" b="0">
                <a:solidFill>
                  <a:srgbClr val="60717D"/>
                </a:solidFill>
                <a:latin typeface="Noto Sans CJK SC"/>
                <a:ea typeface="Noto Sans CJK SC"/>
                <a:cs typeface="Noto Sans CJK SC"/>
              </a:defRPr>
            </a:lvl7pPr>
            <a:lvl8pPr algn="l">
              <a:defRPr sz="1500" b="0">
                <a:solidFill>
                  <a:srgbClr val="60717D"/>
                </a:solidFill>
                <a:latin typeface="Noto Sans CJK SC"/>
                <a:ea typeface="Noto Sans CJK SC"/>
                <a:cs typeface="Noto Sans CJK SC"/>
              </a:defRPr>
            </a:lvl8pPr>
            <a:lvl9pPr algn="l">
              <a:defRPr sz="1500" b="0">
                <a:solidFill>
                  <a:srgbClr val="60717D"/>
                </a:solidFill>
                <a:latin typeface="Noto Sans CJK SC"/>
                <a:ea typeface="Noto Sans CJK SC"/>
                <a:cs typeface="Noto Sans CJK SC"/>
              </a:defRPr>
            </a:lvl9pPr>
          </a:lstStyle>
          <a:p xmlns:a="http://schemas.openxmlformats.org/drawingml/2006/main">
            <a:pPr algn="l">
              <a:defRPr sz="1500" b="0">
                <a:solidFill>
                  <a:srgbClr val="60717D"/>
                </a:solidFill>
                <a:latin typeface="Noto Sans CJK SC"/>
                <a:ea typeface="Noto Sans CJK SC"/>
                <a:cs typeface="Noto Sans CJK SC"/>
              </a:defRPr>
            </a:pPr>
            <a:r>
              <a:rPr sz="1500" b="0">
                <a:solidFill>
                  <a:srgbClr val="60717D"/>
                </a:solidFill>
                <a:latin typeface="Noto Sans CJK SC"/>
                <a:ea typeface="Noto Sans CJK SC"/>
                <a:cs typeface="Noto Sans CJK SC"/>
              </a:rPr>
              <a:t>预设合法滤波库</a:t>
            </a:r>
          </a:p>
          <a:p xmlns:a="http://schemas.openxmlformats.org/drawingml/2006/main">
            <a:pPr algn="l">
              <a:defRPr sz="1500" b="0">
                <a:solidFill>
                  <a:srgbClr val="60717D"/>
                </a:solidFill>
                <a:latin typeface="Noto Sans CJK SC"/>
                <a:ea typeface="Noto Sans CJK SC"/>
                <a:cs typeface="Noto Sans CJK SC"/>
              </a:defRPr>
            </a:pPr>
            <a:r>
              <a:rPr sz="1500" b="0">
                <a:solidFill>
                  <a:srgbClr val="60717D"/>
                </a:solidFill>
                <a:latin typeface="Noto Sans CJK SC"/>
                <a:ea typeface="Noto Sans CJK SC"/>
                <a:cs typeface="Noto Sans CJK SC"/>
              </a:rPr>
              <a:t>训练选择通道并标定</a:t>
            </a:r>
          </a:p>
        </p:txBody>
      </p:sp>
      <p:sp>
        <p:nvSpPr>
          <p:cNvPr id="16" name="M1_q_formula">
            <a:extLst xmlns:a="http://schemas.openxmlformats.org/drawingml/2006/main">
              <a:ext uri="{FF2B5EF4-FFF2-40B4-BE49-F238E27FC236}">
                <a16:creationId xmlns:a16="http://schemas.microsoft.com/office/drawing/2014/main" id="{9BA91665-0C7F-48CA-92A3-FB1B4DF471BE}"/>
              </a:ext>
            </a:extLst>
          </p:cNvPr>
          <p:cNvSpPr>
            <a:spLocks xmlns:a="http://schemas.openxmlformats.org/drawingml/2006/main" noGrp="1"/>
          </p:cNvSpPr>
          <p:nvPr/>
        </p:nvSpPr>
        <p:spPr>
          <a:xfrm xmlns:a="http://schemas.openxmlformats.org/drawingml/2006/main">
            <a:off x="647700" y="3743325"/>
            <a:ext cx="43243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lgn="l">
              <a:defRPr sz="1725" b="1">
                <a:solidFill>
                  <a:srgbClr val="286D9C"/>
                </a:solidFill>
                <a:latin typeface="Noto Sans CJK SC"/>
                <a:ea typeface="Noto Sans CJK SC"/>
                <a:cs typeface="Noto Sans CJK SC"/>
              </a:defRPr>
            </a:defPPr>
            <a:lvl1pPr algn="l">
              <a:defRPr sz="1725" b="1">
                <a:solidFill>
                  <a:srgbClr val="286D9C"/>
                </a:solidFill>
                <a:latin typeface="Noto Sans CJK SC"/>
                <a:ea typeface="Noto Sans CJK SC"/>
                <a:cs typeface="Noto Sans CJK SC"/>
              </a:defRPr>
            </a:lvl1pPr>
            <a:lvl2pPr algn="l">
              <a:defRPr sz="1725" b="1">
                <a:solidFill>
                  <a:srgbClr val="286D9C"/>
                </a:solidFill>
                <a:latin typeface="Noto Sans CJK SC"/>
                <a:ea typeface="Noto Sans CJK SC"/>
                <a:cs typeface="Noto Sans CJK SC"/>
              </a:defRPr>
            </a:lvl2pPr>
            <a:lvl3pPr algn="l">
              <a:defRPr sz="1725" b="1">
                <a:solidFill>
                  <a:srgbClr val="286D9C"/>
                </a:solidFill>
                <a:latin typeface="Noto Sans CJK SC"/>
                <a:ea typeface="Noto Sans CJK SC"/>
                <a:cs typeface="Noto Sans CJK SC"/>
              </a:defRPr>
            </a:lvl3pPr>
            <a:lvl4pPr algn="l">
              <a:defRPr sz="1725" b="1">
                <a:solidFill>
                  <a:srgbClr val="286D9C"/>
                </a:solidFill>
                <a:latin typeface="Noto Sans CJK SC"/>
                <a:ea typeface="Noto Sans CJK SC"/>
                <a:cs typeface="Noto Sans CJK SC"/>
              </a:defRPr>
            </a:lvl4pPr>
            <a:lvl5pPr algn="l">
              <a:defRPr sz="1725" b="1">
                <a:solidFill>
                  <a:srgbClr val="286D9C"/>
                </a:solidFill>
                <a:latin typeface="Noto Sans CJK SC"/>
                <a:ea typeface="Noto Sans CJK SC"/>
                <a:cs typeface="Noto Sans CJK SC"/>
              </a:defRPr>
            </a:lvl5pPr>
            <a:lvl6pPr algn="l">
              <a:defRPr sz="1725" b="1">
                <a:solidFill>
                  <a:srgbClr val="286D9C"/>
                </a:solidFill>
                <a:latin typeface="Noto Sans CJK SC"/>
                <a:ea typeface="Noto Sans CJK SC"/>
                <a:cs typeface="Noto Sans CJK SC"/>
              </a:defRPr>
            </a:lvl6pPr>
            <a:lvl7pPr algn="l">
              <a:defRPr sz="1725" b="1">
                <a:solidFill>
                  <a:srgbClr val="286D9C"/>
                </a:solidFill>
                <a:latin typeface="Noto Sans CJK SC"/>
                <a:ea typeface="Noto Sans CJK SC"/>
                <a:cs typeface="Noto Sans CJK SC"/>
              </a:defRPr>
            </a:lvl7pPr>
            <a:lvl8pPr algn="l">
              <a:defRPr sz="1725" b="1">
                <a:solidFill>
                  <a:srgbClr val="286D9C"/>
                </a:solidFill>
                <a:latin typeface="Noto Sans CJK SC"/>
                <a:ea typeface="Noto Sans CJK SC"/>
                <a:cs typeface="Noto Sans CJK SC"/>
              </a:defRPr>
            </a:lvl8pPr>
            <a:lvl9pPr algn="l">
              <a:defRPr sz="1725" b="1">
                <a:solidFill>
                  <a:srgbClr val="286D9C"/>
                </a:solidFill>
                <a:latin typeface="Noto Sans CJK SC"/>
                <a:ea typeface="Noto Sans CJK SC"/>
                <a:cs typeface="Noto Sans CJK SC"/>
              </a:defRPr>
            </a:lvl9pPr>
          </a:lstStyle>
          <a:p xmlns:a="http://schemas.openxmlformats.org/drawingml/2006/main">
            <a:pPr algn="l">
              <a:defRPr sz="1725" b="1">
                <a:solidFill>
                  <a:srgbClr val="286D9C"/>
                </a:solidFill>
                <a:latin typeface="Noto Sans CJK SC"/>
                <a:ea typeface="Noto Sans CJK SC"/>
                <a:cs typeface="Noto Sans CJK SC"/>
              </a:defRPr>
            </a:pPr>
            <a:r>
              <a:rPr sz="1725" b="1">
                <a:solidFill>
                  <a:srgbClr val="286D9C"/>
                </a:solidFill>
                <a:latin typeface="Noto Sans CJK SC"/>
                <a:ea typeface="Noto Sans CJK SC"/>
                <a:cs typeface="Noto Sans CJK SC"/>
              </a:rPr>
              <a:t>qₖ(L,R) = [ bₖ + f₁,ₖ*L + f₂,ₖ*R ]₊</a:t>
            </a:r>
          </a:p>
        </p:txBody>
      </p:sp>
      <p:sp>
        <p:nvSpPr>
          <p:cNvPr id="17" name="M1_h_formula">
            <a:extLst xmlns:a="http://schemas.openxmlformats.org/drawingml/2006/main">
              <a:ext uri="{FF2B5EF4-FFF2-40B4-BE49-F238E27FC236}">
                <a16:creationId xmlns:a16="http://schemas.microsoft.com/office/drawing/2014/main" id="{BE7365A5-8251-4BB6-A4AD-DD2BE3F8E2FA}"/>
              </a:ext>
            </a:extLst>
          </p:cNvPr>
          <p:cNvSpPr>
            <a:spLocks xmlns:a="http://schemas.openxmlformats.org/drawingml/2006/main" noGrp="1"/>
          </p:cNvSpPr>
          <p:nvPr/>
        </p:nvSpPr>
        <p:spPr>
          <a:xfrm xmlns:a="http://schemas.openxmlformats.org/drawingml/2006/main">
            <a:off x="647700" y="4219575"/>
            <a:ext cx="43243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lgn="l">
              <a:defRPr sz="1950" b="1">
                <a:solidFill>
                  <a:srgbClr val="286D9C"/>
                </a:solidFill>
                <a:latin typeface="Noto Sans CJK SC"/>
                <a:ea typeface="Noto Sans CJK SC"/>
                <a:cs typeface="Noto Sans CJK SC"/>
              </a:defRPr>
            </a:defPPr>
            <a:lvl1pPr algn="l">
              <a:defRPr sz="1950" b="1">
                <a:solidFill>
                  <a:srgbClr val="286D9C"/>
                </a:solidFill>
                <a:latin typeface="Noto Sans CJK SC"/>
                <a:ea typeface="Noto Sans CJK SC"/>
                <a:cs typeface="Noto Sans CJK SC"/>
              </a:defRPr>
            </a:lvl1pPr>
            <a:lvl2pPr algn="l">
              <a:defRPr sz="1950" b="1">
                <a:solidFill>
                  <a:srgbClr val="286D9C"/>
                </a:solidFill>
                <a:latin typeface="Noto Sans CJK SC"/>
                <a:ea typeface="Noto Sans CJK SC"/>
                <a:cs typeface="Noto Sans CJK SC"/>
              </a:defRPr>
            </a:lvl2pPr>
            <a:lvl3pPr algn="l">
              <a:defRPr sz="1950" b="1">
                <a:solidFill>
                  <a:srgbClr val="286D9C"/>
                </a:solidFill>
                <a:latin typeface="Noto Sans CJK SC"/>
                <a:ea typeface="Noto Sans CJK SC"/>
                <a:cs typeface="Noto Sans CJK SC"/>
              </a:defRPr>
            </a:lvl3pPr>
            <a:lvl4pPr algn="l">
              <a:defRPr sz="1950" b="1">
                <a:solidFill>
                  <a:srgbClr val="286D9C"/>
                </a:solidFill>
                <a:latin typeface="Noto Sans CJK SC"/>
                <a:ea typeface="Noto Sans CJK SC"/>
                <a:cs typeface="Noto Sans CJK SC"/>
              </a:defRPr>
            </a:lvl4pPr>
            <a:lvl5pPr algn="l">
              <a:defRPr sz="1950" b="1">
                <a:solidFill>
                  <a:srgbClr val="286D9C"/>
                </a:solidFill>
                <a:latin typeface="Noto Sans CJK SC"/>
                <a:ea typeface="Noto Sans CJK SC"/>
                <a:cs typeface="Noto Sans CJK SC"/>
              </a:defRPr>
            </a:lvl5pPr>
            <a:lvl6pPr algn="l">
              <a:defRPr sz="1950" b="1">
                <a:solidFill>
                  <a:srgbClr val="286D9C"/>
                </a:solidFill>
                <a:latin typeface="Noto Sans CJK SC"/>
                <a:ea typeface="Noto Sans CJK SC"/>
                <a:cs typeface="Noto Sans CJK SC"/>
              </a:defRPr>
            </a:lvl6pPr>
            <a:lvl7pPr algn="l">
              <a:defRPr sz="1950" b="1">
                <a:solidFill>
                  <a:srgbClr val="286D9C"/>
                </a:solidFill>
                <a:latin typeface="Noto Sans CJK SC"/>
                <a:ea typeface="Noto Sans CJK SC"/>
                <a:cs typeface="Noto Sans CJK SC"/>
              </a:defRPr>
            </a:lvl7pPr>
            <a:lvl8pPr algn="l">
              <a:defRPr sz="1950" b="1">
                <a:solidFill>
                  <a:srgbClr val="286D9C"/>
                </a:solidFill>
                <a:latin typeface="Noto Sans CJK SC"/>
                <a:ea typeface="Noto Sans CJK SC"/>
                <a:cs typeface="Noto Sans CJK SC"/>
              </a:defRPr>
            </a:lvl8pPr>
            <a:lvl9pPr algn="l">
              <a:defRPr sz="1950" b="1">
                <a:solidFill>
                  <a:srgbClr val="286D9C"/>
                </a:solidFill>
                <a:latin typeface="Noto Sans CJK SC"/>
                <a:ea typeface="Noto Sans CJK SC"/>
                <a:cs typeface="Noto Sans CJK SC"/>
              </a:defRPr>
            </a:lvl9pPr>
          </a:lstStyle>
          <a:p xmlns:a="http://schemas.openxmlformats.org/drawingml/2006/main">
            <a:pPr algn="l">
              <a:defRPr sz="1950" b="1">
                <a:solidFill>
                  <a:srgbClr val="286D9C"/>
                </a:solidFill>
                <a:latin typeface="Noto Sans CJK SC"/>
                <a:ea typeface="Noto Sans CJK SC"/>
                <a:cs typeface="Noto Sans CJK SC"/>
              </a:defRPr>
            </a:pPr>
            <a:r>
              <a:rPr sz="1950" b="1">
                <a:solidFill>
                  <a:srgbClr val="286D9C"/>
                </a:solidFill>
                <a:latin typeface="Noto Sans CJK SC"/>
                <a:ea typeface="Noto Sans CJK SC"/>
                <a:cs typeface="Noto Sans CJK SC"/>
              </a:rPr>
              <a:t>hₖ = qₖ(L,R) − qₖ(R,L)</a:t>
            </a:r>
          </a:p>
        </p:txBody>
      </p:sp>
      <p:sp>
        <p:nvSpPr>
          <p:cNvPr id="18" name="M1_selection_title">
            <a:extLst xmlns:a="http://schemas.openxmlformats.org/drawingml/2006/main">
              <a:ext uri="{FF2B5EF4-FFF2-40B4-BE49-F238E27FC236}">
                <a16:creationId xmlns:a16="http://schemas.microsoft.com/office/drawing/2014/main" id="{5E1FC8F6-A434-4096-BCE8-D24052E0DD2F}"/>
              </a:ext>
            </a:extLst>
          </p:cNvPr>
          <p:cNvSpPr>
            <a:spLocks xmlns:a="http://schemas.openxmlformats.org/drawingml/2006/main" noGrp="1"/>
          </p:cNvSpPr>
          <p:nvPr/>
        </p:nvSpPr>
        <p:spPr>
          <a:xfrm xmlns:a="http://schemas.openxmlformats.org/drawingml/2006/main">
            <a:off x="647700" y="4924425"/>
            <a:ext cx="43243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lgn="l">
              <a:defRPr sz="1875" b="1">
                <a:solidFill>
                  <a:srgbClr val="233440"/>
                </a:solidFill>
                <a:latin typeface="Noto Sans CJK SC"/>
                <a:ea typeface="Noto Sans CJK SC"/>
                <a:cs typeface="Noto Sans CJK SC"/>
              </a:defRPr>
            </a:defPPr>
            <a:lvl1pPr algn="l">
              <a:defRPr sz="1875" b="1">
                <a:solidFill>
                  <a:srgbClr val="233440"/>
                </a:solidFill>
                <a:latin typeface="Noto Sans CJK SC"/>
                <a:ea typeface="Noto Sans CJK SC"/>
                <a:cs typeface="Noto Sans CJK SC"/>
              </a:defRPr>
            </a:lvl1pPr>
            <a:lvl2pPr algn="l">
              <a:defRPr sz="1875" b="1">
                <a:solidFill>
                  <a:srgbClr val="233440"/>
                </a:solidFill>
                <a:latin typeface="Noto Sans CJK SC"/>
                <a:ea typeface="Noto Sans CJK SC"/>
                <a:cs typeface="Noto Sans CJK SC"/>
              </a:defRPr>
            </a:lvl2pPr>
            <a:lvl3pPr algn="l">
              <a:defRPr sz="1875" b="1">
                <a:solidFill>
                  <a:srgbClr val="233440"/>
                </a:solidFill>
                <a:latin typeface="Noto Sans CJK SC"/>
                <a:ea typeface="Noto Sans CJK SC"/>
                <a:cs typeface="Noto Sans CJK SC"/>
              </a:defRPr>
            </a:lvl3pPr>
            <a:lvl4pPr algn="l">
              <a:defRPr sz="1875" b="1">
                <a:solidFill>
                  <a:srgbClr val="233440"/>
                </a:solidFill>
                <a:latin typeface="Noto Sans CJK SC"/>
                <a:ea typeface="Noto Sans CJK SC"/>
                <a:cs typeface="Noto Sans CJK SC"/>
              </a:defRPr>
            </a:lvl4pPr>
            <a:lvl5pPr algn="l">
              <a:defRPr sz="1875" b="1">
                <a:solidFill>
                  <a:srgbClr val="233440"/>
                </a:solidFill>
                <a:latin typeface="Noto Sans CJK SC"/>
                <a:ea typeface="Noto Sans CJK SC"/>
                <a:cs typeface="Noto Sans CJK SC"/>
              </a:defRPr>
            </a:lvl5pPr>
            <a:lvl6pPr algn="l">
              <a:defRPr sz="1875" b="1">
                <a:solidFill>
                  <a:srgbClr val="233440"/>
                </a:solidFill>
                <a:latin typeface="Noto Sans CJK SC"/>
                <a:ea typeface="Noto Sans CJK SC"/>
                <a:cs typeface="Noto Sans CJK SC"/>
              </a:defRPr>
            </a:lvl6pPr>
            <a:lvl7pPr algn="l">
              <a:defRPr sz="1875" b="1">
                <a:solidFill>
                  <a:srgbClr val="233440"/>
                </a:solidFill>
                <a:latin typeface="Noto Sans CJK SC"/>
                <a:ea typeface="Noto Sans CJK SC"/>
                <a:cs typeface="Noto Sans CJK SC"/>
              </a:defRPr>
            </a:lvl7pPr>
            <a:lvl8pPr algn="l">
              <a:defRPr sz="1875" b="1">
                <a:solidFill>
                  <a:srgbClr val="233440"/>
                </a:solidFill>
                <a:latin typeface="Noto Sans CJK SC"/>
                <a:ea typeface="Noto Sans CJK SC"/>
                <a:cs typeface="Noto Sans CJK SC"/>
              </a:defRPr>
            </a:lvl8pPr>
            <a:lvl9pPr algn="l">
              <a:defRPr sz="1875" b="1">
                <a:solidFill>
                  <a:srgbClr val="233440"/>
                </a:solidFill>
                <a:latin typeface="Noto Sans CJK SC"/>
                <a:ea typeface="Noto Sans CJK SC"/>
                <a:cs typeface="Noto Sans CJK SC"/>
              </a:defRPr>
            </a:lvl9pPr>
          </a:lstStyle>
          <a:p xmlns:a="http://schemas.openxmlformats.org/drawingml/2006/main">
            <a:pPr algn="l">
              <a:defRPr sz="1875" b="1">
                <a:solidFill>
                  <a:srgbClr val="233440"/>
                </a:solidFill>
                <a:latin typeface="Noto Sans CJK SC"/>
                <a:ea typeface="Noto Sans CJK SC"/>
                <a:cs typeface="Noto Sans CJK SC"/>
              </a:defRPr>
            </a:pPr>
            <a:r>
              <a:rPr sz="1875" b="1">
                <a:solidFill>
                  <a:srgbClr val="233440"/>
                </a:solidFill>
                <a:latin typeface="Noto Sans CJK SC"/>
                <a:ea typeface="Noto Sans CJK SC"/>
                <a:cs typeface="Noto Sans CJK SC"/>
              </a:rPr>
              <a:t>选择覆盖竞争源对的滤波集 K</a:t>
            </a:r>
          </a:p>
        </p:txBody>
      </p:sp>
      <p:sp>
        <p:nvSpPr>
          <p:cNvPr id="19" name="M1_selection_formula">
            <a:extLst xmlns:a="http://schemas.openxmlformats.org/drawingml/2006/main">
              <a:ext uri="{FF2B5EF4-FFF2-40B4-BE49-F238E27FC236}">
                <a16:creationId xmlns:a16="http://schemas.microsoft.com/office/drawing/2014/main" id="{17BEAAC0-00D9-429C-B307-89D3CFB80115}"/>
              </a:ext>
            </a:extLst>
          </p:cNvPr>
          <p:cNvSpPr>
            <a:spLocks xmlns:a="http://schemas.openxmlformats.org/drawingml/2006/main" noGrp="1"/>
          </p:cNvSpPr>
          <p:nvPr/>
        </p:nvSpPr>
        <p:spPr>
          <a:xfrm xmlns:a="http://schemas.openxmlformats.org/drawingml/2006/main">
            <a:off x="647700" y="5334000"/>
            <a:ext cx="432435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lgn="l">
              <a:defRPr sz="1950" b="0">
                <a:solidFill>
                  <a:srgbClr val="286D9C"/>
                </a:solidFill>
                <a:latin typeface="Noto Sans CJK SC"/>
                <a:ea typeface="Noto Sans CJK SC"/>
                <a:cs typeface="Noto Sans CJK SC"/>
              </a:defRPr>
            </a:defPPr>
            <a:lvl1pPr algn="l">
              <a:defRPr sz="1950" b="0">
                <a:solidFill>
                  <a:srgbClr val="286D9C"/>
                </a:solidFill>
                <a:latin typeface="Noto Sans CJK SC"/>
                <a:ea typeface="Noto Sans CJK SC"/>
                <a:cs typeface="Noto Sans CJK SC"/>
              </a:defRPr>
            </a:lvl1pPr>
            <a:lvl2pPr algn="l">
              <a:defRPr sz="1950" b="0">
                <a:solidFill>
                  <a:srgbClr val="286D9C"/>
                </a:solidFill>
                <a:latin typeface="Noto Sans CJK SC"/>
                <a:ea typeface="Noto Sans CJK SC"/>
                <a:cs typeface="Noto Sans CJK SC"/>
              </a:defRPr>
            </a:lvl2pPr>
            <a:lvl3pPr algn="l">
              <a:defRPr sz="1950" b="0">
                <a:solidFill>
                  <a:srgbClr val="286D9C"/>
                </a:solidFill>
                <a:latin typeface="Noto Sans CJK SC"/>
                <a:ea typeface="Noto Sans CJK SC"/>
                <a:cs typeface="Noto Sans CJK SC"/>
              </a:defRPr>
            </a:lvl3pPr>
            <a:lvl4pPr algn="l">
              <a:defRPr sz="1950" b="0">
                <a:solidFill>
                  <a:srgbClr val="286D9C"/>
                </a:solidFill>
                <a:latin typeface="Noto Sans CJK SC"/>
                <a:ea typeface="Noto Sans CJK SC"/>
                <a:cs typeface="Noto Sans CJK SC"/>
              </a:defRPr>
            </a:lvl4pPr>
            <a:lvl5pPr algn="l">
              <a:defRPr sz="1950" b="0">
                <a:solidFill>
                  <a:srgbClr val="286D9C"/>
                </a:solidFill>
                <a:latin typeface="Noto Sans CJK SC"/>
                <a:ea typeface="Noto Sans CJK SC"/>
                <a:cs typeface="Noto Sans CJK SC"/>
              </a:defRPr>
            </a:lvl5pPr>
            <a:lvl6pPr algn="l">
              <a:defRPr sz="1950" b="0">
                <a:solidFill>
                  <a:srgbClr val="286D9C"/>
                </a:solidFill>
                <a:latin typeface="Noto Sans CJK SC"/>
                <a:ea typeface="Noto Sans CJK SC"/>
                <a:cs typeface="Noto Sans CJK SC"/>
              </a:defRPr>
            </a:lvl6pPr>
            <a:lvl7pPr algn="l">
              <a:defRPr sz="1950" b="0">
                <a:solidFill>
                  <a:srgbClr val="286D9C"/>
                </a:solidFill>
                <a:latin typeface="Noto Sans CJK SC"/>
                <a:ea typeface="Noto Sans CJK SC"/>
                <a:cs typeface="Noto Sans CJK SC"/>
              </a:defRPr>
            </a:lvl7pPr>
            <a:lvl8pPr algn="l">
              <a:defRPr sz="1950" b="0">
                <a:solidFill>
                  <a:srgbClr val="286D9C"/>
                </a:solidFill>
                <a:latin typeface="Noto Sans CJK SC"/>
                <a:ea typeface="Noto Sans CJK SC"/>
                <a:cs typeface="Noto Sans CJK SC"/>
              </a:defRPr>
            </a:lvl8pPr>
            <a:lvl9pPr algn="l">
              <a:defRPr sz="1950" b="0">
                <a:solidFill>
                  <a:srgbClr val="286D9C"/>
                </a:solidFill>
                <a:latin typeface="Noto Sans CJK SC"/>
                <a:ea typeface="Noto Sans CJK SC"/>
                <a:cs typeface="Noto Sans CJK SC"/>
              </a:defRPr>
            </a:lvl9pPr>
          </a:lstStyle>
          <a:p xmlns:a="http://schemas.openxmlformats.org/drawingml/2006/main">
            <a:pPr algn="l">
              <a:defRPr sz="1950" b="0">
                <a:solidFill>
                  <a:srgbClr val="286D9C"/>
                </a:solidFill>
                <a:latin typeface="Noto Sans CJK SC"/>
                <a:ea typeface="Noto Sans CJK SC"/>
                <a:cs typeface="Noto Sans CJK SC"/>
              </a:defRPr>
            </a:pPr>
            <a:r>
              <a:rPr sz="1950" b="0">
                <a:solidFill>
                  <a:srgbClr val="286D9C"/>
                </a:solidFill>
                <a:latin typeface="Noto Sans CJK SC"/>
                <a:ea typeface="Noto Sans CJK SC"/>
                <a:cs typeface="Noto Sans CJK SC"/>
              </a:rPr>
              <a:t>Σᵢ&lt;ⱼ min{ JSᵢⱼ(K), τ }</a:t>
            </a:r>
          </a:p>
        </p:txBody>
      </p:sp>
      <p:sp>
        <p:nvSpPr>
          <p:cNvPr id="20" name="M1_code_formula">
            <a:extLst xmlns:a="http://schemas.openxmlformats.org/drawingml/2006/main">
              <a:ext uri="{FF2B5EF4-FFF2-40B4-BE49-F238E27FC236}">
                <a16:creationId xmlns:a16="http://schemas.microsoft.com/office/drawing/2014/main" id="{5F727509-4B10-4749-88A2-C90917F5FBB5}"/>
              </a:ext>
            </a:extLst>
          </p:cNvPr>
          <p:cNvSpPr>
            <a:spLocks xmlns:a="http://schemas.openxmlformats.org/drawingml/2006/main" noGrp="1"/>
          </p:cNvSpPr>
          <p:nvPr/>
        </p:nvSpPr>
        <p:spPr>
          <a:xfrm xmlns:a="http://schemas.openxmlformats.org/drawingml/2006/main">
            <a:off x="647700" y="5810250"/>
            <a:ext cx="432435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lgn="l">
              <a:defRPr sz="2025" b="1">
                <a:solidFill>
                  <a:srgbClr val="286D9C"/>
                </a:solidFill>
                <a:latin typeface="Noto Sans CJK SC"/>
                <a:ea typeface="Noto Sans CJK SC"/>
                <a:cs typeface="Noto Sans CJK SC"/>
              </a:defRPr>
            </a:defPPr>
            <a:lvl1pPr algn="l">
              <a:defRPr sz="2025" b="1">
                <a:solidFill>
                  <a:srgbClr val="286D9C"/>
                </a:solidFill>
                <a:latin typeface="Noto Sans CJK SC"/>
                <a:ea typeface="Noto Sans CJK SC"/>
                <a:cs typeface="Noto Sans CJK SC"/>
              </a:defRPr>
            </a:lvl1pPr>
            <a:lvl2pPr algn="l">
              <a:defRPr sz="2025" b="1">
                <a:solidFill>
                  <a:srgbClr val="286D9C"/>
                </a:solidFill>
                <a:latin typeface="Noto Sans CJK SC"/>
                <a:ea typeface="Noto Sans CJK SC"/>
                <a:cs typeface="Noto Sans CJK SC"/>
              </a:defRPr>
            </a:lvl2pPr>
            <a:lvl3pPr algn="l">
              <a:defRPr sz="2025" b="1">
                <a:solidFill>
                  <a:srgbClr val="286D9C"/>
                </a:solidFill>
                <a:latin typeface="Noto Sans CJK SC"/>
                <a:ea typeface="Noto Sans CJK SC"/>
                <a:cs typeface="Noto Sans CJK SC"/>
              </a:defRPr>
            </a:lvl3pPr>
            <a:lvl4pPr algn="l">
              <a:defRPr sz="2025" b="1">
                <a:solidFill>
                  <a:srgbClr val="286D9C"/>
                </a:solidFill>
                <a:latin typeface="Noto Sans CJK SC"/>
                <a:ea typeface="Noto Sans CJK SC"/>
                <a:cs typeface="Noto Sans CJK SC"/>
              </a:defRPr>
            </a:lvl4pPr>
            <a:lvl5pPr algn="l">
              <a:defRPr sz="2025" b="1">
                <a:solidFill>
                  <a:srgbClr val="286D9C"/>
                </a:solidFill>
                <a:latin typeface="Noto Sans CJK SC"/>
                <a:ea typeface="Noto Sans CJK SC"/>
                <a:cs typeface="Noto Sans CJK SC"/>
              </a:defRPr>
            </a:lvl5pPr>
            <a:lvl6pPr algn="l">
              <a:defRPr sz="2025" b="1">
                <a:solidFill>
                  <a:srgbClr val="286D9C"/>
                </a:solidFill>
                <a:latin typeface="Noto Sans CJK SC"/>
                <a:ea typeface="Noto Sans CJK SC"/>
                <a:cs typeface="Noto Sans CJK SC"/>
              </a:defRPr>
            </a:lvl6pPr>
            <a:lvl7pPr algn="l">
              <a:defRPr sz="2025" b="1">
                <a:solidFill>
                  <a:srgbClr val="286D9C"/>
                </a:solidFill>
                <a:latin typeface="Noto Sans CJK SC"/>
                <a:ea typeface="Noto Sans CJK SC"/>
                <a:cs typeface="Noto Sans CJK SC"/>
              </a:defRPr>
            </a:lvl7pPr>
            <a:lvl8pPr algn="l">
              <a:defRPr sz="2025" b="1">
                <a:solidFill>
                  <a:srgbClr val="286D9C"/>
                </a:solidFill>
                <a:latin typeface="Noto Sans CJK SC"/>
                <a:ea typeface="Noto Sans CJK SC"/>
                <a:cs typeface="Noto Sans CJK SC"/>
              </a:defRPr>
            </a:lvl8pPr>
            <a:lvl9pPr algn="l">
              <a:defRPr sz="2025" b="1">
                <a:solidFill>
                  <a:srgbClr val="286D9C"/>
                </a:solidFill>
                <a:latin typeface="Noto Sans CJK SC"/>
                <a:ea typeface="Noto Sans CJK SC"/>
                <a:cs typeface="Noto Sans CJK SC"/>
              </a:defRPr>
            </a:lvl9pPr>
          </a:lstStyle>
          <a:p xmlns:a="http://schemas.openxmlformats.org/drawingml/2006/main">
            <a:pPr algn="l">
              <a:defRPr sz="2025" b="1">
                <a:solidFill>
                  <a:srgbClr val="286D9C"/>
                </a:solidFill>
                <a:latin typeface="Noto Sans CJK SC"/>
                <a:ea typeface="Noto Sans CJK SC"/>
                <a:cs typeface="Noto Sans CJK SC"/>
              </a:defRPr>
            </a:pPr>
            <a:r>
              <a:rPr sz="2025" b="1">
                <a:solidFill>
                  <a:srgbClr val="286D9C"/>
                </a:solidFill>
                <a:latin typeface="Noto Sans CJK SC"/>
                <a:ea typeface="Noto Sans CJK SC"/>
                <a:cs typeface="Noto Sans CJK SC"/>
              </a:rPr>
              <a:t>Z = Q(E, hₖ₁, …, hₖK)</a:t>
            </a:r>
          </a:p>
        </p:txBody>
      </p:sp>
      <p:sp>
        <p:nvSpPr>
          <p:cNvPr id="21" name="M1_output">
            <a:extLst xmlns:a="http://schemas.openxmlformats.org/drawingml/2006/main">
              <a:ext uri="{FF2B5EF4-FFF2-40B4-BE49-F238E27FC236}">
                <a16:creationId xmlns:a16="http://schemas.microsoft.com/office/drawing/2014/main" id="{6D4C0214-E6A9-46B5-B997-011656696506}"/>
              </a:ext>
            </a:extLst>
          </p:cNvPr>
          <p:cNvSpPr>
            <a:spLocks xmlns:a="http://schemas.openxmlformats.org/drawingml/2006/main" noGrp="1"/>
          </p:cNvSpPr>
          <p:nvPr/>
        </p:nvSpPr>
        <p:spPr>
          <a:xfrm xmlns:a="http://schemas.openxmlformats.org/drawingml/2006/main">
            <a:off x="647700" y="6286500"/>
            <a:ext cx="43243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lgn="l">
              <a:defRPr sz="1800" b="0">
                <a:solidFill>
                  <a:srgbClr val="233440"/>
                </a:solidFill>
                <a:latin typeface="Noto Sans CJK SC"/>
                <a:ea typeface="Noto Sans CJK SC"/>
                <a:cs typeface="Noto Sans CJK SC"/>
              </a:defRPr>
            </a:defPPr>
            <a:lvl1pPr algn="l">
              <a:defRPr sz="1800" b="0">
                <a:solidFill>
                  <a:srgbClr val="233440"/>
                </a:solidFill>
                <a:latin typeface="Noto Sans CJK SC"/>
                <a:ea typeface="Noto Sans CJK SC"/>
                <a:cs typeface="Noto Sans CJK SC"/>
              </a:defRPr>
            </a:lvl1pPr>
            <a:lvl2pPr algn="l">
              <a:defRPr sz="1800" b="0">
                <a:solidFill>
                  <a:srgbClr val="233440"/>
                </a:solidFill>
                <a:latin typeface="Noto Sans CJK SC"/>
                <a:ea typeface="Noto Sans CJK SC"/>
                <a:cs typeface="Noto Sans CJK SC"/>
              </a:defRPr>
            </a:lvl2pPr>
            <a:lvl3pPr algn="l">
              <a:defRPr sz="1800" b="0">
                <a:solidFill>
                  <a:srgbClr val="233440"/>
                </a:solidFill>
                <a:latin typeface="Noto Sans CJK SC"/>
                <a:ea typeface="Noto Sans CJK SC"/>
                <a:cs typeface="Noto Sans CJK SC"/>
              </a:defRPr>
            </a:lvl3pPr>
            <a:lvl4pPr algn="l">
              <a:defRPr sz="1800" b="0">
                <a:solidFill>
                  <a:srgbClr val="233440"/>
                </a:solidFill>
                <a:latin typeface="Noto Sans CJK SC"/>
                <a:ea typeface="Noto Sans CJK SC"/>
                <a:cs typeface="Noto Sans CJK SC"/>
              </a:defRPr>
            </a:lvl4pPr>
            <a:lvl5pPr algn="l">
              <a:defRPr sz="1800" b="0">
                <a:solidFill>
                  <a:srgbClr val="233440"/>
                </a:solidFill>
                <a:latin typeface="Noto Sans CJK SC"/>
                <a:ea typeface="Noto Sans CJK SC"/>
                <a:cs typeface="Noto Sans CJK SC"/>
              </a:defRPr>
            </a:lvl5pPr>
            <a:lvl6pPr algn="l">
              <a:defRPr sz="1800" b="0">
                <a:solidFill>
                  <a:srgbClr val="233440"/>
                </a:solidFill>
                <a:latin typeface="Noto Sans CJK SC"/>
                <a:ea typeface="Noto Sans CJK SC"/>
                <a:cs typeface="Noto Sans CJK SC"/>
              </a:defRPr>
            </a:lvl6pPr>
            <a:lvl7pPr algn="l">
              <a:defRPr sz="1800" b="0">
                <a:solidFill>
                  <a:srgbClr val="233440"/>
                </a:solidFill>
                <a:latin typeface="Noto Sans CJK SC"/>
                <a:ea typeface="Noto Sans CJK SC"/>
                <a:cs typeface="Noto Sans CJK SC"/>
              </a:defRPr>
            </a:lvl7pPr>
            <a:lvl8pPr algn="l">
              <a:defRPr sz="1800" b="0">
                <a:solidFill>
                  <a:srgbClr val="233440"/>
                </a:solidFill>
                <a:latin typeface="Noto Sans CJK SC"/>
                <a:ea typeface="Noto Sans CJK SC"/>
                <a:cs typeface="Noto Sans CJK SC"/>
              </a:defRPr>
            </a:lvl8pPr>
            <a:lvl9pPr algn="l">
              <a:defRPr sz="1800" b="0">
                <a:solidFill>
                  <a:srgbClr val="233440"/>
                </a:solidFill>
                <a:latin typeface="Noto Sans CJK SC"/>
                <a:ea typeface="Noto Sans CJK SC"/>
                <a:cs typeface="Noto Sans CJK SC"/>
              </a:defRPr>
            </a:lvl9pPr>
          </a:lstStyle>
          <a:p xmlns:a="http://schemas.openxmlformats.org/drawingml/2006/main">
            <a:pPr algn="l">
              <a:defRPr sz="1800" b="0">
                <a:solidFill>
                  <a:srgbClr val="233440"/>
                </a:solidFill>
                <a:latin typeface="Noto Sans CJK SC"/>
                <a:ea typeface="Noto Sans CJK SC"/>
                <a:cs typeface="Noto Sans CJK SC"/>
              </a:defRPr>
            </a:pPr>
            <a:r>
              <a:rPr sz="1800" b="0">
                <a:solidFill>
                  <a:srgbClr val="233440"/>
                </a:solidFill>
                <a:latin typeface="Noto Sans CJK SC"/>
                <a:ea typeface="Noto Sans CJK SC"/>
                <a:cs typeface="Noto Sans CJK SC"/>
              </a:rPr>
              <a:t>输出 P(Z | s,m,a)</a:t>
            </a:r>
          </a:p>
          <a:p xmlns:a="http://schemas.openxmlformats.org/drawingml/2006/main">
            <a:pPr algn="l">
              <a:defRPr sz="1800" b="0">
                <a:solidFill>
                  <a:srgbClr val="233440"/>
                </a:solidFill>
                <a:latin typeface="Noto Sans CJK SC"/>
                <a:ea typeface="Noto Sans CJK SC"/>
                <a:cs typeface="Noto Sans CJK SC"/>
              </a:defRPr>
            </a:pPr>
            <a:r>
              <a:rPr sz="1800" b="0">
                <a:solidFill>
                  <a:srgbClr val="233440"/>
                </a:solidFill>
                <a:latin typeface="Noto Sans CJK SC"/>
                <a:ea typeface="Noto Sans CJK SC"/>
                <a:cs typeface="Noto Sans CJK SC"/>
              </a:rPr>
              <a:t>同一物理块联合计数一次</a:t>
            </a:r>
          </a:p>
        </p:txBody>
      </p:sp>
      <p:sp>
        <p:nvSpPr>
          <p:cNvPr id="22" name="M1_gate_note">
            <a:extLst xmlns:a="http://schemas.openxmlformats.org/drawingml/2006/main">
              <a:ext uri="{FF2B5EF4-FFF2-40B4-BE49-F238E27FC236}">
                <a16:creationId xmlns:a16="http://schemas.microsoft.com/office/drawing/2014/main" id="{399A5083-44EC-4A2C-A558-EF47E28D63FF}"/>
              </a:ext>
            </a:extLst>
          </p:cNvPr>
          <p:cNvSpPr>
            <a:spLocks xmlns:a="http://schemas.openxmlformats.org/drawingml/2006/main" noGrp="1"/>
          </p:cNvSpPr>
          <p:nvPr/>
        </p:nvSpPr>
        <p:spPr>
          <a:xfrm xmlns:a="http://schemas.openxmlformats.org/drawingml/2006/main">
            <a:off x="647700" y="7219950"/>
            <a:ext cx="43243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lgn="l">
              <a:defRPr sz="1575" b="0">
                <a:solidFill>
                  <a:srgbClr val="A24739"/>
                </a:solidFill>
                <a:latin typeface="Noto Sans CJK SC"/>
                <a:ea typeface="Noto Sans CJK SC"/>
                <a:cs typeface="Noto Sans CJK SC"/>
              </a:defRPr>
            </a:defPPr>
            <a:lvl1pPr algn="l">
              <a:defRPr sz="1575" b="0">
                <a:solidFill>
                  <a:srgbClr val="A24739"/>
                </a:solidFill>
                <a:latin typeface="Noto Sans CJK SC"/>
                <a:ea typeface="Noto Sans CJK SC"/>
                <a:cs typeface="Noto Sans CJK SC"/>
              </a:defRPr>
            </a:lvl1pPr>
            <a:lvl2pPr algn="l">
              <a:defRPr sz="1575" b="0">
                <a:solidFill>
                  <a:srgbClr val="A24739"/>
                </a:solidFill>
                <a:latin typeface="Noto Sans CJK SC"/>
                <a:ea typeface="Noto Sans CJK SC"/>
                <a:cs typeface="Noto Sans CJK SC"/>
              </a:defRPr>
            </a:lvl2pPr>
            <a:lvl3pPr algn="l">
              <a:defRPr sz="1575" b="0">
                <a:solidFill>
                  <a:srgbClr val="A24739"/>
                </a:solidFill>
                <a:latin typeface="Noto Sans CJK SC"/>
                <a:ea typeface="Noto Sans CJK SC"/>
                <a:cs typeface="Noto Sans CJK SC"/>
              </a:defRPr>
            </a:lvl3pPr>
            <a:lvl4pPr algn="l">
              <a:defRPr sz="1575" b="0">
                <a:solidFill>
                  <a:srgbClr val="A24739"/>
                </a:solidFill>
                <a:latin typeface="Noto Sans CJK SC"/>
                <a:ea typeface="Noto Sans CJK SC"/>
                <a:cs typeface="Noto Sans CJK SC"/>
              </a:defRPr>
            </a:lvl4pPr>
            <a:lvl5pPr algn="l">
              <a:defRPr sz="1575" b="0">
                <a:solidFill>
                  <a:srgbClr val="A24739"/>
                </a:solidFill>
                <a:latin typeface="Noto Sans CJK SC"/>
                <a:ea typeface="Noto Sans CJK SC"/>
                <a:cs typeface="Noto Sans CJK SC"/>
              </a:defRPr>
            </a:lvl5pPr>
            <a:lvl6pPr algn="l">
              <a:defRPr sz="1575" b="0">
                <a:solidFill>
                  <a:srgbClr val="A24739"/>
                </a:solidFill>
                <a:latin typeface="Noto Sans CJK SC"/>
                <a:ea typeface="Noto Sans CJK SC"/>
                <a:cs typeface="Noto Sans CJK SC"/>
              </a:defRPr>
            </a:lvl6pPr>
            <a:lvl7pPr algn="l">
              <a:defRPr sz="1575" b="0">
                <a:solidFill>
                  <a:srgbClr val="A24739"/>
                </a:solidFill>
                <a:latin typeface="Noto Sans CJK SC"/>
                <a:ea typeface="Noto Sans CJK SC"/>
                <a:cs typeface="Noto Sans CJK SC"/>
              </a:defRPr>
            </a:lvl7pPr>
            <a:lvl8pPr algn="l">
              <a:defRPr sz="1575" b="0">
                <a:solidFill>
                  <a:srgbClr val="A24739"/>
                </a:solidFill>
                <a:latin typeface="Noto Sans CJK SC"/>
                <a:ea typeface="Noto Sans CJK SC"/>
                <a:cs typeface="Noto Sans CJK SC"/>
              </a:defRPr>
            </a:lvl8pPr>
            <a:lvl9pPr algn="l">
              <a:defRPr sz="1575" b="0">
                <a:solidFill>
                  <a:srgbClr val="A24739"/>
                </a:solidFill>
                <a:latin typeface="Noto Sans CJK SC"/>
                <a:ea typeface="Noto Sans CJK SC"/>
                <a:cs typeface="Noto Sans CJK SC"/>
              </a:defRPr>
            </a:lvl9pPr>
          </a:lstStyle>
          <a:p xmlns:a="http://schemas.openxmlformats.org/drawingml/2006/main">
            <a:pPr algn="l">
              <a:defRPr sz="1575" b="0">
                <a:solidFill>
                  <a:srgbClr val="A24739"/>
                </a:solidFill>
                <a:latin typeface="Noto Sans CJK SC"/>
                <a:ea typeface="Noto Sans CJK SC"/>
                <a:cs typeface="Noto Sans CJK SC"/>
              </a:defRPr>
            </a:pPr>
            <a:r>
              <a:rPr sz="1575" b="0">
                <a:solidFill>
                  <a:srgbClr val="A24739"/>
                </a:solidFill>
                <a:latin typeface="Noto Sans CJK SC"/>
                <a:ea typeface="Noto Sans CJK SC"/>
                <a:cs typeface="Noto Sans CJK SC"/>
              </a:rPr>
              <a:t>静态两点可用</a:t>
            </a:r>
          </a:p>
          <a:p xmlns:a="http://schemas.openxmlformats.org/drawingml/2006/main">
            <a:pPr algn="l">
              <a:defRPr sz="1575" b="0">
                <a:solidFill>
                  <a:srgbClr val="A24739"/>
                </a:solidFill>
                <a:latin typeface="Noto Sans CJK SC"/>
                <a:ea typeface="Noto Sans CJK SC"/>
                <a:cs typeface="Noto Sans CJK SC"/>
              </a:defRPr>
            </a:pPr>
            <a:r>
              <a:rPr sz="1575" b="0">
                <a:solidFill>
                  <a:srgbClr val="A24739"/>
                </a:solidFill>
                <a:latin typeface="Noto Sans CJK SC"/>
                <a:ea typeface="Noto Sans CJK SC"/>
                <a:cs typeface="Noto Sans CJK SC"/>
              </a:rPr>
              <a:t>动态滤波须通过连续钟与带宽门</a:t>
            </a:r>
          </a:p>
        </p:txBody>
      </p:sp>
      <p:sp>
        <p:nvSpPr>
          <p:cNvPr id="23" name="M2_detail_title">
            <a:extLst xmlns:a="http://schemas.openxmlformats.org/drawingml/2006/main">
              <a:ext uri="{FF2B5EF4-FFF2-40B4-BE49-F238E27FC236}">
                <a16:creationId xmlns:a16="http://schemas.microsoft.com/office/drawing/2014/main" id="{AE003083-A363-4E33-97DC-D49263A80809}"/>
              </a:ext>
            </a:extLst>
          </p:cNvPr>
          <p:cNvSpPr>
            <a:spLocks xmlns:a="http://schemas.openxmlformats.org/drawingml/2006/main" noGrp="1"/>
          </p:cNvSpPr>
          <p:nvPr/>
        </p:nvSpPr>
        <p:spPr>
          <a:xfrm xmlns:a="http://schemas.openxmlformats.org/drawingml/2006/main">
            <a:off x="5505450" y="1200150"/>
            <a:ext cx="4400550"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lgn="l">
              <a:defRPr sz="2175" b="1">
                <a:solidFill>
                  <a:srgbClr val="247F70"/>
                </a:solidFill>
                <a:latin typeface="Noto Sans CJK SC"/>
                <a:ea typeface="Noto Sans CJK SC"/>
                <a:cs typeface="Noto Sans CJK SC"/>
              </a:defRPr>
            </a:defPPr>
            <a:lvl1pPr algn="l">
              <a:defRPr sz="2175" b="1">
                <a:solidFill>
                  <a:srgbClr val="247F70"/>
                </a:solidFill>
                <a:latin typeface="Noto Sans CJK SC"/>
                <a:ea typeface="Noto Sans CJK SC"/>
                <a:cs typeface="Noto Sans CJK SC"/>
              </a:defRPr>
            </a:lvl1pPr>
            <a:lvl2pPr algn="l">
              <a:defRPr sz="2175" b="1">
                <a:solidFill>
                  <a:srgbClr val="247F70"/>
                </a:solidFill>
                <a:latin typeface="Noto Sans CJK SC"/>
                <a:ea typeface="Noto Sans CJK SC"/>
                <a:cs typeface="Noto Sans CJK SC"/>
              </a:defRPr>
            </a:lvl2pPr>
            <a:lvl3pPr algn="l">
              <a:defRPr sz="2175" b="1">
                <a:solidFill>
                  <a:srgbClr val="247F70"/>
                </a:solidFill>
                <a:latin typeface="Noto Sans CJK SC"/>
                <a:ea typeface="Noto Sans CJK SC"/>
                <a:cs typeface="Noto Sans CJK SC"/>
              </a:defRPr>
            </a:lvl3pPr>
            <a:lvl4pPr algn="l">
              <a:defRPr sz="2175" b="1">
                <a:solidFill>
                  <a:srgbClr val="247F70"/>
                </a:solidFill>
                <a:latin typeface="Noto Sans CJK SC"/>
                <a:ea typeface="Noto Sans CJK SC"/>
                <a:cs typeface="Noto Sans CJK SC"/>
              </a:defRPr>
            </a:lvl4pPr>
            <a:lvl5pPr algn="l">
              <a:defRPr sz="2175" b="1">
                <a:solidFill>
                  <a:srgbClr val="247F70"/>
                </a:solidFill>
                <a:latin typeface="Noto Sans CJK SC"/>
                <a:ea typeface="Noto Sans CJK SC"/>
                <a:cs typeface="Noto Sans CJK SC"/>
              </a:defRPr>
            </a:lvl5pPr>
            <a:lvl6pPr algn="l">
              <a:defRPr sz="2175" b="1">
                <a:solidFill>
                  <a:srgbClr val="247F70"/>
                </a:solidFill>
                <a:latin typeface="Noto Sans CJK SC"/>
                <a:ea typeface="Noto Sans CJK SC"/>
                <a:cs typeface="Noto Sans CJK SC"/>
              </a:defRPr>
            </a:lvl6pPr>
            <a:lvl7pPr algn="l">
              <a:defRPr sz="2175" b="1">
                <a:solidFill>
                  <a:srgbClr val="247F70"/>
                </a:solidFill>
                <a:latin typeface="Noto Sans CJK SC"/>
                <a:ea typeface="Noto Sans CJK SC"/>
                <a:cs typeface="Noto Sans CJK SC"/>
              </a:defRPr>
            </a:lvl7pPr>
            <a:lvl8pPr algn="l">
              <a:defRPr sz="2175" b="1">
                <a:solidFill>
                  <a:srgbClr val="247F70"/>
                </a:solidFill>
                <a:latin typeface="Noto Sans CJK SC"/>
                <a:ea typeface="Noto Sans CJK SC"/>
                <a:cs typeface="Noto Sans CJK SC"/>
              </a:defRPr>
            </a:lvl8pPr>
            <a:lvl9pPr algn="l">
              <a:defRPr sz="2175" b="1">
                <a:solidFill>
                  <a:srgbClr val="247F70"/>
                </a:solidFill>
                <a:latin typeface="Noto Sans CJK SC"/>
                <a:ea typeface="Noto Sans CJK SC"/>
                <a:cs typeface="Noto Sans CJK SC"/>
              </a:defRPr>
            </a:lvl9pPr>
          </a:lstStyle>
          <a:p xmlns:a="http://schemas.openxmlformats.org/drawingml/2006/main">
            <a:pPr algn="l">
              <a:defRPr sz="2175" b="1">
                <a:solidFill>
                  <a:srgbClr val="247F70"/>
                </a:solidFill>
                <a:latin typeface="Noto Sans CJK SC"/>
                <a:ea typeface="Noto Sans CJK SC"/>
                <a:cs typeface="Noto Sans CJK SC"/>
              </a:defRPr>
            </a:pPr>
            <a:r>
              <a:rPr sz="2175" b="1">
                <a:solidFill>
                  <a:srgbClr val="247F70"/>
                </a:solidFill>
                <a:latin typeface="Noto Sans CJK SC"/>
                <a:ea typeface="Noto Sans CJK SC"/>
                <a:cs typeface="Noto Sans CJK SC"/>
              </a:rPr>
              <a:t>M2 返回方向管与判别几何</a:t>
            </a:r>
          </a:p>
        </p:txBody>
      </p:sp>
      <p:sp>
        <p:nvSpPr>
          <p:cNvPr id="24" name="M2_detail_geometry_tube">
            <a:extLst xmlns:a="http://schemas.openxmlformats.org/drawingml/2006/main">
              <a:ext uri="{FF2B5EF4-FFF2-40B4-BE49-F238E27FC236}">
                <a16:creationId xmlns:a16="http://schemas.microsoft.com/office/drawing/2014/main" id="{4DA8C8E3-2485-4B11-A5B4-F8B387639F87}"/>
              </a:ext>
            </a:extLst>
          </p:cNvPr>
          <p:cNvSpPr>
            <a:spLocks xmlns:a="http://schemas.openxmlformats.org/drawingml/2006/main" noGrp="1"/>
          </p:cNvSpPr>
          <p:nvPr/>
        </p:nvSpPr>
        <p:spPr>
          <a:xfrm xmlns:a="http://schemas.openxmlformats.org/drawingml/2006/main">
            <a:off x="5841111" y="1970342"/>
            <a:ext cx="3691890" cy="1362075"/>
          </a:xfrm>
          <a:custGeom xmlns:a="http://schemas.openxmlformats.org/drawingml/2006/main">
            <a:pathLst>
              <a:path w="3691890" h="1362075">
                <a:moveTo>
                  <a:pt x="0" y="790004"/>
                </a:moveTo>
                <a:lnTo>
                  <a:pt x="2914650" y="0"/>
                </a:lnTo>
                <a:lnTo>
                  <a:pt x="3691890" y="435864"/>
                </a:lnTo>
                <a:lnTo>
                  <a:pt x="1088136" y="1225868"/>
                </a:lnTo>
                <a:lnTo>
                  <a:pt x="0" y="790004"/>
                </a:lnTo>
              </a:path>
            </a:pathLst>
          </a:custGeom>
          <a:solidFill xmlns:a="http://schemas.openxmlformats.org/drawingml/2006/main">
            <a:srgbClr val="EEF7F3"/>
          </a:solidFill>
          <a:ln xmlns:a="http://schemas.openxmlformats.org/drawingml/2006/main" w="14288">
            <a:solidFill>
              <a:srgbClr val="247F70"/>
            </a:solidFill>
            <a:prstDash val="solid"/>
          </a:ln>
        </p:spPr>
      </p:sp>
      <p:sp>
        <p:nvSpPr>
          <p:cNvPr id="25" name="M2_detail_geometry_return_a">
            <a:extLst xmlns:a="http://schemas.openxmlformats.org/drawingml/2006/main">
              <a:ext uri="{FF2B5EF4-FFF2-40B4-BE49-F238E27FC236}">
                <a16:creationId xmlns:a16="http://schemas.microsoft.com/office/drawing/2014/main" id="{8D478D02-AF7B-4F65-A392-24A234767607}"/>
              </a:ext>
            </a:extLst>
          </p:cNvPr>
          <p:cNvSpPr>
            <a:spLocks xmlns:a="http://schemas.openxmlformats.org/drawingml/2006/main" noGrp="1"/>
          </p:cNvSpPr>
          <p:nvPr/>
        </p:nvSpPr>
        <p:spPr>
          <a:xfrm xmlns:a="http://schemas.openxmlformats.org/drawingml/2006/main">
            <a:off x="6152007" y="2991898"/>
            <a:ext cx="1905" cy="1905"/>
          </a:xfrm>
          <a:prstGeom xmlns:a="http://schemas.openxmlformats.org/drawingml/2006/main" prst="rect">
            <a:avLst/>
          </a:prstGeom>
          <a:noFill xmlns:a="http://schemas.openxmlformats.org/drawingml/2006/main"/>
          <a:ln xmlns:a="http://schemas.openxmlformats.org/drawingml/2006/main" w="13335">
            <a:noFill/>
            <a:prstDash val="solid"/>
          </a:ln>
        </p:spPr>
      </p:sp>
      <p:sp>
        <p:nvSpPr>
          <p:cNvPr id="26" name="M2_detail_geometry_return_b">
            <a:extLst xmlns:a="http://schemas.openxmlformats.org/drawingml/2006/main">
              <a:ext uri="{FF2B5EF4-FFF2-40B4-BE49-F238E27FC236}">
                <a16:creationId xmlns:a16="http://schemas.microsoft.com/office/drawing/2014/main" id="{3A6B695D-D4BC-4BCA-9275-6C936ED6E0D9}"/>
              </a:ext>
            </a:extLst>
          </p:cNvPr>
          <p:cNvSpPr>
            <a:spLocks xmlns:a="http://schemas.openxmlformats.org/drawingml/2006/main" noGrp="1"/>
          </p:cNvSpPr>
          <p:nvPr/>
        </p:nvSpPr>
        <p:spPr>
          <a:xfrm xmlns:a="http://schemas.openxmlformats.org/drawingml/2006/main">
            <a:off x="8755761" y="2174653"/>
            <a:ext cx="1905" cy="1905"/>
          </a:xfrm>
          <a:prstGeom xmlns:a="http://schemas.openxmlformats.org/drawingml/2006/main" prst="rect">
            <a:avLst/>
          </a:prstGeom>
          <a:noFill xmlns:a="http://schemas.openxmlformats.org/drawingml/2006/main"/>
          <a:ln xmlns:a="http://schemas.openxmlformats.org/drawingml/2006/main" w="13335">
            <a:noFill/>
            <a:prstDash val="solid"/>
          </a:ln>
        </p:spPr>
      </p:sp>
      <p:cxnSp>
        <p:nvCxnSpPr>
          <p:cNvPr id="27" name="">
            <a:extLst xmlns:a="http://schemas.openxmlformats.org/drawingml/2006/main">
              <a:ext uri="{FF2B5EF4-FFF2-40B4-BE49-F238E27FC236}">
                <a16:creationId xmlns:a16="http://schemas.microsoft.com/office/drawing/2014/main" id="{87D25533-F8BB-4500-A24A-445BF7627459}"/>
              </a:ext>
            </a:extLst>
          </p:cNvPr>
          <p:cNvCxnSpPr>
            <a:stCxn xmlns:a="http://schemas.openxmlformats.org/drawingml/2006/main" id="25" idx="3"/>
            <a:endCxn xmlns:a="http://schemas.openxmlformats.org/drawingml/2006/main" id="26" idx="1"/>
          </p:cNvCxnSpPr>
          <p:nvPr/>
        </p:nvCxnSpPr>
        <p:spPr>
          <a:xfrm xmlns:a="http://schemas.openxmlformats.org/drawingml/2006/main" flipV="1">
            <a:off x="6153912" y="2175606"/>
            <a:ext cx="2601849" cy="817245"/>
          </a:xfrm>
          <a:prstGeom xmlns:a="http://schemas.openxmlformats.org/drawingml/2006/main" prst="straightConnector1">
            <a:avLst/>
          </a:prstGeom>
          <a:ln xmlns:a="http://schemas.openxmlformats.org/drawingml/2006/main" w="20955">
            <a:solidFill>
              <a:srgbClr val="247F70"/>
            </a:solidFill>
            <a:prstDash val="solid"/>
            <a:tailEnd type="triangle" w="med" len="med"/>
          </a:ln>
        </p:spPr>
      </p:cxnSp>
      <p:sp>
        <p:nvSpPr>
          <p:cNvPr id="28" name="M2_detail_geometry_baseline">
            <a:extLst xmlns:a="http://schemas.openxmlformats.org/drawingml/2006/main">
              <a:ext uri="{FF2B5EF4-FFF2-40B4-BE49-F238E27FC236}">
                <a16:creationId xmlns:a16="http://schemas.microsoft.com/office/drawing/2014/main" id="{416F4641-AFD6-4DD9-97DF-5D6808F656FF}"/>
              </a:ext>
            </a:extLst>
          </p:cNvPr>
          <p:cNvSpPr>
            <a:spLocks xmlns:a="http://schemas.openxmlformats.org/drawingml/2006/main" noGrp="1"/>
          </p:cNvSpPr>
          <p:nvPr/>
        </p:nvSpPr>
        <p:spPr>
          <a:xfrm xmlns:a="http://schemas.openxmlformats.org/drawingml/2006/main" flipH="0" flipV="1">
            <a:off x="6890385" y="2610517"/>
            <a:ext cx="1554480" cy="381381"/>
          </a:xfrm>
          <a:prstGeom xmlns:a="http://schemas.openxmlformats.org/drawingml/2006/main" prst="line">
            <a:avLst/>
          </a:prstGeom>
          <a:noFill xmlns:a="http://schemas.openxmlformats.org/drawingml/2006/main"/>
          <a:ln xmlns:a="http://schemas.openxmlformats.org/drawingml/2006/main" w="26670">
            <a:solidFill>
              <a:srgbClr val="233440"/>
            </a:solidFill>
            <a:prstDash val="solid"/>
          </a:ln>
        </p:spPr>
      </p:sp>
      <p:sp>
        <p:nvSpPr>
          <p:cNvPr id="29" name="M2_detail_geometry_L">
            <a:extLst xmlns:a="http://schemas.openxmlformats.org/drawingml/2006/main">
              <a:ext uri="{FF2B5EF4-FFF2-40B4-BE49-F238E27FC236}">
                <a16:creationId xmlns:a16="http://schemas.microsoft.com/office/drawing/2014/main" id="{ECA4C983-5427-4321-9A0A-4F91E5AB4CD5}"/>
              </a:ext>
            </a:extLst>
          </p:cNvPr>
          <p:cNvSpPr>
            <a:spLocks xmlns:a="http://schemas.openxmlformats.org/drawingml/2006/main" noGrp="1"/>
          </p:cNvSpPr>
          <p:nvPr/>
        </p:nvSpPr>
        <p:spPr>
          <a:xfrm xmlns:a="http://schemas.openxmlformats.org/drawingml/2006/main">
            <a:off x="6823710" y="2925223"/>
            <a:ext cx="133350" cy="133350"/>
          </a:xfrm>
          <a:prstGeom xmlns:a="http://schemas.openxmlformats.org/drawingml/2006/main" prst="ellipse">
            <a:avLst/>
          </a:prstGeom>
          <a:solidFill xmlns:a="http://schemas.openxmlformats.org/drawingml/2006/main">
            <a:srgbClr val="FFFFFF"/>
          </a:solidFill>
          <a:ln xmlns:a="http://schemas.openxmlformats.org/drawingml/2006/main" w="22860">
            <a:solidFill>
              <a:srgbClr val="286D9C"/>
            </a:solidFill>
            <a:prstDash val="solid"/>
          </a:ln>
        </p:spPr>
      </p:sp>
      <p:sp>
        <p:nvSpPr>
          <p:cNvPr id="30" name="M2_detail_geometry_R">
            <a:extLst xmlns:a="http://schemas.openxmlformats.org/drawingml/2006/main">
              <a:ext uri="{FF2B5EF4-FFF2-40B4-BE49-F238E27FC236}">
                <a16:creationId xmlns:a16="http://schemas.microsoft.com/office/drawing/2014/main" id="{CFB60EA1-2770-4B1A-A638-CE0F45F14272}"/>
              </a:ext>
            </a:extLst>
          </p:cNvPr>
          <p:cNvSpPr>
            <a:spLocks xmlns:a="http://schemas.openxmlformats.org/drawingml/2006/main" noGrp="1"/>
          </p:cNvSpPr>
          <p:nvPr/>
        </p:nvSpPr>
        <p:spPr>
          <a:xfrm xmlns:a="http://schemas.openxmlformats.org/drawingml/2006/main">
            <a:off x="8378190" y="2543842"/>
            <a:ext cx="133350" cy="133350"/>
          </a:xfrm>
          <a:prstGeom xmlns:a="http://schemas.openxmlformats.org/drawingml/2006/main" prst="ellipse">
            <a:avLst/>
          </a:prstGeom>
          <a:solidFill xmlns:a="http://schemas.openxmlformats.org/drawingml/2006/main">
            <a:srgbClr val="FFFFFF"/>
          </a:solidFill>
          <a:ln xmlns:a="http://schemas.openxmlformats.org/drawingml/2006/main" w="22860">
            <a:solidFill>
              <a:srgbClr val="B16B26"/>
            </a:solidFill>
            <a:prstDash val="solid"/>
          </a:ln>
        </p:spPr>
      </p:sp>
      <p:sp>
        <p:nvSpPr>
          <p:cNvPr id="31" name="M2_detail_geometry_center">
            <a:extLst xmlns:a="http://schemas.openxmlformats.org/drawingml/2006/main">
              <a:ext uri="{FF2B5EF4-FFF2-40B4-BE49-F238E27FC236}">
                <a16:creationId xmlns:a16="http://schemas.microsoft.com/office/drawing/2014/main" id="{9078E6AC-EADE-42DF-B4BB-965BDAAA000A}"/>
              </a:ext>
            </a:extLst>
          </p:cNvPr>
          <p:cNvSpPr>
            <a:spLocks xmlns:a="http://schemas.openxmlformats.org/drawingml/2006/main" noGrp="1"/>
          </p:cNvSpPr>
          <p:nvPr/>
        </p:nvSpPr>
        <p:spPr>
          <a:xfrm xmlns:a="http://schemas.openxmlformats.org/drawingml/2006/main">
            <a:off x="7629525" y="2763107"/>
            <a:ext cx="76200" cy="76200"/>
          </a:xfrm>
          <a:prstGeom xmlns:a="http://schemas.openxmlformats.org/drawingml/2006/main" prst="ellipse">
            <a:avLst/>
          </a:prstGeom>
          <a:solidFill xmlns:a="http://schemas.openxmlformats.org/drawingml/2006/main">
            <a:srgbClr val="233440"/>
          </a:solidFill>
          <a:ln xmlns:a="http://schemas.openxmlformats.org/drawingml/2006/main" w="9525">
            <a:solidFill>
              <a:srgbClr val="233440"/>
            </a:solidFill>
            <a:prstDash val="solid"/>
          </a:ln>
        </p:spPr>
      </p:sp>
      <p:sp>
        <p:nvSpPr>
          <p:cNvPr id="32" name="M2_detail_geometry_q">
            <a:extLst xmlns:a="http://schemas.openxmlformats.org/drawingml/2006/main">
              <a:ext uri="{FF2B5EF4-FFF2-40B4-BE49-F238E27FC236}">
                <a16:creationId xmlns:a16="http://schemas.microsoft.com/office/drawing/2014/main" id="{E5BB8B5D-4FD5-464C-A29D-ABEF6ADE1EBE}"/>
              </a:ext>
            </a:extLst>
          </p:cNvPr>
          <p:cNvSpPr>
            <a:spLocks xmlns:a="http://schemas.openxmlformats.org/drawingml/2006/main" noGrp="1"/>
          </p:cNvSpPr>
          <p:nvPr/>
        </p:nvSpPr>
        <p:spPr>
          <a:xfrm xmlns:a="http://schemas.openxmlformats.org/drawingml/2006/main">
            <a:off x="7724775" y="2839307"/>
            <a:ext cx="2857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lgn="l">
              <a:defRPr sz="1650" b="0">
                <a:solidFill>
                  <a:srgbClr val="233440"/>
                </a:solidFill>
                <a:latin typeface="Noto Sans CJK SC"/>
                <a:ea typeface="Noto Sans CJK SC"/>
                <a:cs typeface="Noto Sans CJK SC"/>
              </a:defRPr>
            </a:defPPr>
            <a:lvl1pPr algn="l">
              <a:defRPr sz="1650" b="0">
                <a:solidFill>
                  <a:srgbClr val="233440"/>
                </a:solidFill>
                <a:latin typeface="Noto Sans CJK SC"/>
                <a:ea typeface="Noto Sans CJK SC"/>
                <a:cs typeface="Noto Sans CJK SC"/>
              </a:defRPr>
            </a:lvl1pPr>
            <a:lvl2pPr algn="l">
              <a:defRPr sz="1650" b="0">
                <a:solidFill>
                  <a:srgbClr val="233440"/>
                </a:solidFill>
                <a:latin typeface="Noto Sans CJK SC"/>
                <a:ea typeface="Noto Sans CJK SC"/>
                <a:cs typeface="Noto Sans CJK SC"/>
              </a:defRPr>
            </a:lvl2pPr>
            <a:lvl3pPr algn="l">
              <a:defRPr sz="1650" b="0">
                <a:solidFill>
                  <a:srgbClr val="233440"/>
                </a:solidFill>
                <a:latin typeface="Noto Sans CJK SC"/>
                <a:ea typeface="Noto Sans CJK SC"/>
                <a:cs typeface="Noto Sans CJK SC"/>
              </a:defRPr>
            </a:lvl3pPr>
            <a:lvl4pPr algn="l">
              <a:defRPr sz="1650" b="0">
                <a:solidFill>
                  <a:srgbClr val="233440"/>
                </a:solidFill>
                <a:latin typeface="Noto Sans CJK SC"/>
                <a:ea typeface="Noto Sans CJK SC"/>
                <a:cs typeface="Noto Sans CJK SC"/>
              </a:defRPr>
            </a:lvl4pPr>
            <a:lvl5pPr algn="l">
              <a:defRPr sz="1650" b="0">
                <a:solidFill>
                  <a:srgbClr val="233440"/>
                </a:solidFill>
                <a:latin typeface="Noto Sans CJK SC"/>
                <a:ea typeface="Noto Sans CJK SC"/>
                <a:cs typeface="Noto Sans CJK SC"/>
              </a:defRPr>
            </a:lvl5pPr>
            <a:lvl6pPr algn="l">
              <a:defRPr sz="1650" b="0">
                <a:solidFill>
                  <a:srgbClr val="233440"/>
                </a:solidFill>
                <a:latin typeface="Noto Sans CJK SC"/>
                <a:ea typeface="Noto Sans CJK SC"/>
                <a:cs typeface="Noto Sans CJK SC"/>
              </a:defRPr>
            </a:lvl6pPr>
            <a:lvl7pPr algn="l">
              <a:defRPr sz="1650" b="0">
                <a:solidFill>
                  <a:srgbClr val="233440"/>
                </a:solidFill>
                <a:latin typeface="Noto Sans CJK SC"/>
                <a:ea typeface="Noto Sans CJK SC"/>
                <a:cs typeface="Noto Sans CJK SC"/>
              </a:defRPr>
            </a:lvl7pPr>
            <a:lvl8pPr algn="l">
              <a:defRPr sz="1650" b="0">
                <a:solidFill>
                  <a:srgbClr val="233440"/>
                </a:solidFill>
                <a:latin typeface="Noto Sans CJK SC"/>
                <a:ea typeface="Noto Sans CJK SC"/>
                <a:cs typeface="Noto Sans CJK SC"/>
              </a:defRPr>
            </a:lvl8pPr>
            <a:lvl9pPr algn="l">
              <a:defRPr sz="1650" b="0">
                <a:solidFill>
                  <a:srgbClr val="233440"/>
                </a:solidFill>
                <a:latin typeface="Noto Sans CJK SC"/>
                <a:ea typeface="Noto Sans CJK SC"/>
                <a:cs typeface="Noto Sans CJK SC"/>
              </a:defRPr>
            </a:lvl9pPr>
          </a:lstStyle>
          <a:p xmlns:a="http://schemas.openxmlformats.org/drawingml/2006/main">
            <a:pPr algn="l">
              <a:defRPr sz="1650" b="0">
                <a:solidFill>
                  <a:srgbClr val="233440"/>
                </a:solidFill>
                <a:latin typeface="Noto Sans CJK SC"/>
                <a:ea typeface="Noto Sans CJK SC"/>
                <a:cs typeface="Noto Sans CJK SC"/>
              </a:defRPr>
            </a:pPr>
            <a:r>
              <a:rPr sz="1650" b="0">
                <a:solidFill>
                  <a:srgbClr val="233440"/>
                </a:solidFill>
                <a:latin typeface="Noto Sans CJK SC"/>
                <a:ea typeface="Noto Sans CJK SC"/>
                <a:cs typeface="Noto Sans CJK SC"/>
              </a:rPr>
              <a:t>q</a:t>
            </a:r>
          </a:p>
        </p:txBody>
      </p:sp>
      <p:sp>
        <p:nvSpPr>
          <p:cNvPr id="33" name="M2_detail_geometry_d">
            <a:extLst xmlns:a="http://schemas.openxmlformats.org/drawingml/2006/main">
              <a:ext uri="{FF2B5EF4-FFF2-40B4-BE49-F238E27FC236}">
                <a16:creationId xmlns:a16="http://schemas.microsoft.com/office/drawing/2014/main" id="{F5A7CFB6-52DD-4CF8-B272-6ECBCB4CD4BF}"/>
              </a:ext>
            </a:extLst>
          </p:cNvPr>
          <p:cNvSpPr>
            <a:spLocks xmlns:a="http://schemas.openxmlformats.org/drawingml/2006/main" noGrp="1"/>
          </p:cNvSpPr>
          <p:nvPr/>
        </p:nvSpPr>
        <p:spPr>
          <a:xfrm xmlns:a="http://schemas.openxmlformats.org/drawingml/2006/main">
            <a:off x="8096250" y="3039332"/>
            <a:ext cx="762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lgn="l">
              <a:defRPr sz="1650" b="0">
                <a:solidFill>
                  <a:srgbClr val="233440"/>
                </a:solidFill>
                <a:latin typeface="Noto Sans CJK SC"/>
                <a:ea typeface="Noto Sans CJK SC"/>
                <a:cs typeface="Noto Sans CJK SC"/>
              </a:defRPr>
            </a:defPPr>
            <a:lvl1pPr algn="l">
              <a:defRPr sz="1650" b="0">
                <a:solidFill>
                  <a:srgbClr val="233440"/>
                </a:solidFill>
                <a:latin typeface="Noto Sans CJK SC"/>
                <a:ea typeface="Noto Sans CJK SC"/>
                <a:cs typeface="Noto Sans CJK SC"/>
              </a:defRPr>
            </a:lvl1pPr>
            <a:lvl2pPr algn="l">
              <a:defRPr sz="1650" b="0">
                <a:solidFill>
                  <a:srgbClr val="233440"/>
                </a:solidFill>
                <a:latin typeface="Noto Sans CJK SC"/>
                <a:ea typeface="Noto Sans CJK SC"/>
                <a:cs typeface="Noto Sans CJK SC"/>
              </a:defRPr>
            </a:lvl2pPr>
            <a:lvl3pPr algn="l">
              <a:defRPr sz="1650" b="0">
                <a:solidFill>
                  <a:srgbClr val="233440"/>
                </a:solidFill>
                <a:latin typeface="Noto Sans CJK SC"/>
                <a:ea typeface="Noto Sans CJK SC"/>
                <a:cs typeface="Noto Sans CJK SC"/>
              </a:defRPr>
            </a:lvl3pPr>
            <a:lvl4pPr algn="l">
              <a:defRPr sz="1650" b="0">
                <a:solidFill>
                  <a:srgbClr val="233440"/>
                </a:solidFill>
                <a:latin typeface="Noto Sans CJK SC"/>
                <a:ea typeface="Noto Sans CJK SC"/>
                <a:cs typeface="Noto Sans CJK SC"/>
              </a:defRPr>
            </a:lvl4pPr>
            <a:lvl5pPr algn="l">
              <a:defRPr sz="1650" b="0">
                <a:solidFill>
                  <a:srgbClr val="233440"/>
                </a:solidFill>
                <a:latin typeface="Noto Sans CJK SC"/>
                <a:ea typeface="Noto Sans CJK SC"/>
                <a:cs typeface="Noto Sans CJK SC"/>
              </a:defRPr>
            </a:lvl5pPr>
            <a:lvl6pPr algn="l">
              <a:defRPr sz="1650" b="0">
                <a:solidFill>
                  <a:srgbClr val="233440"/>
                </a:solidFill>
                <a:latin typeface="Noto Sans CJK SC"/>
                <a:ea typeface="Noto Sans CJK SC"/>
                <a:cs typeface="Noto Sans CJK SC"/>
              </a:defRPr>
            </a:lvl6pPr>
            <a:lvl7pPr algn="l">
              <a:defRPr sz="1650" b="0">
                <a:solidFill>
                  <a:srgbClr val="233440"/>
                </a:solidFill>
                <a:latin typeface="Noto Sans CJK SC"/>
                <a:ea typeface="Noto Sans CJK SC"/>
                <a:cs typeface="Noto Sans CJK SC"/>
              </a:defRPr>
            </a:lvl7pPr>
            <a:lvl8pPr algn="l">
              <a:defRPr sz="1650" b="0">
                <a:solidFill>
                  <a:srgbClr val="233440"/>
                </a:solidFill>
                <a:latin typeface="Noto Sans CJK SC"/>
                <a:ea typeface="Noto Sans CJK SC"/>
                <a:cs typeface="Noto Sans CJK SC"/>
              </a:defRPr>
            </a:lvl8pPr>
            <a:lvl9pPr algn="l">
              <a:defRPr sz="1650" b="0">
                <a:solidFill>
                  <a:srgbClr val="233440"/>
                </a:solidFill>
                <a:latin typeface="Noto Sans CJK SC"/>
                <a:ea typeface="Noto Sans CJK SC"/>
                <a:cs typeface="Noto Sans CJK SC"/>
              </a:defRPr>
            </a:lvl9pPr>
          </a:lstStyle>
          <a:p xmlns:a="http://schemas.openxmlformats.org/drawingml/2006/main">
            <a:pPr algn="l">
              <a:defRPr sz="1650" b="0">
                <a:solidFill>
                  <a:srgbClr val="233440"/>
                </a:solidFill>
                <a:latin typeface="Noto Sans CJK SC"/>
                <a:ea typeface="Noto Sans CJK SC"/>
                <a:cs typeface="Noto Sans CJK SC"/>
              </a:defRPr>
            </a:pPr>
            <a:r>
              <a:rPr sz="1650" b="0">
                <a:solidFill>
                  <a:srgbClr val="233440"/>
                </a:solidFill>
                <a:latin typeface="Noto Sans CJK SC"/>
                <a:ea typeface="Noto Sans CJK SC"/>
                <a:cs typeface="Noto Sans CJK SC"/>
              </a:rPr>
              <a:t>d · u</a:t>
            </a:r>
          </a:p>
        </p:txBody>
      </p:sp>
      <p:sp>
        <p:nvSpPr>
          <p:cNvPr id="34" name="M2_detail_geometry_L_label">
            <a:extLst xmlns:a="http://schemas.openxmlformats.org/drawingml/2006/main">
              <a:ext uri="{FF2B5EF4-FFF2-40B4-BE49-F238E27FC236}">
                <a16:creationId xmlns:a16="http://schemas.microsoft.com/office/drawing/2014/main" id="{EF0F690F-0090-4AE2-8429-7A9C83F5A036}"/>
              </a:ext>
            </a:extLst>
          </p:cNvPr>
          <p:cNvSpPr>
            <a:spLocks xmlns:a="http://schemas.openxmlformats.org/drawingml/2006/main" noGrp="1"/>
          </p:cNvSpPr>
          <p:nvPr/>
        </p:nvSpPr>
        <p:spPr>
          <a:xfrm xmlns:a="http://schemas.openxmlformats.org/drawingml/2006/main">
            <a:off x="6566535" y="3058573"/>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lgn="l">
              <a:defRPr sz="1500" b="1">
                <a:solidFill>
                  <a:srgbClr val="286D9C"/>
                </a:solidFill>
                <a:latin typeface="Noto Sans CJK SC"/>
                <a:ea typeface="Noto Sans CJK SC"/>
                <a:cs typeface="Noto Sans CJK SC"/>
              </a:defRPr>
            </a:defPPr>
            <a:lvl1pPr algn="l">
              <a:defRPr sz="1500" b="1">
                <a:solidFill>
                  <a:srgbClr val="286D9C"/>
                </a:solidFill>
                <a:latin typeface="Noto Sans CJK SC"/>
                <a:ea typeface="Noto Sans CJK SC"/>
                <a:cs typeface="Noto Sans CJK SC"/>
              </a:defRPr>
            </a:lvl1pPr>
            <a:lvl2pPr algn="l">
              <a:defRPr sz="1500" b="1">
                <a:solidFill>
                  <a:srgbClr val="286D9C"/>
                </a:solidFill>
                <a:latin typeface="Noto Sans CJK SC"/>
                <a:ea typeface="Noto Sans CJK SC"/>
                <a:cs typeface="Noto Sans CJK SC"/>
              </a:defRPr>
            </a:lvl2pPr>
            <a:lvl3pPr algn="l">
              <a:defRPr sz="1500" b="1">
                <a:solidFill>
                  <a:srgbClr val="286D9C"/>
                </a:solidFill>
                <a:latin typeface="Noto Sans CJK SC"/>
                <a:ea typeface="Noto Sans CJK SC"/>
                <a:cs typeface="Noto Sans CJK SC"/>
              </a:defRPr>
            </a:lvl3pPr>
            <a:lvl4pPr algn="l">
              <a:defRPr sz="1500" b="1">
                <a:solidFill>
                  <a:srgbClr val="286D9C"/>
                </a:solidFill>
                <a:latin typeface="Noto Sans CJK SC"/>
                <a:ea typeface="Noto Sans CJK SC"/>
                <a:cs typeface="Noto Sans CJK SC"/>
              </a:defRPr>
            </a:lvl4pPr>
            <a:lvl5pPr algn="l">
              <a:defRPr sz="1500" b="1">
                <a:solidFill>
                  <a:srgbClr val="286D9C"/>
                </a:solidFill>
                <a:latin typeface="Noto Sans CJK SC"/>
                <a:ea typeface="Noto Sans CJK SC"/>
                <a:cs typeface="Noto Sans CJK SC"/>
              </a:defRPr>
            </a:lvl5pPr>
            <a:lvl6pPr algn="l">
              <a:defRPr sz="1500" b="1">
                <a:solidFill>
                  <a:srgbClr val="286D9C"/>
                </a:solidFill>
                <a:latin typeface="Noto Sans CJK SC"/>
                <a:ea typeface="Noto Sans CJK SC"/>
                <a:cs typeface="Noto Sans CJK SC"/>
              </a:defRPr>
            </a:lvl6pPr>
            <a:lvl7pPr algn="l">
              <a:defRPr sz="1500" b="1">
                <a:solidFill>
                  <a:srgbClr val="286D9C"/>
                </a:solidFill>
                <a:latin typeface="Noto Sans CJK SC"/>
                <a:ea typeface="Noto Sans CJK SC"/>
                <a:cs typeface="Noto Sans CJK SC"/>
              </a:defRPr>
            </a:lvl7pPr>
            <a:lvl8pPr algn="l">
              <a:defRPr sz="1500" b="1">
                <a:solidFill>
                  <a:srgbClr val="286D9C"/>
                </a:solidFill>
                <a:latin typeface="Noto Sans CJK SC"/>
                <a:ea typeface="Noto Sans CJK SC"/>
                <a:cs typeface="Noto Sans CJK SC"/>
              </a:defRPr>
            </a:lvl8pPr>
            <a:lvl9pPr algn="l">
              <a:defRPr sz="1500" b="1">
                <a:solidFill>
                  <a:srgbClr val="286D9C"/>
                </a:solidFill>
                <a:latin typeface="Noto Sans CJK SC"/>
                <a:ea typeface="Noto Sans CJK SC"/>
                <a:cs typeface="Noto Sans CJK SC"/>
              </a:defRPr>
            </a:lvl9pPr>
          </a:lstStyle>
          <a:p xmlns:a="http://schemas.openxmlformats.org/drawingml/2006/main">
            <a:pPr algn="l">
              <a:defRPr sz="1500" b="1">
                <a:solidFill>
                  <a:srgbClr val="286D9C"/>
                </a:solidFill>
                <a:latin typeface="Noto Sans CJK SC"/>
                <a:ea typeface="Noto Sans CJK SC"/>
                <a:cs typeface="Noto Sans CJK SC"/>
              </a:defRPr>
            </a:pPr>
            <a:r>
              <a:rPr sz="1500" b="1">
                <a:solidFill>
                  <a:srgbClr val="286D9C"/>
                </a:solidFill>
                <a:latin typeface="Noto Sans CJK SC"/>
                <a:ea typeface="Noto Sans CJK SC"/>
                <a:cs typeface="Noto Sans CJK SC"/>
              </a:rPr>
              <a:t>q−</a:t>
            </a:r>
          </a:p>
        </p:txBody>
      </p:sp>
      <p:sp>
        <p:nvSpPr>
          <p:cNvPr id="35" name="M2_detail_geometry_R_label">
            <a:extLst xmlns:a="http://schemas.openxmlformats.org/drawingml/2006/main">
              <a:ext uri="{FF2B5EF4-FFF2-40B4-BE49-F238E27FC236}">
                <a16:creationId xmlns:a16="http://schemas.microsoft.com/office/drawing/2014/main" id="{F4AACC4C-50F6-44C7-8C09-8AF9662B5F84}"/>
              </a:ext>
            </a:extLst>
          </p:cNvPr>
          <p:cNvSpPr>
            <a:spLocks xmlns:a="http://schemas.openxmlformats.org/drawingml/2006/main" noGrp="1"/>
          </p:cNvSpPr>
          <p:nvPr/>
        </p:nvSpPr>
        <p:spPr>
          <a:xfrm xmlns:a="http://schemas.openxmlformats.org/drawingml/2006/main">
            <a:off x="8616315" y="2648617"/>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lgn="l">
              <a:defRPr sz="1500" b="1">
                <a:solidFill>
                  <a:srgbClr val="B16B26"/>
                </a:solidFill>
                <a:latin typeface="Noto Sans CJK SC"/>
                <a:ea typeface="Noto Sans CJK SC"/>
                <a:cs typeface="Noto Sans CJK SC"/>
              </a:defRPr>
            </a:defPPr>
            <a:lvl1pPr algn="l">
              <a:defRPr sz="1500" b="1">
                <a:solidFill>
                  <a:srgbClr val="B16B26"/>
                </a:solidFill>
                <a:latin typeface="Noto Sans CJK SC"/>
                <a:ea typeface="Noto Sans CJK SC"/>
                <a:cs typeface="Noto Sans CJK SC"/>
              </a:defRPr>
            </a:lvl1pPr>
            <a:lvl2pPr algn="l">
              <a:defRPr sz="1500" b="1">
                <a:solidFill>
                  <a:srgbClr val="B16B26"/>
                </a:solidFill>
                <a:latin typeface="Noto Sans CJK SC"/>
                <a:ea typeface="Noto Sans CJK SC"/>
                <a:cs typeface="Noto Sans CJK SC"/>
              </a:defRPr>
            </a:lvl2pPr>
            <a:lvl3pPr algn="l">
              <a:defRPr sz="1500" b="1">
                <a:solidFill>
                  <a:srgbClr val="B16B26"/>
                </a:solidFill>
                <a:latin typeface="Noto Sans CJK SC"/>
                <a:ea typeface="Noto Sans CJK SC"/>
                <a:cs typeface="Noto Sans CJK SC"/>
              </a:defRPr>
            </a:lvl3pPr>
            <a:lvl4pPr algn="l">
              <a:defRPr sz="1500" b="1">
                <a:solidFill>
                  <a:srgbClr val="B16B26"/>
                </a:solidFill>
                <a:latin typeface="Noto Sans CJK SC"/>
                <a:ea typeface="Noto Sans CJK SC"/>
                <a:cs typeface="Noto Sans CJK SC"/>
              </a:defRPr>
            </a:lvl4pPr>
            <a:lvl5pPr algn="l">
              <a:defRPr sz="1500" b="1">
                <a:solidFill>
                  <a:srgbClr val="B16B26"/>
                </a:solidFill>
                <a:latin typeface="Noto Sans CJK SC"/>
                <a:ea typeface="Noto Sans CJK SC"/>
                <a:cs typeface="Noto Sans CJK SC"/>
              </a:defRPr>
            </a:lvl5pPr>
            <a:lvl6pPr algn="l">
              <a:defRPr sz="1500" b="1">
                <a:solidFill>
                  <a:srgbClr val="B16B26"/>
                </a:solidFill>
                <a:latin typeface="Noto Sans CJK SC"/>
                <a:ea typeface="Noto Sans CJK SC"/>
                <a:cs typeface="Noto Sans CJK SC"/>
              </a:defRPr>
            </a:lvl6pPr>
            <a:lvl7pPr algn="l">
              <a:defRPr sz="1500" b="1">
                <a:solidFill>
                  <a:srgbClr val="B16B26"/>
                </a:solidFill>
                <a:latin typeface="Noto Sans CJK SC"/>
                <a:ea typeface="Noto Sans CJK SC"/>
                <a:cs typeface="Noto Sans CJK SC"/>
              </a:defRPr>
            </a:lvl7pPr>
            <a:lvl8pPr algn="l">
              <a:defRPr sz="1500" b="1">
                <a:solidFill>
                  <a:srgbClr val="B16B26"/>
                </a:solidFill>
                <a:latin typeface="Noto Sans CJK SC"/>
                <a:ea typeface="Noto Sans CJK SC"/>
                <a:cs typeface="Noto Sans CJK SC"/>
              </a:defRPr>
            </a:lvl8pPr>
            <a:lvl9pPr algn="l">
              <a:defRPr sz="1500" b="1">
                <a:solidFill>
                  <a:srgbClr val="B16B26"/>
                </a:solidFill>
                <a:latin typeface="Noto Sans CJK SC"/>
                <a:ea typeface="Noto Sans CJK SC"/>
                <a:cs typeface="Noto Sans CJK SC"/>
              </a:defRPr>
            </a:lvl9pPr>
          </a:lstStyle>
          <a:p xmlns:a="http://schemas.openxmlformats.org/drawingml/2006/main">
            <a:pPr algn="l">
              <a:defRPr sz="1500" b="1">
                <a:solidFill>
                  <a:srgbClr val="B16B26"/>
                </a:solidFill>
                <a:latin typeface="Noto Sans CJK SC"/>
                <a:ea typeface="Noto Sans CJK SC"/>
                <a:cs typeface="Noto Sans CJK SC"/>
              </a:defRPr>
            </a:pPr>
            <a:r>
              <a:rPr sz="1500" b="1">
                <a:solidFill>
                  <a:srgbClr val="B16B26"/>
                </a:solidFill>
                <a:latin typeface="Noto Sans CJK SC"/>
                <a:ea typeface="Noto Sans CJK SC"/>
                <a:cs typeface="Noto Sans CJK SC"/>
              </a:rPr>
              <a:t>q+</a:t>
            </a:r>
          </a:p>
        </p:txBody>
      </p:sp>
      <p:sp>
        <p:nvSpPr>
          <p:cNvPr id="36" name="M2_pair_readout">
            <a:extLst xmlns:a="http://schemas.openxmlformats.org/drawingml/2006/main">
              <a:ext uri="{FF2B5EF4-FFF2-40B4-BE49-F238E27FC236}">
                <a16:creationId xmlns:a16="http://schemas.microsoft.com/office/drawing/2014/main" id="{1BF29945-D9AB-42DD-A9A7-9C959BC8CACA}"/>
              </a:ext>
            </a:extLst>
          </p:cNvPr>
          <p:cNvSpPr>
            <a:spLocks xmlns:a="http://schemas.openxmlformats.org/drawingml/2006/main" noGrp="1"/>
          </p:cNvSpPr>
          <p:nvPr/>
        </p:nvSpPr>
        <p:spPr>
          <a:xfrm xmlns:a="http://schemas.openxmlformats.org/drawingml/2006/main">
            <a:off x="5562600" y="3648075"/>
            <a:ext cx="43624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lgn="l">
              <a:defRPr sz="1725" b="1">
                <a:solidFill>
                  <a:srgbClr val="247F70"/>
                </a:solidFill>
                <a:latin typeface="Noto Sans CJK SC"/>
                <a:ea typeface="Noto Sans CJK SC"/>
                <a:cs typeface="Noto Sans CJK SC"/>
              </a:defRPr>
            </a:defPPr>
            <a:lvl1pPr algn="l">
              <a:defRPr sz="1725" b="1">
                <a:solidFill>
                  <a:srgbClr val="247F70"/>
                </a:solidFill>
                <a:latin typeface="Noto Sans CJK SC"/>
                <a:ea typeface="Noto Sans CJK SC"/>
                <a:cs typeface="Noto Sans CJK SC"/>
              </a:defRPr>
            </a:lvl1pPr>
            <a:lvl2pPr algn="l">
              <a:defRPr sz="1725" b="1">
                <a:solidFill>
                  <a:srgbClr val="247F70"/>
                </a:solidFill>
                <a:latin typeface="Noto Sans CJK SC"/>
                <a:ea typeface="Noto Sans CJK SC"/>
                <a:cs typeface="Noto Sans CJK SC"/>
              </a:defRPr>
            </a:lvl2pPr>
            <a:lvl3pPr algn="l">
              <a:defRPr sz="1725" b="1">
                <a:solidFill>
                  <a:srgbClr val="247F70"/>
                </a:solidFill>
                <a:latin typeface="Noto Sans CJK SC"/>
                <a:ea typeface="Noto Sans CJK SC"/>
                <a:cs typeface="Noto Sans CJK SC"/>
              </a:defRPr>
            </a:lvl3pPr>
            <a:lvl4pPr algn="l">
              <a:defRPr sz="1725" b="1">
                <a:solidFill>
                  <a:srgbClr val="247F70"/>
                </a:solidFill>
                <a:latin typeface="Noto Sans CJK SC"/>
                <a:ea typeface="Noto Sans CJK SC"/>
                <a:cs typeface="Noto Sans CJK SC"/>
              </a:defRPr>
            </a:lvl4pPr>
            <a:lvl5pPr algn="l">
              <a:defRPr sz="1725" b="1">
                <a:solidFill>
                  <a:srgbClr val="247F70"/>
                </a:solidFill>
                <a:latin typeface="Noto Sans CJK SC"/>
                <a:ea typeface="Noto Sans CJK SC"/>
                <a:cs typeface="Noto Sans CJK SC"/>
              </a:defRPr>
            </a:lvl5pPr>
            <a:lvl6pPr algn="l">
              <a:defRPr sz="1725" b="1">
                <a:solidFill>
                  <a:srgbClr val="247F70"/>
                </a:solidFill>
                <a:latin typeface="Noto Sans CJK SC"/>
                <a:ea typeface="Noto Sans CJK SC"/>
                <a:cs typeface="Noto Sans CJK SC"/>
              </a:defRPr>
            </a:lvl6pPr>
            <a:lvl7pPr algn="l">
              <a:defRPr sz="1725" b="1">
                <a:solidFill>
                  <a:srgbClr val="247F70"/>
                </a:solidFill>
                <a:latin typeface="Noto Sans CJK SC"/>
                <a:ea typeface="Noto Sans CJK SC"/>
                <a:cs typeface="Noto Sans CJK SC"/>
              </a:defRPr>
            </a:lvl7pPr>
            <a:lvl8pPr algn="l">
              <a:defRPr sz="1725" b="1">
                <a:solidFill>
                  <a:srgbClr val="247F70"/>
                </a:solidFill>
                <a:latin typeface="Noto Sans CJK SC"/>
                <a:ea typeface="Noto Sans CJK SC"/>
                <a:cs typeface="Noto Sans CJK SC"/>
              </a:defRPr>
            </a:lvl8pPr>
            <a:lvl9pPr algn="l">
              <a:defRPr sz="1725" b="1">
                <a:solidFill>
                  <a:srgbClr val="247F70"/>
                </a:solidFill>
                <a:latin typeface="Noto Sans CJK SC"/>
                <a:ea typeface="Noto Sans CJK SC"/>
                <a:cs typeface="Noto Sans CJK SC"/>
              </a:defRPr>
            </a:lvl9pPr>
          </a:lstStyle>
          <a:p xmlns:a="http://schemas.openxmlformats.org/drawingml/2006/main">
            <a:pPr algn="l">
              <a:defRPr sz="1725" b="1">
                <a:solidFill>
                  <a:srgbClr val="247F70"/>
                </a:solidFill>
                <a:latin typeface="Noto Sans CJK SC"/>
                <a:ea typeface="Noto Sans CJK SC"/>
                <a:cs typeface="Noto Sans CJK SC"/>
              </a:defRPr>
            </a:pPr>
            <a:r>
              <a:rPr sz="1725" b="1">
                <a:solidFill>
                  <a:srgbClr val="247F70"/>
                </a:solidFill>
                <a:latin typeface="Noto Sans CJK SC"/>
                <a:ea typeface="Noto Sans CJK SC"/>
                <a:cs typeface="Noto Sans CJK SC"/>
              </a:rPr>
              <a:t>(E,O) = ((c+ + c−)/2, (c+ − c−)/2)</a:t>
            </a:r>
          </a:p>
        </p:txBody>
      </p:sp>
      <p:sp>
        <p:nvSpPr>
          <p:cNvPr id="37" name="M2_delta">
            <a:extLst xmlns:a="http://schemas.openxmlformats.org/drawingml/2006/main">
              <a:ext uri="{FF2B5EF4-FFF2-40B4-BE49-F238E27FC236}">
                <a16:creationId xmlns:a16="http://schemas.microsoft.com/office/drawing/2014/main" id="{5B15D33B-3871-4537-9E37-BE669F5FEF6D}"/>
              </a:ext>
            </a:extLst>
          </p:cNvPr>
          <p:cNvSpPr>
            <a:spLocks xmlns:a="http://schemas.openxmlformats.org/drawingml/2006/main" noGrp="1"/>
          </p:cNvSpPr>
          <p:nvPr/>
        </p:nvSpPr>
        <p:spPr>
          <a:xfrm xmlns:a="http://schemas.openxmlformats.org/drawingml/2006/main">
            <a:off x="5562600" y="4133850"/>
            <a:ext cx="43624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lgn="l">
              <a:defRPr sz="1875" b="1">
                <a:solidFill>
                  <a:srgbClr val="247F70"/>
                </a:solidFill>
                <a:latin typeface="Noto Sans CJK SC"/>
                <a:ea typeface="Noto Sans CJK SC"/>
                <a:cs typeface="Noto Sans CJK SC"/>
              </a:defRPr>
            </a:defPPr>
            <a:lvl1pPr algn="l">
              <a:defRPr sz="1875" b="1">
                <a:solidFill>
                  <a:srgbClr val="247F70"/>
                </a:solidFill>
                <a:latin typeface="Noto Sans CJK SC"/>
                <a:ea typeface="Noto Sans CJK SC"/>
                <a:cs typeface="Noto Sans CJK SC"/>
              </a:defRPr>
            </a:lvl1pPr>
            <a:lvl2pPr algn="l">
              <a:defRPr sz="1875" b="1">
                <a:solidFill>
                  <a:srgbClr val="247F70"/>
                </a:solidFill>
                <a:latin typeface="Noto Sans CJK SC"/>
                <a:ea typeface="Noto Sans CJK SC"/>
                <a:cs typeface="Noto Sans CJK SC"/>
              </a:defRPr>
            </a:lvl2pPr>
            <a:lvl3pPr algn="l">
              <a:defRPr sz="1875" b="1">
                <a:solidFill>
                  <a:srgbClr val="247F70"/>
                </a:solidFill>
                <a:latin typeface="Noto Sans CJK SC"/>
                <a:ea typeface="Noto Sans CJK SC"/>
                <a:cs typeface="Noto Sans CJK SC"/>
              </a:defRPr>
            </a:lvl3pPr>
            <a:lvl4pPr algn="l">
              <a:defRPr sz="1875" b="1">
                <a:solidFill>
                  <a:srgbClr val="247F70"/>
                </a:solidFill>
                <a:latin typeface="Noto Sans CJK SC"/>
                <a:ea typeface="Noto Sans CJK SC"/>
                <a:cs typeface="Noto Sans CJK SC"/>
              </a:defRPr>
            </a:lvl4pPr>
            <a:lvl5pPr algn="l">
              <a:defRPr sz="1875" b="1">
                <a:solidFill>
                  <a:srgbClr val="247F70"/>
                </a:solidFill>
                <a:latin typeface="Noto Sans CJK SC"/>
                <a:ea typeface="Noto Sans CJK SC"/>
                <a:cs typeface="Noto Sans CJK SC"/>
              </a:defRPr>
            </a:lvl5pPr>
            <a:lvl6pPr algn="l">
              <a:defRPr sz="1875" b="1">
                <a:solidFill>
                  <a:srgbClr val="247F70"/>
                </a:solidFill>
                <a:latin typeface="Noto Sans CJK SC"/>
                <a:ea typeface="Noto Sans CJK SC"/>
                <a:cs typeface="Noto Sans CJK SC"/>
              </a:defRPr>
            </a:lvl6pPr>
            <a:lvl7pPr algn="l">
              <a:defRPr sz="1875" b="1">
                <a:solidFill>
                  <a:srgbClr val="247F70"/>
                </a:solidFill>
                <a:latin typeface="Noto Sans CJK SC"/>
                <a:ea typeface="Noto Sans CJK SC"/>
                <a:cs typeface="Noto Sans CJK SC"/>
              </a:defRPr>
            </a:lvl7pPr>
            <a:lvl8pPr algn="l">
              <a:defRPr sz="1875" b="1">
                <a:solidFill>
                  <a:srgbClr val="247F70"/>
                </a:solidFill>
                <a:latin typeface="Noto Sans CJK SC"/>
                <a:ea typeface="Noto Sans CJK SC"/>
                <a:cs typeface="Noto Sans CJK SC"/>
              </a:defRPr>
            </a:lvl8pPr>
            <a:lvl9pPr algn="l">
              <a:defRPr sz="1875" b="1">
                <a:solidFill>
                  <a:srgbClr val="247F70"/>
                </a:solidFill>
                <a:latin typeface="Noto Sans CJK SC"/>
                <a:ea typeface="Noto Sans CJK SC"/>
                <a:cs typeface="Noto Sans CJK SC"/>
              </a:defRPr>
            </a:lvl9pPr>
          </a:lstStyle>
          <a:p xmlns:a="http://schemas.openxmlformats.org/drawingml/2006/main">
            <a:pPr algn="l">
              <a:defRPr sz="1875" b="1">
                <a:solidFill>
                  <a:srgbClr val="247F70"/>
                </a:solidFill>
                <a:latin typeface="Noto Sans CJK SC"/>
                <a:ea typeface="Noto Sans CJK SC"/>
                <a:cs typeface="Noto Sans CJK SC"/>
              </a:defRPr>
            </a:pPr>
            <a:r>
              <a:rPr sz="1875" b="1">
                <a:solidFill>
                  <a:srgbClr val="247F70"/>
                </a:solidFill>
                <a:latin typeface="Noto Sans CJK SC"/>
                <a:ea typeface="Noto Sans CJK SC"/>
                <a:cs typeface="Noto Sans CJK SC"/>
              </a:rPr>
              <a:t>δⱼₖ ≈ [ Δμ, (d/2) uᵀΔ∇μ ]</a:t>
            </a:r>
          </a:p>
        </p:txBody>
      </p:sp>
      <p:sp>
        <p:nvSpPr>
          <p:cNvPr id="38" name="M2_distance">
            <a:extLst xmlns:a="http://schemas.openxmlformats.org/drawingml/2006/main">
              <a:ext uri="{FF2B5EF4-FFF2-40B4-BE49-F238E27FC236}">
                <a16:creationId xmlns:a16="http://schemas.microsoft.com/office/drawing/2014/main" id="{65627D24-3EF9-4B61-9BEF-F1B1830DE67E}"/>
              </a:ext>
            </a:extLst>
          </p:cNvPr>
          <p:cNvSpPr>
            <a:spLocks xmlns:a="http://schemas.openxmlformats.org/drawingml/2006/main" noGrp="1"/>
          </p:cNvSpPr>
          <p:nvPr/>
        </p:nvSpPr>
        <p:spPr>
          <a:xfrm xmlns:a="http://schemas.openxmlformats.org/drawingml/2006/main">
            <a:off x="5562600" y="4619625"/>
            <a:ext cx="43624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lgn="l">
              <a:defRPr sz="2100" b="1">
                <a:solidFill>
                  <a:srgbClr val="247F70"/>
                </a:solidFill>
                <a:latin typeface="Noto Sans CJK SC"/>
                <a:ea typeface="Noto Sans CJK SC"/>
                <a:cs typeface="Noto Sans CJK SC"/>
              </a:defRPr>
            </a:defPPr>
            <a:lvl1pPr algn="l">
              <a:defRPr sz="2100" b="1">
                <a:solidFill>
                  <a:srgbClr val="247F70"/>
                </a:solidFill>
                <a:latin typeface="Noto Sans CJK SC"/>
                <a:ea typeface="Noto Sans CJK SC"/>
                <a:cs typeface="Noto Sans CJK SC"/>
              </a:defRPr>
            </a:lvl1pPr>
            <a:lvl2pPr algn="l">
              <a:defRPr sz="2100" b="1">
                <a:solidFill>
                  <a:srgbClr val="247F70"/>
                </a:solidFill>
                <a:latin typeface="Noto Sans CJK SC"/>
                <a:ea typeface="Noto Sans CJK SC"/>
                <a:cs typeface="Noto Sans CJK SC"/>
              </a:defRPr>
            </a:lvl2pPr>
            <a:lvl3pPr algn="l">
              <a:defRPr sz="2100" b="1">
                <a:solidFill>
                  <a:srgbClr val="247F70"/>
                </a:solidFill>
                <a:latin typeface="Noto Sans CJK SC"/>
                <a:ea typeface="Noto Sans CJK SC"/>
                <a:cs typeface="Noto Sans CJK SC"/>
              </a:defRPr>
            </a:lvl3pPr>
            <a:lvl4pPr algn="l">
              <a:defRPr sz="2100" b="1">
                <a:solidFill>
                  <a:srgbClr val="247F70"/>
                </a:solidFill>
                <a:latin typeface="Noto Sans CJK SC"/>
                <a:ea typeface="Noto Sans CJK SC"/>
                <a:cs typeface="Noto Sans CJK SC"/>
              </a:defRPr>
            </a:lvl4pPr>
            <a:lvl5pPr algn="l">
              <a:defRPr sz="2100" b="1">
                <a:solidFill>
                  <a:srgbClr val="247F70"/>
                </a:solidFill>
                <a:latin typeface="Noto Sans CJK SC"/>
                <a:ea typeface="Noto Sans CJK SC"/>
                <a:cs typeface="Noto Sans CJK SC"/>
              </a:defRPr>
            </a:lvl5pPr>
            <a:lvl6pPr algn="l">
              <a:defRPr sz="2100" b="1">
                <a:solidFill>
                  <a:srgbClr val="247F70"/>
                </a:solidFill>
                <a:latin typeface="Noto Sans CJK SC"/>
                <a:ea typeface="Noto Sans CJK SC"/>
                <a:cs typeface="Noto Sans CJK SC"/>
              </a:defRPr>
            </a:lvl6pPr>
            <a:lvl7pPr algn="l">
              <a:defRPr sz="2100" b="1">
                <a:solidFill>
                  <a:srgbClr val="247F70"/>
                </a:solidFill>
                <a:latin typeface="Noto Sans CJK SC"/>
                <a:ea typeface="Noto Sans CJK SC"/>
                <a:cs typeface="Noto Sans CJK SC"/>
              </a:defRPr>
            </a:lvl7pPr>
            <a:lvl8pPr algn="l">
              <a:defRPr sz="2100" b="1">
                <a:solidFill>
                  <a:srgbClr val="247F70"/>
                </a:solidFill>
                <a:latin typeface="Noto Sans CJK SC"/>
                <a:ea typeface="Noto Sans CJK SC"/>
                <a:cs typeface="Noto Sans CJK SC"/>
              </a:defRPr>
            </a:lvl8pPr>
            <a:lvl9pPr algn="l">
              <a:defRPr sz="2100" b="1">
                <a:solidFill>
                  <a:srgbClr val="247F70"/>
                </a:solidFill>
                <a:latin typeface="Noto Sans CJK SC"/>
                <a:ea typeface="Noto Sans CJK SC"/>
                <a:cs typeface="Noto Sans CJK SC"/>
              </a:defRPr>
            </a:lvl9pPr>
          </a:lstStyle>
          <a:p xmlns:a="http://schemas.openxmlformats.org/drawingml/2006/main">
            <a:pPr algn="l">
              <a:defRPr sz="2100" b="1">
                <a:solidFill>
                  <a:srgbClr val="247F70"/>
                </a:solidFill>
                <a:latin typeface="Noto Sans CJK SC"/>
                <a:ea typeface="Noto Sans CJK SC"/>
                <a:cs typeface="Noto Sans CJK SC"/>
              </a:defRPr>
            </a:pPr>
            <a:r>
              <a:rPr sz="2100" b="1">
                <a:solidFill>
                  <a:srgbClr val="247F70"/>
                </a:solidFill>
                <a:latin typeface="Noto Sans CJK SC"/>
                <a:ea typeface="Noto Sans CJK SC"/>
                <a:cs typeface="Noto Sans CJK SC"/>
              </a:rPr>
              <a:t>Dⱼₖ = δᵀΣ⁻¹δ</a:t>
            </a:r>
          </a:p>
        </p:txBody>
      </p:sp>
      <p:sp>
        <p:nvSpPr>
          <p:cNvPr id="39" name="M2_covariance">
            <a:extLst xmlns:a="http://schemas.openxmlformats.org/drawingml/2006/main">
              <a:ext uri="{FF2B5EF4-FFF2-40B4-BE49-F238E27FC236}">
                <a16:creationId xmlns:a16="http://schemas.microsoft.com/office/drawing/2014/main" id="{FC1F7909-0974-4FCB-A0A2-390129D7537F}"/>
              </a:ext>
            </a:extLst>
          </p:cNvPr>
          <p:cNvSpPr>
            <a:spLocks xmlns:a="http://schemas.openxmlformats.org/drawingml/2006/main" noGrp="1"/>
          </p:cNvSpPr>
          <p:nvPr/>
        </p:nvSpPr>
        <p:spPr>
          <a:xfrm xmlns:a="http://schemas.openxmlformats.org/drawingml/2006/main">
            <a:off x="5562600" y="5010150"/>
            <a:ext cx="43624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lgn="l">
              <a:defRPr sz="1575" b="0">
                <a:solidFill>
                  <a:srgbClr val="247F70"/>
                </a:solidFill>
                <a:latin typeface="Noto Sans CJK SC"/>
                <a:ea typeface="Noto Sans CJK SC"/>
                <a:cs typeface="Noto Sans CJK SC"/>
              </a:defRPr>
            </a:defPPr>
            <a:lvl1pPr algn="l">
              <a:defRPr sz="1575" b="0">
                <a:solidFill>
                  <a:srgbClr val="247F70"/>
                </a:solidFill>
                <a:latin typeface="Noto Sans CJK SC"/>
                <a:ea typeface="Noto Sans CJK SC"/>
                <a:cs typeface="Noto Sans CJK SC"/>
              </a:defRPr>
            </a:lvl1pPr>
            <a:lvl2pPr algn="l">
              <a:defRPr sz="1575" b="0">
                <a:solidFill>
                  <a:srgbClr val="247F70"/>
                </a:solidFill>
                <a:latin typeface="Noto Sans CJK SC"/>
                <a:ea typeface="Noto Sans CJK SC"/>
                <a:cs typeface="Noto Sans CJK SC"/>
              </a:defRPr>
            </a:lvl2pPr>
            <a:lvl3pPr algn="l">
              <a:defRPr sz="1575" b="0">
                <a:solidFill>
                  <a:srgbClr val="247F70"/>
                </a:solidFill>
                <a:latin typeface="Noto Sans CJK SC"/>
                <a:ea typeface="Noto Sans CJK SC"/>
                <a:cs typeface="Noto Sans CJK SC"/>
              </a:defRPr>
            </a:lvl3pPr>
            <a:lvl4pPr algn="l">
              <a:defRPr sz="1575" b="0">
                <a:solidFill>
                  <a:srgbClr val="247F70"/>
                </a:solidFill>
                <a:latin typeface="Noto Sans CJK SC"/>
                <a:ea typeface="Noto Sans CJK SC"/>
                <a:cs typeface="Noto Sans CJK SC"/>
              </a:defRPr>
            </a:lvl4pPr>
            <a:lvl5pPr algn="l">
              <a:defRPr sz="1575" b="0">
                <a:solidFill>
                  <a:srgbClr val="247F70"/>
                </a:solidFill>
                <a:latin typeface="Noto Sans CJK SC"/>
                <a:ea typeface="Noto Sans CJK SC"/>
                <a:cs typeface="Noto Sans CJK SC"/>
              </a:defRPr>
            </a:lvl5pPr>
            <a:lvl6pPr algn="l">
              <a:defRPr sz="1575" b="0">
                <a:solidFill>
                  <a:srgbClr val="247F70"/>
                </a:solidFill>
                <a:latin typeface="Noto Sans CJK SC"/>
                <a:ea typeface="Noto Sans CJK SC"/>
                <a:cs typeface="Noto Sans CJK SC"/>
              </a:defRPr>
            </a:lvl6pPr>
            <a:lvl7pPr algn="l">
              <a:defRPr sz="1575" b="0">
                <a:solidFill>
                  <a:srgbClr val="247F70"/>
                </a:solidFill>
                <a:latin typeface="Noto Sans CJK SC"/>
                <a:ea typeface="Noto Sans CJK SC"/>
                <a:cs typeface="Noto Sans CJK SC"/>
              </a:defRPr>
            </a:lvl7pPr>
            <a:lvl8pPr algn="l">
              <a:defRPr sz="1575" b="0">
                <a:solidFill>
                  <a:srgbClr val="247F70"/>
                </a:solidFill>
                <a:latin typeface="Noto Sans CJK SC"/>
                <a:ea typeface="Noto Sans CJK SC"/>
                <a:cs typeface="Noto Sans CJK SC"/>
              </a:defRPr>
            </a:lvl8pPr>
            <a:lvl9pPr algn="l">
              <a:defRPr sz="1575" b="0">
                <a:solidFill>
                  <a:srgbClr val="247F70"/>
                </a:solidFill>
                <a:latin typeface="Noto Sans CJK SC"/>
                <a:ea typeface="Noto Sans CJK SC"/>
                <a:cs typeface="Noto Sans CJK SC"/>
              </a:defRPr>
            </a:lvl9pPr>
          </a:lstStyle>
          <a:p xmlns:a="http://schemas.openxmlformats.org/drawingml/2006/main">
            <a:pPr algn="l">
              <a:defRPr sz="1575" b="0">
                <a:solidFill>
                  <a:srgbClr val="247F70"/>
                </a:solidFill>
                <a:latin typeface="Noto Sans CJK SC"/>
                <a:ea typeface="Noto Sans CJK SC"/>
                <a:cs typeface="Noto Sans CJK SC"/>
              </a:defRPr>
            </a:pPr>
            <a:r>
              <a:rPr sz="1575" b="0">
                <a:solidFill>
                  <a:srgbClr val="247F70"/>
                </a:solidFill>
                <a:latin typeface="Noto Sans CJK SC"/>
                <a:ea typeface="Noto Sans CJK SC"/>
                <a:cs typeface="Noto Sans CJK SC"/>
              </a:rPr>
              <a:t>Σ = Σⱼ + Σₖ + λI（λ≥0）</a:t>
            </a:r>
          </a:p>
        </p:txBody>
      </p:sp>
      <p:sp>
        <p:nvSpPr>
          <p:cNvPr id="40" name="M2_search">
            <a:extLst xmlns:a="http://schemas.openxmlformats.org/drawingml/2006/main">
              <a:ext uri="{FF2B5EF4-FFF2-40B4-BE49-F238E27FC236}">
                <a16:creationId xmlns:a16="http://schemas.microsoft.com/office/drawing/2014/main" id="{605AABD4-5C4B-4E87-8349-0A5003012913}"/>
              </a:ext>
            </a:extLst>
          </p:cNvPr>
          <p:cNvSpPr>
            <a:spLocks xmlns:a="http://schemas.openxmlformats.org/drawingml/2006/main" noGrp="1"/>
          </p:cNvSpPr>
          <p:nvPr/>
        </p:nvSpPr>
        <p:spPr>
          <a:xfrm xmlns:a="http://schemas.openxmlformats.org/drawingml/2006/main">
            <a:off x="5562600" y="5381625"/>
            <a:ext cx="43624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lgn="l">
              <a:defRPr sz="1800" b="0">
                <a:solidFill>
                  <a:srgbClr val="233440"/>
                </a:solidFill>
                <a:latin typeface="Noto Sans CJK SC"/>
                <a:ea typeface="Noto Sans CJK SC"/>
                <a:cs typeface="Noto Sans CJK SC"/>
              </a:defRPr>
            </a:defPPr>
            <a:lvl1pPr algn="l">
              <a:defRPr sz="1800" b="0">
                <a:solidFill>
                  <a:srgbClr val="233440"/>
                </a:solidFill>
                <a:latin typeface="Noto Sans CJK SC"/>
                <a:ea typeface="Noto Sans CJK SC"/>
                <a:cs typeface="Noto Sans CJK SC"/>
              </a:defRPr>
            </a:lvl1pPr>
            <a:lvl2pPr algn="l">
              <a:defRPr sz="1800" b="0">
                <a:solidFill>
                  <a:srgbClr val="233440"/>
                </a:solidFill>
                <a:latin typeface="Noto Sans CJK SC"/>
                <a:ea typeface="Noto Sans CJK SC"/>
                <a:cs typeface="Noto Sans CJK SC"/>
              </a:defRPr>
            </a:lvl2pPr>
            <a:lvl3pPr algn="l">
              <a:defRPr sz="1800" b="0">
                <a:solidFill>
                  <a:srgbClr val="233440"/>
                </a:solidFill>
                <a:latin typeface="Noto Sans CJK SC"/>
                <a:ea typeface="Noto Sans CJK SC"/>
                <a:cs typeface="Noto Sans CJK SC"/>
              </a:defRPr>
            </a:lvl3pPr>
            <a:lvl4pPr algn="l">
              <a:defRPr sz="1800" b="0">
                <a:solidFill>
                  <a:srgbClr val="233440"/>
                </a:solidFill>
                <a:latin typeface="Noto Sans CJK SC"/>
                <a:ea typeface="Noto Sans CJK SC"/>
                <a:cs typeface="Noto Sans CJK SC"/>
              </a:defRPr>
            </a:lvl4pPr>
            <a:lvl5pPr algn="l">
              <a:defRPr sz="1800" b="0">
                <a:solidFill>
                  <a:srgbClr val="233440"/>
                </a:solidFill>
                <a:latin typeface="Noto Sans CJK SC"/>
                <a:ea typeface="Noto Sans CJK SC"/>
                <a:cs typeface="Noto Sans CJK SC"/>
              </a:defRPr>
            </a:lvl5pPr>
            <a:lvl6pPr algn="l">
              <a:defRPr sz="1800" b="0">
                <a:solidFill>
                  <a:srgbClr val="233440"/>
                </a:solidFill>
                <a:latin typeface="Noto Sans CJK SC"/>
                <a:ea typeface="Noto Sans CJK SC"/>
                <a:cs typeface="Noto Sans CJK SC"/>
              </a:defRPr>
            </a:lvl6pPr>
            <a:lvl7pPr algn="l">
              <a:defRPr sz="1800" b="0">
                <a:solidFill>
                  <a:srgbClr val="233440"/>
                </a:solidFill>
                <a:latin typeface="Noto Sans CJK SC"/>
                <a:ea typeface="Noto Sans CJK SC"/>
                <a:cs typeface="Noto Sans CJK SC"/>
              </a:defRPr>
            </a:lvl7pPr>
            <a:lvl8pPr algn="l">
              <a:defRPr sz="1800" b="0">
                <a:solidFill>
                  <a:srgbClr val="233440"/>
                </a:solidFill>
                <a:latin typeface="Noto Sans CJK SC"/>
                <a:ea typeface="Noto Sans CJK SC"/>
                <a:cs typeface="Noto Sans CJK SC"/>
              </a:defRPr>
            </a:lvl8pPr>
            <a:lvl9pPr algn="l">
              <a:defRPr sz="1800" b="0">
                <a:solidFill>
                  <a:srgbClr val="233440"/>
                </a:solidFill>
                <a:latin typeface="Noto Sans CJK SC"/>
                <a:ea typeface="Noto Sans CJK SC"/>
                <a:cs typeface="Noto Sans CJK SC"/>
              </a:defRPr>
            </a:lvl9pPr>
          </a:lstStyle>
          <a:p xmlns:a="http://schemas.openxmlformats.org/drawingml/2006/main">
            <a:pPr algn="l">
              <a:defRPr sz="1800" b="0">
                <a:solidFill>
                  <a:srgbClr val="233440"/>
                </a:solidFill>
                <a:latin typeface="Noto Sans CJK SC"/>
                <a:ea typeface="Noto Sans CJK SC"/>
                <a:cs typeface="Noto Sans CJK SC"/>
              </a:defRPr>
            </a:pPr>
            <a:r>
              <a:rPr sz="1800" b="0">
                <a:solidFill>
                  <a:srgbClr val="233440"/>
                </a:solidFill>
                <a:latin typeface="Noto Sans CJK SC"/>
                <a:ea typeface="Noto Sans CJK SC"/>
                <a:cs typeface="Noto Sans CJK SC"/>
              </a:rPr>
              <a:t>中心位于方向不确定管内</a:t>
            </a:r>
          </a:p>
          <a:p xmlns:a="http://schemas.openxmlformats.org/drawingml/2006/main">
            <a:pPr algn="l">
              <a:defRPr sz="1800" b="0">
                <a:solidFill>
                  <a:srgbClr val="233440"/>
                </a:solidFill>
                <a:latin typeface="Noto Sans CJK SC"/>
                <a:ea typeface="Noto Sans CJK SC"/>
                <a:cs typeface="Noto Sans CJK SC"/>
              </a:defRPr>
            </a:pPr>
            <a:r>
              <a:rPr sz="1800" b="0">
                <a:solidFill>
                  <a:srgbClr val="233440"/>
                </a:solidFill>
                <a:latin typeface="Noto Sans CJK SC"/>
                <a:ea typeface="Noto Sans CJK SC"/>
                <a:cs typeface="Noto Sans CJK SC"/>
              </a:rPr>
              <a:t>枚举中心 q、间距 d、方向 u</a:t>
            </a:r>
          </a:p>
          <a:p xmlns:a="http://schemas.openxmlformats.org/drawingml/2006/main">
            <a:pPr algn="l">
              <a:defRPr sz="1800" b="0">
                <a:solidFill>
                  <a:srgbClr val="233440"/>
                </a:solidFill>
                <a:latin typeface="Noto Sans CJK SC"/>
                <a:ea typeface="Noto Sans CJK SC"/>
                <a:cs typeface="Noto Sans CJK SC"/>
              </a:defRPr>
            </a:pPr>
            <a:r>
              <a:rPr sz="1800" b="0">
                <a:solidFill>
                  <a:srgbClr val="233440"/>
                </a:solidFill>
                <a:latin typeface="Noto Sans CJK SC"/>
                <a:ea typeface="Noto Sans CJK SC"/>
                <a:cs typeface="Noto Sans CJK SC"/>
              </a:rPr>
              <a:t>梯度来自训练预测模型</a:t>
            </a:r>
          </a:p>
        </p:txBody>
      </p:sp>
      <p:sp>
        <p:nvSpPr>
          <p:cNvPr id="41" name="M2_output">
            <a:extLst xmlns:a="http://schemas.openxmlformats.org/drawingml/2006/main">
              <a:ext uri="{FF2B5EF4-FFF2-40B4-BE49-F238E27FC236}">
                <a16:creationId xmlns:a16="http://schemas.microsoft.com/office/drawing/2014/main" id="{6A147737-B43A-4473-A48A-61EA9601C91C}"/>
              </a:ext>
            </a:extLst>
          </p:cNvPr>
          <p:cNvSpPr>
            <a:spLocks xmlns:a="http://schemas.openxmlformats.org/drawingml/2006/main" noGrp="1"/>
          </p:cNvSpPr>
          <p:nvPr/>
        </p:nvSpPr>
        <p:spPr>
          <a:xfrm xmlns:a="http://schemas.openxmlformats.org/drawingml/2006/main">
            <a:off x="5562600" y="6429375"/>
            <a:ext cx="436245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lgn="l">
              <a:defRPr sz="1800" b="0">
                <a:solidFill>
                  <a:srgbClr val="233440"/>
                </a:solidFill>
                <a:latin typeface="Noto Sans CJK SC"/>
                <a:ea typeface="Noto Sans CJK SC"/>
                <a:cs typeface="Noto Sans CJK SC"/>
              </a:defRPr>
            </a:defPPr>
            <a:lvl1pPr algn="l">
              <a:defRPr sz="1800" b="0">
                <a:solidFill>
                  <a:srgbClr val="233440"/>
                </a:solidFill>
                <a:latin typeface="Noto Sans CJK SC"/>
                <a:ea typeface="Noto Sans CJK SC"/>
                <a:cs typeface="Noto Sans CJK SC"/>
              </a:defRPr>
            </a:lvl1pPr>
            <a:lvl2pPr algn="l">
              <a:defRPr sz="1800" b="0">
                <a:solidFill>
                  <a:srgbClr val="233440"/>
                </a:solidFill>
                <a:latin typeface="Noto Sans CJK SC"/>
                <a:ea typeface="Noto Sans CJK SC"/>
                <a:cs typeface="Noto Sans CJK SC"/>
              </a:defRPr>
            </a:lvl2pPr>
            <a:lvl3pPr algn="l">
              <a:defRPr sz="1800" b="0">
                <a:solidFill>
                  <a:srgbClr val="233440"/>
                </a:solidFill>
                <a:latin typeface="Noto Sans CJK SC"/>
                <a:ea typeface="Noto Sans CJK SC"/>
                <a:cs typeface="Noto Sans CJK SC"/>
              </a:defRPr>
            </a:lvl3pPr>
            <a:lvl4pPr algn="l">
              <a:defRPr sz="1800" b="0">
                <a:solidFill>
                  <a:srgbClr val="233440"/>
                </a:solidFill>
                <a:latin typeface="Noto Sans CJK SC"/>
                <a:ea typeface="Noto Sans CJK SC"/>
                <a:cs typeface="Noto Sans CJK SC"/>
              </a:defRPr>
            </a:lvl4pPr>
            <a:lvl5pPr algn="l">
              <a:defRPr sz="1800" b="0">
                <a:solidFill>
                  <a:srgbClr val="233440"/>
                </a:solidFill>
                <a:latin typeface="Noto Sans CJK SC"/>
                <a:ea typeface="Noto Sans CJK SC"/>
                <a:cs typeface="Noto Sans CJK SC"/>
              </a:defRPr>
            </a:lvl5pPr>
            <a:lvl6pPr algn="l">
              <a:defRPr sz="1800" b="0">
                <a:solidFill>
                  <a:srgbClr val="233440"/>
                </a:solidFill>
                <a:latin typeface="Noto Sans CJK SC"/>
                <a:ea typeface="Noto Sans CJK SC"/>
                <a:cs typeface="Noto Sans CJK SC"/>
              </a:defRPr>
            </a:lvl6pPr>
            <a:lvl7pPr algn="l">
              <a:defRPr sz="1800" b="0">
                <a:solidFill>
                  <a:srgbClr val="233440"/>
                </a:solidFill>
                <a:latin typeface="Noto Sans CJK SC"/>
                <a:ea typeface="Noto Sans CJK SC"/>
                <a:cs typeface="Noto Sans CJK SC"/>
              </a:defRPr>
            </a:lvl7pPr>
            <a:lvl8pPr algn="l">
              <a:defRPr sz="1800" b="0">
                <a:solidFill>
                  <a:srgbClr val="233440"/>
                </a:solidFill>
                <a:latin typeface="Noto Sans CJK SC"/>
                <a:ea typeface="Noto Sans CJK SC"/>
                <a:cs typeface="Noto Sans CJK SC"/>
              </a:defRPr>
            </a:lvl8pPr>
            <a:lvl9pPr algn="l">
              <a:defRPr sz="1800" b="0">
                <a:solidFill>
                  <a:srgbClr val="233440"/>
                </a:solidFill>
                <a:latin typeface="Noto Sans CJK SC"/>
                <a:ea typeface="Noto Sans CJK SC"/>
                <a:cs typeface="Noto Sans CJK SC"/>
              </a:defRPr>
            </a:lvl9pPr>
          </a:lstStyle>
          <a:p xmlns:a="http://schemas.openxmlformats.org/drawingml/2006/main">
            <a:pPr algn="l">
              <a:defRPr sz="1800" b="0">
                <a:solidFill>
                  <a:srgbClr val="233440"/>
                </a:solidFill>
                <a:latin typeface="Noto Sans CJK SC"/>
                <a:ea typeface="Noto Sans CJK SC"/>
                <a:cs typeface="Noto Sans CJK SC"/>
              </a:defRPr>
            </a:pPr>
            <a:r>
              <a:rPr sz="1800" b="0">
                <a:solidFill>
                  <a:srgbClr val="233440"/>
                </a:solidFill>
                <a:latin typeface="Noto Sans CJK SC"/>
                <a:ea typeface="Noto Sans CJK SC"/>
                <a:cs typeface="Noto Sans CJK SC"/>
              </a:rPr>
              <a:t>输出合法动作与源对对比</a:t>
            </a:r>
          </a:p>
          <a:p xmlns:a="http://schemas.openxmlformats.org/drawingml/2006/main">
            <a:pPr algn="l">
              <a:defRPr sz="1800" b="0">
                <a:solidFill>
                  <a:srgbClr val="233440"/>
                </a:solidFill>
                <a:latin typeface="Noto Sans CJK SC"/>
                <a:ea typeface="Noto Sans CJK SC"/>
                <a:cs typeface="Noto Sans CJK SC"/>
              </a:defRPr>
            </a:pPr>
            <a:r>
              <a:rPr sz="1800" b="0">
                <a:solidFill>
                  <a:srgbClr val="233440"/>
                </a:solidFill>
                <a:latin typeface="Noto Sans CJK SC"/>
                <a:ea typeface="Noto Sans CJK SC"/>
                <a:cs typeface="Noto Sans CJK SC"/>
              </a:rPr>
              <a:t>返回记忆只限制动作</a:t>
            </a:r>
          </a:p>
        </p:txBody>
      </p:sp>
      <p:sp>
        <p:nvSpPr>
          <p:cNvPr id="42" name="M2_gate_note">
            <a:extLst xmlns:a="http://schemas.openxmlformats.org/drawingml/2006/main">
              <a:ext uri="{FF2B5EF4-FFF2-40B4-BE49-F238E27FC236}">
                <a16:creationId xmlns:a16="http://schemas.microsoft.com/office/drawing/2014/main" id="{37C9D518-8E32-495C-B832-B00B18AC4304}"/>
              </a:ext>
            </a:extLst>
          </p:cNvPr>
          <p:cNvSpPr>
            <a:spLocks xmlns:a="http://schemas.openxmlformats.org/drawingml/2006/main" noGrp="1"/>
          </p:cNvSpPr>
          <p:nvPr/>
        </p:nvSpPr>
        <p:spPr>
          <a:xfrm xmlns:a="http://schemas.openxmlformats.org/drawingml/2006/main">
            <a:off x="5562600" y="7219950"/>
            <a:ext cx="43624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lgn="l">
              <a:defRPr sz="1575" b="0">
                <a:solidFill>
                  <a:srgbClr val="A24739"/>
                </a:solidFill>
                <a:latin typeface="Noto Sans CJK SC"/>
                <a:ea typeface="Noto Sans CJK SC"/>
                <a:cs typeface="Noto Sans CJK SC"/>
              </a:defRPr>
            </a:defPPr>
            <a:lvl1pPr algn="l">
              <a:defRPr sz="1575" b="0">
                <a:solidFill>
                  <a:srgbClr val="A24739"/>
                </a:solidFill>
                <a:latin typeface="Noto Sans CJK SC"/>
                <a:ea typeface="Noto Sans CJK SC"/>
                <a:cs typeface="Noto Sans CJK SC"/>
              </a:defRPr>
            </a:lvl1pPr>
            <a:lvl2pPr algn="l">
              <a:defRPr sz="1575" b="0">
                <a:solidFill>
                  <a:srgbClr val="A24739"/>
                </a:solidFill>
                <a:latin typeface="Noto Sans CJK SC"/>
                <a:ea typeface="Noto Sans CJK SC"/>
                <a:cs typeface="Noto Sans CJK SC"/>
              </a:defRPr>
            </a:lvl2pPr>
            <a:lvl3pPr algn="l">
              <a:defRPr sz="1575" b="0">
                <a:solidFill>
                  <a:srgbClr val="A24739"/>
                </a:solidFill>
                <a:latin typeface="Noto Sans CJK SC"/>
                <a:ea typeface="Noto Sans CJK SC"/>
                <a:cs typeface="Noto Sans CJK SC"/>
              </a:defRPr>
            </a:lvl3pPr>
            <a:lvl4pPr algn="l">
              <a:defRPr sz="1575" b="0">
                <a:solidFill>
                  <a:srgbClr val="A24739"/>
                </a:solidFill>
                <a:latin typeface="Noto Sans CJK SC"/>
                <a:ea typeface="Noto Sans CJK SC"/>
                <a:cs typeface="Noto Sans CJK SC"/>
              </a:defRPr>
            </a:lvl4pPr>
            <a:lvl5pPr algn="l">
              <a:defRPr sz="1575" b="0">
                <a:solidFill>
                  <a:srgbClr val="A24739"/>
                </a:solidFill>
                <a:latin typeface="Noto Sans CJK SC"/>
                <a:ea typeface="Noto Sans CJK SC"/>
                <a:cs typeface="Noto Sans CJK SC"/>
              </a:defRPr>
            </a:lvl5pPr>
            <a:lvl6pPr algn="l">
              <a:defRPr sz="1575" b="0">
                <a:solidFill>
                  <a:srgbClr val="A24739"/>
                </a:solidFill>
                <a:latin typeface="Noto Sans CJK SC"/>
                <a:ea typeface="Noto Sans CJK SC"/>
                <a:cs typeface="Noto Sans CJK SC"/>
              </a:defRPr>
            </a:lvl6pPr>
            <a:lvl7pPr algn="l">
              <a:defRPr sz="1575" b="0">
                <a:solidFill>
                  <a:srgbClr val="A24739"/>
                </a:solidFill>
                <a:latin typeface="Noto Sans CJK SC"/>
                <a:ea typeface="Noto Sans CJK SC"/>
                <a:cs typeface="Noto Sans CJK SC"/>
              </a:defRPr>
            </a:lvl7pPr>
            <a:lvl8pPr algn="l">
              <a:defRPr sz="1575" b="0">
                <a:solidFill>
                  <a:srgbClr val="A24739"/>
                </a:solidFill>
                <a:latin typeface="Noto Sans CJK SC"/>
                <a:ea typeface="Noto Sans CJK SC"/>
                <a:cs typeface="Noto Sans CJK SC"/>
              </a:defRPr>
            </a:lvl8pPr>
            <a:lvl9pPr algn="l">
              <a:defRPr sz="1575" b="0">
                <a:solidFill>
                  <a:srgbClr val="A24739"/>
                </a:solidFill>
                <a:latin typeface="Noto Sans CJK SC"/>
                <a:ea typeface="Noto Sans CJK SC"/>
                <a:cs typeface="Noto Sans CJK SC"/>
              </a:defRPr>
            </a:lvl9pPr>
          </a:lstStyle>
          <a:p xmlns:a="http://schemas.openxmlformats.org/drawingml/2006/main">
            <a:pPr algn="l">
              <a:defRPr sz="1575" b="0">
                <a:solidFill>
                  <a:srgbClr val="A24739"/>
                </a:solidFill>
                <a:latin typeface="Noto Sans CJK SC"/>
                <a:ea typeface="Noto Sans CJK SC"/>
                <a:cs typeface="Noto Sans CJK SC"/>
              </a:defRPr>
            </a:pPr>
            <a:r>
              <a:rPr sz="1575" b="0">
                <a:solidFill>
                  <a:srgbClr val="A24739"/>
                </a:solidFill>
                <a:latin typeface="Noto Sans CJK SC"/>
                <a:ea typeface="Noto Sans CJK SC"/>
                <a:cs typeface="Noto Sans CJK SC"/>
              </a:rPr>
              <a:t>管内不可分时安排管外复测</a:t>
            </a:r>
          </a:p>
          <a:p xmlns:a="http://schemas.openxmlformats.org/drawingml/2006/main">
            <a:pPr algn="l">
              <a:defRPr sz="1575" b="0">
                <a:solidFill>
                  <a:srgbClr val="A24739"/>
                </a:solidFill>
                <a:latin typeface="Noto Sans CJK SC"/>
                <a:ea typeface="Noto Sans CJK SC"/>
                <a:cs typeface="Noto Sans CJK SC"/>
              </a:defRPr>
            </a:pPr>
            <a:r>
              <a:rPr sz="1575" b="0">
                <a:solidFill>
                  <a:srgbClr val="A24739"/>
                </a:solidFill>
                <a:latin typeface="Noto Sans CJK SC"/>
                <a:ea typeface="Noto Sans CJK SC"/>
                <a:cs typeface="Noto Sans CJK SC"/>
              </a:rPr>
              <a:t>源 B 的占据合法性仍为 HOLD</a:t>
            </a:r>
          </a:p>
        </p:txBody>
      </p:sp>
      <p:sp>
        <p:nvSpPr>
          <p:cNvPr id="43" name="M3_detail_title">
            <a:extLst xmlns:a="http://schemas.openxmlformats.org/drawingml/2006/main">
              <a:ext uri="{FF2B5EF4-FFF2-40B4-BE49-F238E27FC236}">
                <a16:creationId xmlns:a16="http://schemas.microsoft.com/office/drawing/2014/main" id="{7AB0A04A-55A0-42CA-BA9E-3551A8AFEBD8}"/>
              </a:ext>
            </a:extLst>
          </p:cNvPr>
          <p:cNvSpPr>
            <a:spLocks xmlns:a="http://schemas.openxmlformats.org/drawingml/2006/main" noGrp="1"/>
          </p:cNvSpPr>
          <p:nvPr/>
        </p:nvSpPr>
        <p:spPr>
          <a:xfrm xmlns:a="http://schemas.openxmlformats.org/drawingml/2006/main">
            <a:off x="10382250" y="1200150"/>
            <a:ext cx="4476750"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lgn="l">
              <a:defRPr sz="2100" b="1">
                <a:solidFill>
                  <a:srgbClr val="B16B26"/>
                </a:solidFill>
                <a:latin typeface="Noto Sans CJK SC"/>
                <a:ea typeface="Noto Sans CJK SC"/>
                <a:cs typeface="Noto Sans CJK SC"/>
              </a:defRPr>
            </a:defPPr>
            <a:lvl1pPr algn="l">
              <a:defRPr sz="2100" b="1">
                <a:solidFill>
                  <a:srgbClr val="B16B26"/>
                </a:solidFill>
                <a:latin typeface="Noto Sans CJK SC"/>
                <a:ea typeface="Noto Sans CJK SC"/>
                <a:cs typeface="Noto Sans CJK SC"/>
              </a:defRPr>
            </a:lvl1pPr>
            <a:lvl2pPr algn="l">
              <a:defRPr sz="2100" b="1">
                <a:solidFill>
                  <a:srgbClr val="B16B26"/>
                </a:solidFill>
                <a:latin typeface="Noto Sans CJK SC"/>
                <a:ea typeface="Noto Sans CJK SC"/>
                <a:cs typeface="Noto Sans CJK SC"/>
              </a:defRPr>
            </a:lvl2pPr>
            <a:lvl3pPr algn="l">
              <a:defRPr sz="2100" b="1">
                <a:solidFill>
                  <a:srgbClr val="B16B26"/>
                </a:solidFill>
                <a:latin typeface="Noto Sans CJK SC"/>
                <a:ea typeface="Noto Sans CJK SC"/>
                <a:cs typeface="Noto Sans CJK SC"/>
              </a:defRPr>
            </a:lvl3pPr>
            <a:lvl4pPr algn="l">
              <a:defRPr sz="2100" b="1">
                <a:solidFill>
                  <a:srgbClr val="B16B26"/>
                </a:solidFill>
                <a:latin typeface="Noto Sans CJK SC"/>
                <a:ea typeface="Noto Sans CJK SC"/>
                <a:cs typeface="Noto Sans CJK SC"/>
              </a:defRPr>
            </a:lvl4pPr>
            <a:lvl5pPr algn="l">
              <a:defRPr sz="2100" b="1">
                <a:solidFill>
                  <a:srgbClr val="B16B26"/>
                </a:solidFill>
                <a:latin typeface="Noto Sans CJK SC"/>
                <a:ea typeface="Noto Sans CJK SC"/>
                <a:cs typeface="Noto Sans CJK SC"/>
              </a:defRPr>
            </a:lvl5pPr>
            <a:lvl6pPr algn="l">
              <a:defRPr sz="2100" b="1">
                <a:solidFill>
                  <a:srgbClr val="B16B26"/>
                </a:solidFill>
                <a:latin typeface="Noto Sans CJK SC"/>
                <a:ea typeface="Noto Sans CJK SC"/>
                <a:cs typeface="Noto Sans CJK SC"/>
              </a:defRPr>
            </a:lvl6pPr>
            <a:lvl7pPr algn="l">
              <a:defRPr sz="2100" b="1">
                <a:solidFill>
                  <a:srgbClr val="B16B26"/>
                </a:solidFill>
                <a:latin typeface="Noto Sans CJK SC"/>
                <a:ea typeface="Noto Sans CJK SC"/>
                <a:cs typeface="Noto Sans CJK SC"/>
              </a:defRPr>
            </a:lvl7pPr>
            <a:lvl8pPr algn="l">
              <a:defRPr sz="2100" b="1">
                <a:solidFill>
                  <a:srgbClr val="B16B26"/>
                </a:solidFill>
                <a:latin typeface="Noto Sans CJK SC"/>
                <a:ea typeface="Noto Sans CJK SC"/>
                <a:cs typeface="Noto Sans CJK SC"/>
              </a:defRPr>
            </a:lvl8pPr>
            <a:lvl9pPr algn="l">
              <a:defRPr sz="2100" b="1">
                <a:solidFill>
                  <a:srgbClr val="B16B26"/>
                </a:solidFill>
                <a:latin typeface="Noto Sans CJK SC"/>
                <a:ea typeface="Noto Sans CJK SC"/>
                <a:cs typeface="Noto Sans CJK SC"/>
              </a:defRPr>
            </a:lvl9pPr>
          </a:lstStyle>
          <a:p xmlns:a="http://schemas.openxmlformats.org/drawingml/2006/main">
            <a:pPr algn="l">
              <a:defRPr sz="2100" b="1">
                <a:solidFill>
                  <a:srgbClr val="B16B26"/>
                </a:solidFill>
                <a:latin typeface="Noto Sans CJK SC"/>
                <a:ea typeface="Noto Sans CJK SC"/>
                <a:cs typeface="Noto Sans CJK SC"/>
              </a:defRPr>
            </a:pPr>
            <a:r>
              <a:rPr sz="2100" b="1">
                <a:solidFill>
                  <a:srgbClr val="B16B26"/>
                </a:solidFill>
                <a:latin typeface="Noto Sans CJK SC"/>
                <a:ea typeface="Noto Sans CJK SC"/>
                <a:cs typeface="Noto Sans CJK SC"/>
              </a:rPr>
              <a:t>M3 全源对成本与新数据审计</a:t>
            </a:r>
          </a:p>
        </p:txBody>
      </p:sp>
      <p:graphicFrame>
        <p:nvGraphicFramePr>
          <p:cNvPr id="44" name="">
            <a:extLst xmlns:a="http://schemas.openxmlformats.org/drawingml/2006/main">
              <a:ext uri="{FF2B5EF4-FFF2-40B4-BE49-F238E27FC236}">
                <a16:creationId xmlns:a16="http://schemas.microsoft.com/office/drawing/2014/main" id="{991337C4-6E30-4083-A8C3-4089359E5CF4}"/>
              </a:ext>
            </a:extLst>
          </p:cNvPr>
          <p:cNvGraphicFramePr/>
          <p:nvPr/>
        </p:nvGraphicFramePr>
        <p:xfrm>
          <a:off xmlns:a="http://schemas.openxmlformats.org/drawingml/2006/main" x="10477500" y="1981200"/>
          <a:ext xmlns:a="http://schemas.openxmlformats.org/drawingml/2006/main" cx="4191000" cy="1352550"/>
        </p:xfrm>
        <a:graphic xmlns:a="http://schemas.openxmlformats.org/drawingml/2006/main">
          <a:graphicData uri="http://schemas.openxmlformats.org/drawingml/2006/table">
            <a:tbl>
              <a:tblPr/>
              <a:tblGrid>
                <a:gridCol w="1200150"/>
                <a:gridCol w="1495425"/>
                <a:gridCol w="1495425"/>
              </a:tblGrid>
              <a:tr h="338138">
                <a:tc>
                  <a:txBody>
                    <a:bodyPr lIns="47625" tIns="47625" rIns="47625" bIns="47625">
                      <a:noAutofit/>
                    </a:bodyPr>
                    <a:lstStyle/>
                    <a:p>
                      <a:pPr algn="ctr"/>
                      <a:r>
                        <a:rPr sz="1575" b="1">
                          <a:solidFill>
                            <a:srgbClr val="B16B26"/>
                          </a:solidFill>
                          <a:latin typeface="Noto Sans CJK SC"/>
                          <a:ea typeface="Noto Sans CJK SC"/>
                          <a:cs typeface="Noto Sans CJK SC"/>
                        </a:rPr>
                        <a:t>源对</a:t>
                      </a:r>
                    </a:p>
                  </a:txBody>
                  <a:tcPr marL="91440" marR="91440" marT="45720" marB="45720" anchor="ctr">
                    <a:lnL w="9525">
                      <a:solidFill>
                        <a:srgbClr val="CBD5DD"/>
                      </a:solidFill>
                      <a:prstDash val="solid"/>
                    </a:lnL>
                    <a:lnR w="9525">
                      <a:solidFill>
                        <a:srgbClr val="CBD5DD"/>
                      </a:solidFill>
                      <a:prstDash val="solid"/>
                    </a:lnR>
                    <a:lnT w="9525">
                      <a:solidFill>
                        <a:srgbClr val="CBD5DD"/>
                      </a:solidFill>
                      <a:prstDash val="solid"/>
                    </a:lnT>
                    <a:lnB w="9525">
                      <a:solidFill>
                        <a:srgbClr val="CBD5DD"/>
                      </a:solidFill>
                      <a:prstDash val="solid"/>
                    </a:lnB>
                    <a:solidFill>
                      <a:srgbClr val="EDF4FA"/>
                    </a:solidFill>
                  </a:tcPr>
                </a:tc>
                <a:tc>
                  <a:txBody>
                    <a:bodyPr lIns="47625" tIns="47625" rIns="47625" bIns="47625">
                      <a:noAutofit/>
                    </a:bodyPr>
                    <a:lstStyle/>
                    <a:p>
                      <a:pPr algn="ctr"/>
                      <a:r>
                        <a:rPr sz="1575" b="1">
                          <a:solidFill>
                            <a:srgbClr val="B16B26"/>
                          </a:solidFill>
                          <a:latin typeface="Noto Sans CJK SC"/>
                          <a:ea typeface="Noto Sans CJK SC"/>
                          <a:cs typeface="Noto Sans CJK SC"/>
                        </a:rPr>
                        <a:t>动作 a₁</a:t>
                      </a:r>
                    </a:p>
                  </a:txBody>
                  <a:tcPr marL="91440" marR="91440" marT="45720" marB="45720" anchor="ctr">
                    <a:lnR w="9525">
                      <a:solidFill>
                        <a:srgbClr val="CBD5DD"/>
                      </a:solidFill>
                      <a:prstDash val="solid"/>
                    </a:lnR>
                    <a:lnT w="9525">
                      <a:solidFill>
                        <a:srgbClr val="CBD5DD"/>
                      </a:solidFill>
                      <a:prstDash val="solid"/>
                    </a:lnT>
                    <a:lnB w="9525">
                      <a:solidFill>
                        <a:srgbClr val="CBD5DD"/>
                      </a:solidFill>
                      <a:prstDash val="solid"/>
                    </a:lnB>
                    <a:solidFill>
                      <a:srgbClr val="EDF4FA"/>
                    </a:solidFill>
                  </a:tcPr>
                </a:tc>
                <a:tc>
                  <a:txBody>
                    <a:bodyPr lIns="47625" tIns="47625" rIns="47625" bIns="47625">
                      <a:noAutofit/>
                    </a:bodyPr>
                    <a:lstStyle/>
                    <a:p>
                      <a:pPr algn="ctr"/>
                      <a:r>
                        <a:rPr sz="1575" b="1">
                          <a:solidFill>
                            <a:srgbClr val="B16B26"/>
                          </a:solidFill>
                          <a:latin typeface="Noto Sans CJK SC"/>
                          <a:ea typeface="Noto Sans CJK SC"/>
                          <a:cs typeface="Noto Sans CJK SC"/>
                        </a:rPr>
                        <a:t>动作 a₂</a:t>
                      </a:r>
                    </a:p>
                  </a:txBody>
                  <a:tcPr marL="91440" marR="91440" marT="45720" marB="45720" anchor="ctr">
                    <a:lnR w="9525">
                      <a:solidFill>
                        <a:srgbClr val="CBD5DD"/>
                      </a:solidFill>
                      <a:prstDash val="solid"/>
                    </a:lnR>
                    <a:lnT w="9525">
                      <a:solidFill>
                        <a:srgbClr val="CBD5DD"/>
                      </a:solidFill>
                      <a:prstDash val="solid"/>
                    </a:lnT>
                    <a:lnB w="9525">
                      <a:solidFill>
                        <a:srgbClr val="CBD5DD"/>
                      </a:solidFill>
                      <a:prstDash val="solid"/>
                    </a:lnB>
                    <a:solidFill>
                      <a:srgbClr val="EDF4FA"/>
                    </a:solidFill>
                  </a:tcPr>
                </a:tc>
              </a:tr>
              <a:tr h="338138">
                <a:tc>
                  <a:txBody>
                    <a:bodyPr lIns="47625" tIns="47625" rIns="47625" bIns="47625">
                      <a:noAutofit/>
                    </a:bodyPr>
                    <a:lstStyle/>
                    <a:p>
                      <a:pPr algn="ctr"/>
                      <a:r>
                        <a:rPr sz="1575" b="0">
                          <a:solidFill>
                            <a:srgbClr val="B16B26"/>
                          </a:solidFill>
                          <a:latin typeface="Noto Sans CJK SC"/>
                          <a:ea typeface="Noto Sans CJK SC"/>
                          <a:cs typeface="Noto Sans CJK SC"/>
                        </a:rPr>
                        <a:t>s₁→s₂</a:t>
                      </a:r>
                    </a:p>
                  </a:txBody>
                  <a:tcPr marL="91440" marR="91440" marT="45720" marB="45720" anchor="ctr">
                    <a:lnL w="9525">
                      <a:solidFill>
                        <a:srgbClr val="CBD5DD"/>
                      </a:solidFill>
                      <a:prstDash val="solid"/>
                    </a:lnL>
                    <a:lnR w="9525">
                      <a:solidFill>
                        <a:srgbClr val="CBD5DD"/>
                      </a:solidFill>
                      <a:prstDash val="solid"/>
                    </a:lnR>
                    <a:lnB w="9525">
                      <a:solidFill>
                        <a:srgbClr val="CBD5DD"/>
                      </a:solidFill>
                      <a:prstDash val="solid"/>
                    </a:lnB>
                    <a:solidFill>
                      <a:srgbClr val="FFFFFF"/>
                    </a:solidFill>
                  </a:tcPr>
                </a:tc>
                <a:tc>
                  <a:txBody>
                    <a:bodyPr lIns="47625" tIns="47625" rIns="47625" bIns="47625">
                      <a:noAutofit/>
                    </a:bodyPr>
                    <a:lstStyle/>
                    <a:p>
                      <a:pPr algn="ctr"/>
                      <a:r>
                        <a:rPr sz="1575" b="0">
                          <a:solidFill>
                            <a:srgbClr val="B16B26"/>
                          </a:solidFill>
                          <a:latin typeface="Noto Sans CJK SC"/>
                          <a:ea typeface="Noto Sans CJK SC"/>
                          <a:cs typeface="Noto Sans CJK SC"/>
                        </a:rPr>
                        <a:t>D₁₂(a₁)</a:t>
                      </a:r>
                    </a:p>
                  </a:txBody>
                  <a:tcPr marL="91440" marR="91440" marT="45720" marB="45720" anchor="ctr">
                    <a:lnR w="9525">
                      <a:solidFill>
                        <a:srgbClr val="CBD5DD"/>
                      </a:solidFill>
                      <a:prstDash val="solid"/>
                    </a:lnR>
                    <a:lnB w="9525">
                      <a:solidFill>
                        <a:srgbClr val="CBD5DD"/>
                      </a:solidFill>
                      <a:prstDash val="solid"/>
                    </a:lnB>
                    <a:solidFill>
                      <a:srgbClr val="FFFFFF"/>
                    </a:solidFill>
                  </a:tcPr>
                </a:tc>
                <a:tc>
                  <a:txBody>
                    <a:bodyPr lIns="47625" tIns="47625" rIns="47625" bIns="47625">
                      <a:noAutofit/>
                    </a:bodyPr>
                    <a:lstStyle/>
                    <a:p>
                      <a:pPr algn="ctr"/>
                      <a:r>
                        <a:rPr sz="1575" b="0">
                          <a:solidFill>
                            <a:srgbClr val="B16B26"/>
                          </a:solidFill>
                          <a:latin typeface="Noto Sans CJK SC"/>
                          <a:ea typeface="Noto Sans CJK SC"/>
                          <a:cs typeface="Noto Sans CJK SC"/>
                        </a:rPr>
                        <a:t>D₁₂(a₂)</a:t>
                      </a:r>
                    </a:p>
                  </a:txBody>
                  <a:tcPr marL="91440" marR="91440" marT="45720" marB="45720" anchor="ctr">
                    <a:lnR w="9525">
                      <a:solidFill>
                        <a:srgbClr val="CBD5DD"/>
                      </a:solidFill>
                      <a:prstDash val="solid"/>
                    </a:lnR>
                    <a:lnB w="9525">
                      <a:solidFill>
                        <a:srgbClr val="CBD5DD"/>
                      </a:solidFill>
                      <a:prstDash val="solid"/>
                    </a:lnB>
                    <a:solidFill>
                      <a:srgbClr val="FFFFFF"/>
                    </a:solidFill>
                  </a:tcPr>
                </a:tc>
              </a:tr>
              <a:tr h="338138">
                <a:tc>
                  <a:txBody>
                    <a:bodyPr lIns="47625" tIns="47625" rIns="47625" bIns="47625">
                      <a:noAutofit/>
                    </a:bodyPr>
                    <a:lstStyle/>
                    <a:p>
                      <a:pPr algn="ctr"/>
                      <a:r>
                        <a:rPr sz="1575" b="0">
                          <a:solidFill>
                            <a:srgbClr val="B16B26"/>
                          </a:solidFill>
                          <a:latin typeface="Noto Sans CJK SC"/>
                          <a:ea typeface="Noto Sans CJK SC"/>
                          <a:cs typeface="Noto Sans CJK SC"/>
                        </a:rPr>
                        <a:t>s₂→s₁</a:t>
                      </a:r>
                    </a:p>
                  </a:txBody>
                  <a:tcPr marL="91440" marR="91440" marT="45720" marB="45720" anchor="ctr">
                    <a:lnL w="9525">
                      <a:solidFill>
                        <a:srgbClr val="CBD5DD"/>
                      </a:solidFill>
                      <a:prstDash val="solid"/>
                    </a:lnL>
                    <a:lnR w="9525">
                      <a:solidFill>
                        <a:srgbClr val="CBD5DD"/>
                      </a:solidFill>
                      <a:prstDash val="solid"/>
                    </a:lnR>
                    <a:lnB w="9525">
                      <a:solidFill>
                        <a:srgbClr val="CBD5DD"/>
                      </a:solidFill>
                      <a:prstDash val="solid"/>
                    </a:lnB>
                    <a:solidFill>
                      <a:srgbClr val="FFFFFF"/>
                    </a:solidFill>
                  </a:tcPr>
                </a:tc>
                <a:tc>
                  <a:txBody>
                    <a:bodyPr lIns="47625" tIns="47625" rIns="47625" bIns="47625">
                      <a:noAutofit/>
                    </a:bodyPr>
                    <a:lstStyle/>
                    <a:p>
                      <a:pPr algn="ctr"/>
                      <a:r>
                        <a:rPr sz="1575" b="0">
                          <a:solidFill>
                            <a:srgbClr val="B16B26"/>
                          </a:solidFill>
                          <a:latin typeface="Noto Sans CJK SC"/>
                          <a:ea typeface="Noto Sans CJK SC"/>
                          <a:cs typeface="Noto Sans CJK SC"/>
                        </a:rPr>
                        <a:t>D₂₁(a₁)</a:t>
                      </a:r>
                    </a:p>
                  </a:txBody>
                  <a:tcPr marL="91440" marR="91440" marT="45720" marB="45720" anchor="ctr">
                    <a:lnR w="9525">
                      <a:solidFill>
                        <a:srgbClr val="CBD5DD"/>
                      </a:solidFill>
                      <a:prstDash val="solid"/>
                    </a:lnR>
                    <a:lnB w="9525">
                      <a:solidFill>
                        <a:srgbClr val="CBD5DD"/>
                      </a:solidFill>
                      <a:prstDash val="solid"/>
                    </a:lnB>
                    <a:solidFill>
                      <a:srgbClr val="FFFFFF"/>
                    </a:solidFill>
                  </a:tcPr>
                </a:tc>
                <a:tc>
                  <a:txBody>
                    <a:bodyPr lIns="47625" tIns="47625" rIns="47625" bIns="47625">
                      <a:noAutofit/>
                    </a:bodyPr>
                    <a:lstStyle/>
                    <a:p>
                      <a:pPr algn="ctr"/>
                      <a:r>
                        <a:rPr sz="1575" b="0">
                          <a:solidFill>
                            <a:srgbClr val="B16B26"/>
                          </a:solidFill>
                          <a:latin typeface="Noto Sans CJK SC"/>
                          <a:ea typeface="Noto Sans CJK SC"/>
                          <a:cs typeface="Noto Sans CJK SC"/>
                        </a:rPr>
                        <a:t>D₂₁(a₂)</a:t>
                      </a:r>
                    </a:p>
                  </a:txBody>
                  <a:tcPr marL="91440" marR="91440" marT="45720" marB="45720" anchor="ctr">
                    <a:lnR w="9525">
                      <a:solidFill>
                        <a:srgbClr val="CBD5DD"/>
                      </a:solidFill>
                      <a:prstDash val="solid"/>
                    </a:lnR>
                    <a:lnB w="9525">
                      <a:solidFill>
                        <a:srgbClr val="CBD5DD"/>
                      </a:solidFill>
                      <a:prstDash val="solid"/>
                    </a:lnB>
                    <a:solidFill>
                      <a:srgbClr val="FFFFFF"/>
                    </a:solidFill>
                  </a:tcPr>
                </a:tc>
              </a:tr>
              <a:tr h="338138">
                <a:tc>
                  <a:txBody>
                    <a:bodyPr lIns="47625" tIns="47625" rIns="47625" bIns="47625">
                      <a:noAutofit/>
                    </a:bodyPr>
                    <a:lstStyle/>
                    <a:p>
                      <a:pPr algn="ctr"/>
                      <a:r>
                        <a:rPr sz="1575" b="0">
                          <a:solidFill>
                            <a:srgbClr val="B16B26"/>
                          </a:solidFill>
                          <a:latin typeface="Noto Sans CJK SC"/>
                          <a:ea typeface="Noto Sans CJK SC"/>
                          <a:cs typeface="Noto Sans CJK SC"/>
                        </a:rPr>
                        <a:t>成本</a:t>
                      </a:r>
                    </a:p>
                  </a:txBody>
                  <a:tcPr marL="91440" marR="91440" marT="45720" marB="45720" anchor="ctr">
                    <a:lnL w="9525">
                      <a:solidFill>
                        <a:srgbClr val="CBD5DD"/>
                      </a:solidFill>
                      <a:prstDash val="solid"/>
                    </a:lnL>
                    <a:lnR w="9525">
                      <a:solidFill>
                        <a:srgbClr val="CBD5DD"/>
                      </a:solidFill>
                      <a:prstDash val="solid"/>
                    </a:lnR>
                    <a:lnB w="9525">
                      <a:solidFill>
                        <a:srgbClr val="CBD5DD"/>
                      </a:solidFill>
                      <a:prstDash val="solid"/>
                    </a:lnB>
                    <a:solidFill>
                      <a:srgbClr val="FFFFFF"/>
                    </a:solidFill>
                  </a:tcPr>
                </a:tc>
                <a:tc>
                  <a:txBody>
                    <a:bodyPr lIns="47625" tIns="47625" rIns="47625" bIns="47625">
                      <a:noAutofit/>
                    </a:bodyPr>
                    <a:lstStyle/>
                    <a:p>
                      <a:pPr algn="ctr"/>
                      <a:r>
                        <a:rPr sz="1575" b="0">
                          <a:solidFill>
                            <a:srgbClr val="B16B26"/>
                          </a:solidFill>
                          <a:latin typeface="Noto Sans CJK SC"/>
                          <a:ea typeface="Noto Sans CJK SC"/>
                          <a:cs typeface="Noto Sans CJK SC"/>
                        </a:rPr>
                        <a:t>c₁</a:t>
                      </a:r>
                    </a:p>
                  </a:txBody>
                  <a:tcPr marL="91440" marR="91440" marT="45720" marB="45720" anchor="ctr">
                    <a:lnR w="9525">
                      <a:solidFill>
                        <a:srgbClr val="CBD5DD"/>
                      </a:solidFill>
                      <a:prstDash val="solid"/>
                    </a:lnR>
                    <a:lnB w="9525">
                      <a:solidFill>
                        <a:srgbClr val="CBD5DD"/>
                      </a:solidFill>
                      <a:prstDash val="solid"/>
                    </a:lnB>
                    <a:solidFill>
                      <a:srgbClr val="FFFFFF"/>
                    </a:solidFill>
                  </a:tcPr>
                </a:tc>
                <a:tc>
                  <a:txBody>
                    <a:bodyPr lIns="47625" tIns="47625" rIns="47625" bIns="47625">
                      <a:noAutofit/>
                    </a:bodyPr>
                    <a:lstStyle/>
                    <a:p>
                      <a:pPr algn="ctr"/>
                      <a:r>
                        <a:rPr sz="1575" b="0">
                          <a:solidFill>
                            <a:srgbClr val="B16B26"/>
                          </a:solidFill>
                          <a:latin typeface="Noto Sans CJK SC"/>
                          <a:ea typeface="Noto Sans CJK SC"/>
                          <a:cs typeface="Noto Sans CJK SC"/>
                        </a:rPr>
                        <a:t>c₂</a:t>
                      </a:r>
                    </a:p>
                  </a:txBody>
                  <a:tcPr marL="91440" marR="91440" marT="45720" marB="45720" anchor="ctr">
                    <a:lnR w="9525">
                      <a:solidFill>
                        <a:srgbClr val="CBD5DD"/>
                      </a:solidFill>
                      <a:prstDash val="solid"/>
                    </a:lnR>
                    <a:lnB w="9525">
                      <a:solidFill>
                        <a:srgbClr val="CBD5DD"/>
                      </a:solidFill>
                      <a:prstDash val="solid"/>
                    </a:lnB>
                    <a:solidFill>
                      <a:srgbClr val="FFFFFF"/>
                    </a:solidFill>
                  </a:tcPr>
                </a:tc>
              </a:tr>
            </a:tbl>
          </a:graphicData>
        </a:graphic>
      </p:graphicFrame>
      <p:sp>
        <p:nvSpPr>
          <p:cNvPr id="45" name="M3_KL_def">
            <a:extLst xmlns:a="http://schemas.openxmlformats.org/drawingml/2006/main">
              <a:ext uri="{FF2B5EF4-FFF2-40B4-BE49-F238E27FC236}">
                <a16:creationId xmlns:a16="http://schemas.microsoft.com/office/drawing/2014/main" id="{A33D6ABD-A156-47D9-B46C-A0304A59260B}"/>
              </a:ext>
            </a:extLst>
          </p:cNvPr>
          <p:cNvSpPr>
            <a:spLocks xmlns:a="http://schemas.openxmlformats.org/drawingml/2006/main" noGrp="1"/>
          </p:cNvSpPr>
          <p:nvPr/>
        </p:nvSpPr>
        <p:spPr>
          <a:xfrm xmlns:a="http://schemas.openxmlformats.org/drawingml/2006/main">
            <a:off x="10477500" y="3648075"/>
            <a:ext cx="41910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lgn="l">
              <a:defRPr sz="1875" b="1">
                <a:solidFill>
                  <a:srgbClr val="B16B26"/>
                </a:solidFill>
                <a:latin typeface="Noto Sans CJK SC"/>
                <a:ea typeface="Noto Sans CJK SC"/>
                <a:cs typeface="Noto Sans CJK SC"/>
              </a:defRPr>
            </a:defPPr>
            <a:lvl1pPr algn="l">
              <a:defRPr sz="1875" b="1">
                <a:solidFill>
                  <a:srgbClr val="B16B26"/>
                </a:solidFill>
                <a:latin typeface="Noto Sans CJK SC"/>
                <a:ea typeface="Noto Sans CJK SC"/>
                <a:cs typeface="Noto Sans CJK SC"/>
              </a:defRPr>
            </a:lvl1pPr>
            <a:lvl2pPr algn="l">
              <a:defRPr sz="1875" b="1">
                <a:solidFill>
                  <a:srgbClr val="B16B26"/>
                </a:solidFill>
                <a:latin typeface="Noto Sans CJK SC"/>
                <a:ea typeface="Noto Sans CJK SC"/>
                <a:cs typeface="Noto Sans CJK SC"/>
              </a:defRPr>
            </a:lvl2pPr>
            <a:lvl3pPr algn="l">
              <a:defRPr sz="1875" b="1">
                <a:solidFill>
                  <a:srgbClr val="B16B26"/>
                </a:solidFill>
                <a:latin typeface="Noto Sans CJK SC"/>
                <a:ea typeface="Noto Sans CJK SC"/>
                <a:cs typeface="Noto Sans CJK SC"/>
              </a:defRPr>
            </a:lvl3pPr>
            <a:lvl4pPr algn="l">
              <a:defRPr sz="1875" b="1">
                <a:solidFill>
                  <a:srgbClr val="B16B26"/>
                </a:solidFill>
                <a:latin typeface="Noto Sans CJK SC"/>
                <a:ea typeface="Noto Sans CJK SC"/>
                <a:cs typeface="Noto Sans CJK SC"/>
              </a:defRPr>
            </a:lvl4pPr>
            <a:lvl5pPr algn="l">
              <a:defRPr sz="1875" b="1">
                <a:solidFill>
                  <a:srgbClr val="B16B26"/>
                </a:solidFill>
                <a:latin typeface="Noto Sans CJK SC"/>
                <a:ea typeface="Noto Sans CJK SC"/>
                <a:cs typeface="Noto Sans CJK SC"/>
              </a:defRPr>
            </a:lvl5pPr>
            <a:lvl6pPr algn="l">
              <a:defRPr sz="1875" b="1">
                <a:solidFill>
                  <a:srgbClr val="B16B26"/>
                </a:solidFill>
                <a:latin typeface="Noto Sans CJK SC"/>
                <a:ea typeface="Noto Sans CJK SC"/>
                <a:cs typeface="Noto Sans CJK SC"/>
              </a:defRPr>
            </a:lvl6pPr>
            <a:lvl7pPr algn="l">
              <a:defRPr sz="1875" b="1">
                <a:solidFill>
                  <a:srgbClr val="B16B26"/>
                </a:solidFill>
                <a:latin typeface="Noto Sans CJK SC"/>
                <a:ea typeface="Noto Sans CJK SC"/>
                <a:cs typeface="Noto Sans CJK SC"/>
              </a:defRPr>
            </a:lvl7pPr>
            <a:lvl8pPr algn="l">
              <a:defRPr sz="1875" b="1">
                <a:solidFill>
                  <a:srgbClr val="B16B26"/>
                </a:solidFill>
                <a:latin typeface="Noto Sans CJK SC"/>
                <a:ea typeface="Noto Sans CJK SC"/>
                <a:cs typeface="Noto Sans CJK SC"/>
              </a:defRPr>
            </a:lvl8pPr>
            <a:lvl9pPr algn="l">
              <a:defRPr sz="1875" b="1">
                <a:solidFill>
                  <a:srgbClr val="B16B26"/>
                </a:solidFill>
                <a:latin typeface="Noto Sans CJK SC"/>
                <a:ea typeface="Noto Sans CJK SC"/>
                <a:cs typeface="Noto Sans CJK SC"/>
              </a:defRPr>
            </a:lvl9pPr>
          </a:lstStyle>
          <a:p xmlns:a="http://schemas.openxmlformats.org/drawingml/2006/main">
            <a:pPr algn="l">
              <a:defRPr sz="1875" b="1">
                <a:solidFill>
                  <a:srgbClr val="B16B26"/>
                </a:solidFill>
                <a:latin typeface="Noto Sans CJK SC"/>
                <a:ea typeface="Noto Sans CJK SC"/>
                <a:cs typeface="Noto Sans CJK SC"/>
              </a:defRPr>
            </a:pPr>
            <a:r>
              <a:rPr sz="1875" b="1">
                <a:solidFill>
                  <a:srgbClr val="B16B26"/>
                </a:solidFill>
                <a:latin typeface="Noto Sans CJK SC"/>
                <a:ea typeface="Noto Sans CJK SC"/>
                <a:cs typeface="Noto Sans CJK SC"/>
              </a:rPr>
              <a:t>Dⱼₖ(a) = KL(Pⱼᵃ || Pₖᵃ)</a:t>
            </a:r>
          </a:p>
        </p:txBody>
      </p:sp>
      <p:sp>
        <p:nvSpPr>
          <p:cNvPr id="46" name="M3_LP_detail">
            <a:extLst xmlns:a="http://schemas.openxmlformats.org/drawingml/2006/main">
              <a:ext uri="{FF2B5EF4-FFF2-40B4-BE49-F238E27FC236}">
                <a16:creationId xmlns:a16="http://schemas.microsoft.com/office/drawing/2014/main" id="{A6CD78B1-7218-4F7A-BB5D-F2F4C2AEF5C8}"/>
              </a:ext>
            </a:extLst>
          </p:cNvPr>
          <p:cNvSpPr>
            <a:spLocks xmlns:a="http://schemas.openxmlformats.org/drawingml/2006/main" noGrp="1"/>
          </p:cNvSpPr>
          <p:nvPr/>
        </p:nvSpPr>
        <p:spPr>
          <a:xfrm xmlns:a="http://schemas.openxmlformats.org/drawingml/2006/main">
            <a:off x="10477500" y="4143375"/>
            <a:ext cx="41910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lgn="l">
              <a:defRPr sz="1950" b="1">
                <a:solidFill>
                  <a:srgbClr val="B16B26"/>
                </a:solidFill>
                <a:latin typeface="Noto Sans CJK SC"/>
                <a:ea typeface="Noto Sans CJK SC"/>
                <a:cs typeface="Noto Sans CJK SC"/>
              </a:defRPr>
            </a:defPPr>
            <a:lvl1pPr algn="l">
              <a:defRPr sz="1950" b="1">
                <a:solidFill>
                  <a:srgbClr val="B16B26"/>
                </a:solidFill>
                <a:latin typeface="Noto Sans CJK SC"/>
                <a:ea typeface="Noto Sans CJK SC"/>
                <a:cs typeface="Noto Sans CJK SC"/>
              </a:defRPr>
            </a:lvl1pPr>
            <a:lvl2pPr algn="l">
              <a:defRPr sz="1950" b="1">
                <a:solidFill>
                  <a:srgbClr val="B16B26"/>
                </a:solidFill>
                <a:latin typeface="Noto Sans CJK SC"/>
                <a:ea typeface="Noto Sans CJK SC"/>
                <a:cs typeface="Noto Sans CJK SC"/>
              </a:defRPr>
            </a:lvl2pPr>
            <a:lvl3pPr algn="l">
              <a:defRPr sz="1950" b="1">
                <a:solidFill>
                  <a:srgbClr val="B16B26"/>
                </a:solidFill>
                <a:latin typeface="Noto Sans CJK SC"/>
                <a:ea typeface="Noto Sans CJK SC"/>
                <a:cs typeface="Noto Sans CJK SC"/>
              </a:defRPr>
            </a:lvl3pPr>
            <a:lvl4pPr algn="l">
              <a:defRPr sz="1950" b="1">
                <a:solidFill>
                  <a:srgbClr val="B16B26"/>
                </a:solidFill>
                <a:latin typeface="Noto Sans CJK SC"/>
                <a:ea typeface="Noto Sans CJK SC"/>
                <a:cs typeface="Noto Sans CJK SC"/>
              </a:defRPr>
            </a:lvl4pPr>
            <a:lvl5pPr algn="l">
              <a:defRPr sz="1950" b="1">
                <a:solidFill>
                  <a:srgbClr val="B16B26"/>
                </a:solidFill>
                <a:latin typeface="Noto Sans CJK SC"/>
                <a:ea typeface="Noto Sans CJK SC"/>
                <a:cs typeface="Noto Sans CJK SC"/>
              </a:defRPr>
            </a:lvl5pPr>
            <a:lvl6pPr algn="l">
              <a:defRPr sz="1950" b="1">
                <a:solidFill>
                  <a:srgbClr val="B16B26"/>
                </a:solidFill>
                <a:latin typeface="Noto Sans CJK SC"/>
                <a:ea typeface="Noto Sans CJK SC"/>
                <a:cs typeface="Noto Sans CJK SC"/>
              </a:defRPr>
            </a:lvl6pPr>
            <a:lvl7pPr algn="l">
              <a:defRPr sz="1950" b="1">
                <a:solidFill>
                  <a:srgbClr val="B16B26"/>
                </a:solidFill>
                <a:latin typeface="Noto Sans CJK SC"/>
                <a:ea typeface="Noto Sans CJK SC"/>
                <a:cs typeface="Noto Sans CJK SC"/>
              </a:defRPr>
            </a:lvl7pPr>
            <a:lvl8pPr algn="l">
              <a:defRPr sz="1950" b="1">
                <a:solidFill>
                  <a:srgbClr val="B16B26"/>
                </a:solidFill>
                <a:latin typeface="Noto Sans CJK SC"/>
                <a:ea typeface="Noto Sans CJK SC"/>
                <a:cs typeface="Noto Sans CJK SC"/>
              </a:defRPr>
            </a:lvl8pPr>
            <a:lvl9pPr algn="l">
              <a:defRPr sz="1950" b="1">
                <a:solidFill>
                  <a:srgbClr val="B16B26"/>
                </a:solidFill>
                <a:latin typeface="Noto Sans CJK SC"/>
                <a:ea typeface="Noto Sans CJK SC"/>
                <a:cs typeface="Noto Sans CJK SC"/>
              </a:defRPr>
            </a:lvl9pPr>
          </a:lstStyle>
          <a:p xmlns:a="http://schemas.openxmlformats.org/drawingml/2006/main">
            <a:pPr algn="l">
              <a:defRPr sz="1950" b="1">
                <a:solidFill>
                  <a:srgbClr val="B16B26"/>
                </a:solidFill>
                <a:latin typeface="Noto Sans CJK SC"/>
                <a:ea typeface="Noto Sans CJK SC"/>
                <a:cs typeface="Noto Sans CJK SC"/>
              </a:defRPr>
            </a:pPr>
            <a:r>
              <a:rPr sz="1950" b="1">
                <a:solidFill>
                  <a:srgbClr val="B16B26"/>
                </a:solidFill>
                <a:latin typeface="Noto Sans CJK SC"/>
                <a:ea typeface="Noto Sans CJK SC"/>
                <a:cs typeface="Noto Sans CJK SC"/>
              </a:rPr>
              <a:t>max v，cᵀy=1，y≥0</a:t>
            </a:r>
          </a:p>
          <a:p xmlns:a="http://schemas.openxmlformats.org/drawingml/2006/main">
            <a:pPr algn="l">
              <a:defRPr sz="1950" b="1">
                <a:solidFill>
                  <a:srgbClr val="B16B26"/>
                </a:solidFill>
                <a:latin typeface="Noto Sans CJK SC"/>
                <a:ea typeface="Noto Sans CJK SC"/>
                <a:cs typeface="Noto Sans CJK SC"/>
              </a:defRPr>
            </a:pPr>
            <a:r>
              <a:rPr sz="1950" b="1">
                <a:solidFill>
                  <a:srgbClr val="B16B26"/>
                </a:solidFill>
                <a:latin typeface="Noto Sans CJK SC"/>
                <a:ea typeface="Noto Sans CJK SC"/>
                <a:cs typeface="Noto Sans CJK SC"/>
              </a:rPr>
              <a:t>Dⱼₖᵀy ≥ v，∀ j≠k</a:t>
            </a:r>
          </a:p>
        </p:txBody>
      </p:sp>
      <p:sp>
        <p:nvSpPr>
          <p:cNvPr id="47" name="M3_mixture">
            <a:extLst xmlns:a="http://schemas.openxmlformats.org/drawingml/2006/main">
              <a:ext uri="{FF2B5EF4-FFF2-40B4-BE49-F238E27FC236}">
                <a16:creationId xmlns:a16="http://schemas.microsoft.com/office/drawing/2014/main" id="{00F815BC-FDD7-4175-A436-0677AA3AB085}"/>
              </a:ext>
            </a:extLst>
          </p:cNvPr>
          <p:cNvSpPr>
            <a:spLocks xmlns:a="http://schemas.openxmlformats.org/drawingml/2006/main" noGrp="1"/>
          </p:cNvSpPr>
          <p:nvPr/>
        </p:nvSpPr>
        <p:spPr>
          <a:xfrm xmlns:a="http://schemas.openxmlformats.org/drawingml/2006/main">
            <a:off x="10477500" y="5029200"/>
            <a:ext cx="419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lgn="l">
              <a:defRPr sz="2025" b="1">
                <a:solidFill>
                  <a:srgbClr val="B16B26"/>
                </a:solidFill>
                <a:latin typeface="Noto Sans CJK SC"/>
                <a:ea typeface="Noto Sans CJK SC"/>
                <a:cs typeface="Noto Sans CJK SC"/>
              </a:defRPr>
            </a:defPPr>
            <a:lvl1pPr algn="l">
              <a:defRPr sz="2025" b="1">
                <a:solidFill>
                  <a:srgbClr val="B16B26"/>
                </a:solidFill>
                <a:latin typeface="Noto Sans CJK SC"/>
                <a:ea typeface="Noto Sans CJK SC"/>
                <a:cs typeface="Noto Sans CJK SC"/>
              </a:defRPr>
            </a:lvl1pPr>
            <a:lvl2pPr algn="l">
              <a:defRPr sz="2025" b="1">
                <a:solidFill>
                  <a:srgbClr val="B16B26"/>
                </a:solidFill>
                <a:latin typeface="Noto Sans CJK SC"/>
                <a:ea typeface="Noto Sans CJK SC"/>
                <a:cs typeface="Noto Sans CJK SC"/>
              </a:defRPr>
            </a:lvl2pPr>
            <a:lvl3pPr algn="l">
              <a:defRPr sz="2025" b="1">
                <a:solidFill>
                  <a:srgbClr val="B16B26"/>
                </a:solidFill>
                <a:latin typeface="Noto Sans CJK SC"/>
                <a:ea typeface="Noto Sans CJK SC"/>
                <a:cs typeface="Noto Sans CJK SC"/>
              </a:defRPr>
            </a:lvl3pPr>
            <a:lvl4pPr algn="l">
              <a:defRPr sz="2025" b="1">
                <a:solidFill>
                  <a:srgbClr val="B16B26"/>
                </a:solidFill>
                <a:latin typeface="Noto Sans CJK SC"/>
                <a:ea typeface="Noto Sans CJK SC"/>
                <a:cs typeface="Noto Sans CJK SC"/>
              </a:defRPr>
            </a:lvl4pPr>
            <a:lvl5pPr algn="l">
              <a:defRPr sz="2025" b="1">
                <a:solidFill>
                  <a:srgbClr val="B16B26"/>
                </a:solidFill>
                <a:latin typeface="Noto Sans CJK SC"/>
                <a:ea typeface="Noto Sans CJK SC"/>
                <a:cs typeface="Noto Sans CJK SC"/>
              </a:defRPr>
            </a:lvl5pPr>
            <a:lvl6pPr algn="l">
              <a:defRPr sz="2025" b="1">
                <a:solidFill>
                  <a:srgbClr val="B16B26"/>
                </a:solidFill>
                <a:latin typeface="Noto Sans CJK SC"/>
                <a:ea typeface="Noto Sans CJK SC"/>
                <a:cs typeface="Noto Sans CJK SC"/>
              </a:defRPr>
            </a:lvl6pPr>
            <a:lvl7pPr algn="l">
              <a:defRPr sz="2025" b="1">
                <a:solidFill>
                  <a:srgbClr val="B16B26"/>
                </a:solidFill>
                <a:latin typeface="Noto Sans CJK SC"/>
                <a:ea typeface="Noto Sans CJK SC"/>
                <a:cs typeface="Noto Sans CJK SC"/>
              </a:defRPr>
            </a:lvl7pPr>
            <a:lvl8pPr algn="l">
              <a:defRPr sz="2025" b="1">
                <a:solidFill>
                  <a:srgbClr val="B16B26"/>
                </a:solidFill>
                <a:latin typeface="Noto Sans CJK SC"/>
                <a:ea typeface="Noto Sans CJK SC"/>
                <a:cs typeface="Noto Sans CJK SC"/>
              </a:defRPr>
            </a:lvl8pPr>
            <a:lvl9pPr algn="l">
              <a:defRPr sz="2025" b="1">
                <a:solidFill>
                  <a:srgbClr val="B16B26"/>
                </a:solidFill>
                <a:latin typeface="Noto Sans CJK SC"/>
                <a:ea typeface="Noto Sans CJK SC"/>
                <a:cs typeface="Noto Sans CJK SC"/>
              </a:defRPr>
            </a:lvl9pPr>
          </a:lstStyle>
          <a:p xmlns:a="http://schemas.openxmlformats.org/drawingml/2006/main">
            <a:pPr algn="l">
              <a:defRPr sz="2025" b="1">
                <a:solidFill>
                  <a:srgbClr val="B16B26"/>
                </a:solidFill>
                <a:latin typeface="Noto Sans CJK SC"/>
                <a:ea typeface="Noto Sans CJK SC"/>
                <a:cs typeface="Noto Sans CJK SC"/>
              </a:defRPr>
            </a:pPr>
            <a:r>
              <a:rPr sz="2025" b="1">
                <a:solidFill>
                  <a:srgbClr val="B16B26"/>
                </a:solidFill>
                <a:latin typeface="Noto Sans CJK SC"/>
                <a:ea typeface="Noto Sans CJK SC"/>
                <a:cs typeface="Noto Sans CJK SC"/>
              </a:rPr>
              <a:t>ρ = (1−ε)λ + εν</a:t>
            </a:r>
          </a:p>
        </p:txBody>
      </p:sp>
      <p:sp>
        <p:nvSpPr>
          <p:cNvPr id="48" name="M3_lambda">
            <a:extLst xmlns:a="http://schemas.openxmlformats.org/drawingml/2006/main">
              <a:ext uri="{FF2B5EF4-FFF2-40B4-BE49-F238E27FC236}">
                <a16:creationId xmlns:a16="http://schemas.microsoft.com/office/drawing/2014/main" id="{37D6BFD9-4642-44D3-B5DA-28D74D6B03A9}"/>
              </a:ext>
            </a:extLst>
          </p:cNvPr>
          <p:cNvSpPr>
            <a:spLocks xmlns:a="http://schemas.openxmlformats.org/drawingml/2006/main" noGrp="1"/>
          </p:cNvSpPr>
          <p:nvPr/>
        </p:nvSpPr>
        <p:spPr>
          <a:xfrm xmlns:a="http://schemas.openxmlformats.org/drawingml/2006/main">
            <a:off x="10477500" y="5410200"/>
            <a:ext cx="4191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lgn="l">
              <a:defRPr sz="1500" b="0">
                <a:solidFill>
                  <a:srgbClr val="60717D"/>
                </a:solidFill>
                <a:latin typeface="Noto Sans CJK SC"/>
                <a:ea typeface="Noto Sans CJK SC"/>
                <a:cs typeface="Noto Sans CJK SC"/>
              </a:defRPr>
            </a:defPPr>
            <a:lvl1pPr algn="l">
              <a:defRPr sz="1500" b="0">
                <a:solidFill>
                  <a:srgbClr val="60717D"/>
                </a:solidFill>
                <a:latin typeface="Noto Sans CJK SC"/>
                <a:ea typeface="Noto Sans CJK SC"/>
                <a:cs typeface="Noto Sans CJK SC"/>
              </a:defRPr>
            </a:lvl1pPr>
            <a:lvl2pPr algn="l">
              <a:defRPr sz="1500" b="0">
                <a:solidFill>
                  <a:srgbClr val="60717D"/>
                </a:solidFill>
                <a:latin typeface="Noto Sans CJK SC"/>
                <a:ea typeface="Noto Sans CJK SC"/>
                <a:cs typeface="Noto Sans CJK SC"/>
              </a:defRPr>
            </a:lvl2pPr>
            <a:lvl3pPr algn="l">
              <a:defRPr sz="1500" b="0">
                <a:solidFill>
                  <a:srgbClr val="60717D"/>
                </a:solidFill>
                <a:latin typeface="Noto Sans CJK SC"/>
                <a:ea typeface="Noto Sans CJK SC"/>
                <a:cs typeface="Noto Sans CJK SC"/>
              </a:defRPr>
            </a:lvl3pPr>
            <a:lvl4pPr algn="l">
              <a:defRPr sz="1500" b="0">
                <a:solidFill>
                  <a:srgbClr val="60717D"/>
                </a:solidFill>
                <a:latin typeface="Noto Sans CJK SC"/>
                <a:ea typeface="Noto Sans CJK SC"/>
                <a:cs typeface="Noto Sans CJK SC"/>
              </a:defRPr>
            </a:lvl4pPr>
            <a:lvl5pPr algn="l">
              <a:defRPr sz="1500" b="0">
                <a:solidFill>
                  <a:srgbClr val="60717D"/>
                </a:solidFill>
                <a:latin typeface="Noto Sans CJK SC"/>
                <a:ea typeface="Noto Sans CJK SC"/>
                <a:cs typeface="Noto Sans CJK SC"/>
              </a:defRPr>
            </a:lvl5pPr>
            <a:lvl6pPr algn="l">
              <a:defRPr sz="1500" b="0">
                <a:solidFill>
                  <a:srgbClr val="60717D"/>
                </a:solidFill>
                <a:latin typeface="Noto Sans CJK SC"/>
                <a:ea typeface="Noto Sans CJK SC"/>
                <a:cs typeface="Noto Sans CJK SC"/>
              </a:defRPr>
            </a:lvl6pPr>
            <a:lvl7pPr algn="l">
              <a:defRPr sz="1500" b="0">
                <a:solidFill>
                  <a:srgbClr val="60717D"/>
                </a:solidFill>
                <a:latin typeface="Noto Sans CJK SC"/>
                <a:ea typeface="Noto Sans CJK SC"/>
                <a:cs typeface="Noto Sans CJK SC"/>
              </a:defRPr>
            </a:lvl7pPr>
            <a:lvl8pPr algn="l">
              <a:defRPr sz="1500" b="0">
                <a:solidFill>
                  <a:srgbClr val="60717D"/>
                </a:solidFill>
                <a:latin typeface="Noto Sans CJK SC"/>
                <a:ea typeface="Noto Sans CJK SC"/>
                <a:cs typeface="Noto Sans CJK SC"/>
              </a:defRPr>
            </a:lvl8pPr>
            <a:lvl9pPr algn="l">
              <a:defRPr sz="1500" b="0">
                <a:solidFill>
                  <a:srgbClr val="60717D"/>
                </a:solidFill>
                <a:latin typeface="Noto Sans CJK SC"/>
                <a:ea typeface="Noto Sans CJK SC"/>
                <a:cs typeface="Noto Sans CJK SC"/>
              </a:defRPr>
            </a:lvl9pPr>
          </a:lstStyle>
          <a:p xmlns:a="http://schemas.openxmlformats.org/drawingml/2006/main">
            <a:pPr algn="l">
              <a:defRPr sz="1500" b="0">
                <a:solidFill>
                  <a:srgbClr val="60717D"/>
                </a:solidFill>
                <a:latin typeface="Noto Sans CJK SC"/>
                <a:ea typeface="Noto Sans CJK SC"/>
                <a:cs typeface="Noto Sans CJK SC"/>
              </a:defRPr>
            </a:pPr>
            <a:r>
              <a:rPr sz="1500" b="0">
                <a:solidFill>
                  <a:srgbClr val="60717D"/>
                </a:solidFill>
                <a:latin typeface="Noto Sans CJK SC"/>
                <a:ea typeface="Noto Sans CJK SC"/>
                <a:cs typeface="Noto Sans CJK SC"/>
              </a:rPr>
              <a:t>λ=y/(1ᵀy)，ν 不依赖源后验</a:t>
            </a:r>
          </a:p>
        </p:txBody>
      </p:sp>
      <p:sp>
        <p:nvSpPr>
          <p:cNvPr id="49" name="M3_newdata">
            <a:extLst xmlns:a="http://schemas.openxmlformats.org/drawingml/2006/main">
              <a:ext uri="{FF2B5EF4-FFF2-40B4-BE49-F238E27FC236}">
                <a16:creationId xmlns:a16="http://schemas.microsoft.com/office/drawing/2014/main" id="{09761E7C-7D17-4576-B1A3-6BB213D0DE56}"/>
              </a:ext>
            </a:extLst>
          </p:cNvPr>
          <p:cNvSpPr>
            <a:spLocks xmlns:a="http://schemas.openxmlformats.org/drawingml/2006/main" noGrp="1"/>
          </p:cNvSpPr>
          <p:nvPr/>
        </p:nvSpPr>
        <p:spPr>
          <a:xfrm xmlns:a="http://schemas.openxmlformats.org/drawingml/2006/main">
            <a:off x="10477500" y="5676900"/>
            <a:ext cx="41910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lgn="l">
              <a:defRPr sz="1575" b="0">
                <a:solidFill>
                  <a:srgbClr val="233440"/>
                </a:solidFill>
                <a:latin typeface="Noto Sans CJK SC"/>
                <a:ea typeface="Noto Sans CJK SC"/>
                <a:cs typeface="Noto Sans CJK SC"/>
              </a:defRPr>
            </a:defPPr>
            <a:lvl1pPr algn="l">
              <a:defRPr sz="1575" b="0">
                <a:solidFill>
                  <a:srgbClr val="233440"/>
                </a:solidFill>
                <a:latin typeface="Noto Sans CJK SC"/>
                <a:ea typeface="Noto Sans CJK SC"/>
                <a:cs typeface="Noto Sans CJK SC"/>
              </a:defRPr>
            </a:lvl1pPr>
            <a:lvl2pPr algn="l">
              <a:defRPr sz="1575" b="0">
                <a:solidFill>
                  <a:srgbClr val="233440"/>
                </a:solidFill>
                <a:latin typeface="Noto Sans CJK SC"/>
                <a:ea typeface="Noto Sans CJK SC"/>
                <a:cs typeface="Noto Sans CJK SC"/>
              </a:defRPr>
            </a:lvl2pPr>
            <a:lvl3pPr algn="l">
              <a:defRPr sz="1575" b="0">
                <a:solidFill>
                  <a:srgbClr val="233440"/>
                </a:solidFill>
                <a:latin typeface="Noto Sans CJK SC"/>
                <a:ea typeface="Noto Sans CJK SC"/>
                <a:cs typeface="Noto Sans CJK SC"/>
              </a:defRPr>
            </a:lvl3pPr>
            <a:lvl4pPr algn="l">
              <a:defRPr sz="1575" b="0">
                <a:solidFill>
                  <a:srgbClr val="233440"/>
                </a:solidFill>
                <a:latin typeface="Noto Sans CJK SC"/>
                <a:ea typeface="Noto Sans CJK SC"/>
                <a:cs typeface="Noto Sans CJK SC"/>
              </a:defRPr>
            </a:lvl4pPr>
            <a:lvl5pPr algn="l">
              <a:defRPr sz="1575" b="0">
                <a:solidFill>
                  <a:srgbClr val="233440"/>
                </a:solidFill>
                <a:latin typeface="Noto Sans CJK SC"/>
                <a:ea typeface="Noto Sans CJK SC"/>
                <a:cs typeface="Noto Sans CJK SC"/>
              </a:defRPr>
            </a:lvl5pPr>
            <a:lvl6pPr algn="l">
              <a:defRPr sz="1575" b="0">
                <a:solidFill>
                  <a:srgbClr val="233440"/>
                </a:solidFill>
                <a:latin typeface="Noto Sans CJK SC"/>
                <a:ea typeface="Noto Sans CJK SC"/>
                <a:cs typeface="Noto Sans CJK SC"/>
              </a:defRPr>
            </a:lvl6pPr>
            <a:lvl7pPr algn="l">
              <a:defRPr sz="1575" b="0">
                <a:solidFill>
                  <a:srgbClr val="233440"/>
                </a:solidFill>
                <a:latin typeface="Noto Sans CJK SC"/>
                <a:ea typeface="Noto Sans CJK SC"/>
                <a:cs typeface="Noto Sans CJK SC"/>
              </a:defRPr>
            </a:lvl7pPr>
            <a:lvl8pPr algn="l">
              <a:defRPr sz="1575" b="0">
                <a:solidFill>
                  <a:srgbClr val="233440"/>
                </a:solidFill>
                <a:latin typeface="Noto Sans CJK SC"/>
                <a:ea typeface="Noto Sans CJK SC"/>
                <a:cs typeface="Noto Sans CJK SC"/>
              </a:defRPr>
            </a:lvl8pPr>
            <a:lvl9pPr algn="l">
              <a:defRPr sz="1575" b="0">
                <a:solidFill>
                  <a:srgbClr val="233440"/>
                </a:solidFill>
                <a:latin typeface="Noto Sans CJK SC"/>
                <a:ea typeface="Noto Sans CJK SC"/>
                <a:cs typeface="Noto Sans CJK SC"/>
              </a:defRPr>
            </a:lvl9pPr>
          </a:lstStyle>
          <a:p xmlns:a="http://schemas.openxmlformats.org/drawingml/2006/main">
            <a:pPr algn="l">
              <a:defRPr sz="1575" b="0">
                <a:solidFill>
                  <a:srgbClr val="233440"/>
                </a:solidFill>
                <a:latin typeface="Noto Sans CJK SC"/>
                <a:ea typeface="Noto Sans CJK SC"/>
                <a:cs typeface="Noto Sans CJK SC"/>
              </a:defRPr>
            </a:pPr>
            <a:r>
              <a:rPr sz="1575" b="0">
                <a:solidFill>
                  <a:srgbClr val="233440"/>
                </a:solidFill>
                <a:latin typeface="Noto Sans CJK SC"/>
                <a:ea typeface="Noto Sans CJK SC"/>
                <a:cs typeface="Noto Sans CJK SC"/>
              </a:rPr>
              <a:t>Aₛᵣ = Σ新数据 log Pₜ(Z | s,r,a)</a:t>
            </a:r>
          </a:p>
          <a:p xmlns:a="http://schemas.openxmlformats.org/drawingml/2006/main">
            <a:pPr algn="l">
              <a:defRPr sz="1575" b="0">
                <a:solidFill>
                  <a:srgbClr val="233440"/>
                </a:solidFill>
                <a:latin typeface="Noto Sans CJK SC"/>
                <a:ea typeface="Noto Sans CJK SC"/>
                <a:cs typeface="Noto Sans CJK SC"/>
              </a:defRPr>
            </a:pPr>
            <a:r>
              <a:rPr sz="1575" b="0">
                <a:solidFill>
                  <a:srgbClr val="233440"/>
                </a:solidFill>
                <a:latin typeface="Noto Sans CJK SC"/>
                <a:ea typeface="Noto Sans CJK SC"/>
                <a:cs typeface="Noto Sans CJK SC"/>
              </a:rPr>
              <a:t>log Eₛ = log L替代 − log supᵣ Lₛᵣ</a:t>
            </a:r>
          </a:p>
        </p:txBody>
      </p:sp>
      <p:sp>
        <p:nvSpPr>
          <p:cNvPr id="50" name="M3_output">
            <a:extLst xmlns:a="http://schemas.openxmlformats.org/drawingml/2006/main">
              <a:ext uri="{FF2B5EF4-FFF2-40B4-BE49-F238E27FC236}">
                <a16:creationId xmlns:a16="http://schemas.microsoft.com/office/drawing/2014/main" id="{4ECDA83F-9844-4E3B-962E-3272A0509494}"/>
              </a:ext>
            </a:extLst>
          </p:cNvPr>
          <p:cNvSpPr>
            <a:spLocks xmlns:a="http://schemas.openxmlformats.org/drawingml/2006/main" noGrp="1"/>
          </p:cNvSpPr>
          <p:nvPr/>
        </p:nvSpPr>
        <p:spPr>
          <a:xfrm xmlns:a="http://schemas.openxmlformats.org/drawingml/2006/main">
            <a:off x="10477500" y="6562725"/>
            <a:ext cx="419100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lgn="l">
              <a:defRPr sz="1725" b="0">
                <a:solidFill>
                  <a:srgbClr val="233440"/>
                </a:solidFill>
                <a:latin typeface="Noto Sans CJK SC"/>
                <a:ea typeface="Noto Sans CJK SC"/>
                <a:cs typeface="Noto Sans CJK SC"/>
              </a:defRPr>
            </a:defPPr>
            <a:lvl1pPr algn="l">
              <a:defRPr sz="1725" b="0">
                <a:solidFill>
                  <a:srgbClr val="233440"/>
                </a:solidFill>
                <a:latin typeface="Noto Sans CJK SC"/>
                <a:ea typeface="Noto Sans CJK SC"/>
                <a:cs typeface="Noto Sans CJK SC"/>
              </a:defRPr>
            </a:lvl1pPr>
            <a:lvl2pPr algn="l">
              <a:defRPr sz="1725" b="0">
                <a:solidFill>
                  <a:srgbClr val="233440"/>
                </a:solidFill>
                <a:latin typeface="Noto Sans CJK SC"/>
                <a:ea typeface="Noto Sans CJK SC"/>
                <a:cs typeface="Noto Sans CJK SC"/>
              </a:defRPr>
            </a:lvl2pPr>
            <a:lvl3pPr algn="l">
              <a:defRPr sz="1725" b="0">
                <a:solidFill>
                  <a:srgbClr val="233440"/>
                </a:solidFill>
                <a:latin typeface="Noto Sans CJK SC"/>
                <a:ea typeface="Noto Sans CJK SC"/>
                <a:cs typeface="Noto Sans CJK SC"/>
              </a:defRPr>
            </a:lvl3pPr>
            <a:lvl4pPr algn="l">
              <a:defRPr sz="1725" b="0">
                <a:solidFill>
                  <a:srgbClr val="233440"/>
                </a:solidFill>
                <a:latin typeface="Noto Sans CJK SC"/>
                <a:ea typeface="Noto Sans CJK SC"/>
                <a:cs typeface="Noto Sans CJK SC"/>
              </a:defRPr>
            </a:lvl4pPr>
            <a:lvl5pPr algn="l">
              <a:defRPr sz="1725" b="0">
                <a:solidFill>
                  <a:srgbClr val="233440"/>
                </a:solidFill>
                <a:latin typeface="Noto Sans CJK SC"/>
                <a:ea typeface="Noto Sans CJK SC"/>
                <a:cs typeface="Noto Sans CJK SC"/>
              </a:defRPr>
            </a:lvl5pPr>
            <a:lvl6pPr algn="l">
              <a:defRPr sz="1725" b="0">
                <a:solidFill>
                  <a:srgbClr val="233440"/>
                </a:solidFill>
                <a:latin typeface="Noto Sans CJK SC"/>
                <a:ea typeface="Noto Sans CJK SC"/>
                <a:cs typeface="Noto Sans CJK SC"/>
              </a:defRPr>
            </a:lvl6pPr>
            <a:lvl7pPr algn="l">
              <a:defRPr sz="1725" b="0">
                <a:solidFill>
                  <a:srgbClr val="233440"/>
                </a:solidFill>
                <a:latin typeface="Noto Sans CJK SC"/>
                <a:ea typeface="Noto Sans CJK SC"/>
                <a:cs typeface="Noto Sans CJK SC"/>
              </a:defRPr>
            </a:lvl7pPr>
            <a:lvl8pPr algn="l">
              <a:defRPr sz="1725" b="0">
                <a:solidFill>
                  <a:srgbClr val="233440"/>
                </a:solidFill>
                <a:latin typeface="Noto Sans CJK SC"/>
                <a:ea typeface="Noto Sans CJK SC"/>
                <a:cs typeface="Noto Sans CJK SC"/>
              </a:defRPr>
            </a:lvl8pPr>
            <a:lvl9pPr algn="l">
              <a:defRPr sz="1725" b="0">
                <a:solidFill>
                  <a:srgbClr val="233440"/>
                </a:solidFill>
                <a:latin typeface="Noto Sans CJK SC"/>
                <a:ea typeface="Noto Sans CJK SC"/>
                <a:cs typeface="Noto Sans CJK SC"/>
              </a:defRPr>
            </a:lvl9pPr>
          </a:lstStyle>
          <a:p xmlns:a="http://schemas.openxmlformats.org/drawingml/2006/main">
            <a:pPr algn="l">
              <a:defRPr sz="1725" b="0">
                <a:solidFill>
                  <a:srgbClr val="233440"/>
                </a:solidFill>
                <a:latin typeface="Noto Sans CJK SC"/>
                <a:ea typeface="Noto Sans CJK SC"/>
                <a:cs typeface="Noto Sans CJK SC"/>
              </a:defRPr>
            </a:pPr>
            <a:r>
              <a:rPr sz="1725" b="0">
                <a:solidFill>
                  <a:srgbClr val="233440"/>
                </a:solidFill>
                <a:latin typeface="Noto Sans CJK SC"/>
                <a:ea typeface="Noto Sans CJK SC"/>
                <a:cs typeface="Noto Sans CJK SC"/>
              </a:rPr>
              <a:t>输出动作分配与可恢复候选列表</a:t>
            </a:r>
          </a:p>
          <a:p xmlns:a="http://schemas.openxmlformats.org/drawingml/2006/main">
            <a:pPr algn="l">
              <a:defRPr sz="1725" b="0">
                <a:solidFill>
                  <a:srgbClr val="233440"/>
                </a:solidFill>
                <a:latin typeface="Noto Sans CJK SC"/>
                <a:ea typeface="Noto Sans CJK SC"/>
                <a:cs typeface="Noto Sans CJK SC"/>
              </a:defRPr>
            </a:pPr>
            <a:r>
              <a:rPr sz="1725" b="0">
                <a:solidFill>
                  <a:srgbClr val="233440"/>
                </a:solidFill>
                <a:latin typeface="Noto Sans CJK SC"/>
                <a:ea typeface="Noto Sans CJK SC"/>
                <a:cs typeface="Noto Sans CJK SC"/>
              </a:rPr>
              <a:t>观测仍由联合后验更新一次</a:t>
            </a:r>
          </a:p>
        </p:txBody>
      </p:sp>
      <p:sp>
        <p:nvSpPr>
          <p:cNvPr id="51" name="M3_gate_note">
            <a:extLst xmlns:a="http://schemas.openxmlformats.org/drawingml/2006/main">
              <a:ext uri="{FF2B5EF4-FFF2-40B4-BE49-F238E27FC236}">
                <a16:creationId xmlns:a16="http://schemas.microsoft.com/office/drawing/2014/main" id="{55846999-C024-4EDB-89F1-86830A5670F4}"/>
              </a:ext>
            </a:extLst>
          </p:cNvPr>
          <p:cNvSpPr>
            <a:spLocks xmlns:a="http://schemas.openxmlformats.org/drawingml/2006/main" noGrp="1"/>
          </p:cNvSpPr>
          <p:nvPr/>
        </p:nvSpPr>
        <p:spPr>
          <a:xfrm xmlns:a="http://schemas.openxmlformats.org/drawingml/2006/main">
            <a:off x="10477500" y="7362825"/>
            <a:ext cx="4191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lgn="l">
              <a:defRPr sz="1575" b="0">
                <a:solidFill>
                  <a:srgbClr val="A24739"/>
                </a:solidFill>
                <a:latin typeface="Noto Sans CJK SC"/>
                <a:ea typeface="Noto Sans CJK SC"/>
                <a:cs typeface="Noto Sans CJK SC"/>
              </a:defRPr>
            </a:defPPr>
            <a:lvl1pPr algn="l">
              <a:defRPr sz="1575" b="0">
                <a:solidFill>
                  <a:srgbClr val="A24739"/>
                </a:solidFill>
                <a:latin typeface="Noto Sans CJK SC"/>
                <a:ea typeface="Noto Sans CJK SC"/>
                <a:cs typeface="Noto Sans CJK SC"/>
              </a:defRPr>
            </a:lvl1pPr>
            <a:lvl2pPr algn="l">
              <a:defRPr sz="1575" b="0">
                <a:solidFill>
                  <a:srgbClr val="A24739"/>
                </a:solidFill>
                <a:latin typeface="Noto Sans CJK SC"/>
                <a:ea typeface="Noto Sans CJK SC"/>
                <a:cs typeface="Noto Sans CJK SC"/>
              </a:defRPr>
            </a:lvl2pPr>
            <a:lvl3pPr algn="l">
              <a:defRPr sz="1575" b="0">
                <a:solidFill>
                  <a:srgbClr val="A24739"/>
                </a:solidFill>
                <a:latin typeface="Noto Sans CJK SC"/>
                <a:ea typeface="Noto Sans CJK SC"/>
                <a:cs typeface="Noto Sans CJK SC"/>
              </a:defRPr>
            </a:lvl3pPr>
            <a:lvl4pPr algn="l">
              <a:defRPr sz="1575" b="0">
                <a:solidFill>
                  <a:srgbClr val="A24739"/>
                </a:solidFill>
                <a:latin typeface="Noto Sans CJK SC"/>
                <a:ea typeface="Noto Sans CJK SC"/>
                <a:cs typeface="Noto Sans CJK SC"/>
              </a:defRPr>
            </a:lvl4pPr>
            <a:lvl5pPr algn="l">
              <a:defRPr sz="1575" b="0">
                <a:solidFill>
                  <a:srgbClr val="A24739"/>
                </a:solidFill>
                <a:latin typeface="Noto Sans CJK SC"/>
                <a:ea typeface="Noto Sans CJK SC"/>
                <a:cs typeface="Noto Sans CJK SC"/>
              </a:defRPr>
            </a:lvl5pPr>
            <a:lvl6pPr algn="l">
              <a:defRPr sz="1575" b="0">
                <a:solidFill>
                  <a:srgbClr val="A24739"/>
                </a:solidFill>
                <a:latin typeface="Noto Sans CJK SC"/>
                <a:ea typeface="Noto Sans CJK SC"/>
                <a:cs typeface="Noto Sans CJK SC"/>
              </a:defRPr>
            </a:lvl6pPr>
            <a:lvl7pPr algn="l">
              <a:defRPr sz="1575" b="0">
                <a:solidFill>
                  <a:srgbClr val="A24739"/>
                </a:solidFill>
                <a:latin typeface="Noto Sans CJK SC"/>
                <a:ea typeface="Noto Sans CJK SC"/>
                <a:cs typeface="Noto Sans CJK SC"/>
              </a:defRPr>
            </a:lvl7pPr>
            <a:lvl8pPr algn="l">
              <a:defRPr sz="1575" b="0">
                <a:solidFill>
                  <a:srgbClr val="A24739"/>
                </a:solidFill>
                <a:latin typeface="Noto Sans CJK SC"/>
                <a:ea typeface="Noto Sans CJK SC"/>
                <a:cs typeface="Noto Sans CJK SC"/>
              </a:defRPr>
            </a:lvl8pPr>
            <a:lvl9pPr algn="l">
              <a:defRPr sz="1575" b="0">
                <a:solidFill>
                  <a:srgbClr val="A24739"/>
                </a:solidFill>
                <a:latin typeface="Noto Sans CJK SC"/>
                <a:ea typeface="Noto Sans CJK SC"/>
                <a:cs typeface="Noto Sans CJK SC"/>
              </a:defRPr>
            </a:lvl9pPr>
          </a:lstStyle>
          <a:p xmlns:a="http://schemas.openxmlformats.org/drawingml/2006/main">
            <a:pPr algn="l">
              <a:defRPr sz="1575" b="0">
                <a:solidFill>
                  <a:srgbClr val="A24739"/>
                </a:solidFill>
                <a:latin typeface="Noto Sans CJK SC"/>
                <a:ea typeface="Noto Sans CJK SC"/>
                <a:cs typeface="Noto Sans CJK SC"/>
              </a:defRPr>
            </a:pPr>
            <a:r>
              <a:rPr sz="1575" b="0">
                <a:solidFill>
                  <a:srgbClr val="A24739"/>
                </a:solidFill>
                <a:latin typeface="Noto Sans CJK SC"/>
                <a:ea typeface="Noto Sans CJK SC"/>
                <a:cs typeface="Noto Sans CJK SC"/>
              </a:rPr>
              <a:t>风险界依赖观测族覆盖真实过程</a:t>
            </a:r>
          </a:p>
          <a:p xmlns:a="http://schemas.openxmlformats.org/drawingml/2006/main">
            <a:pPr algn="l">
              <a:defRPr sz="1575" b="0">
                <a:solidFill>
                  <a:srgbClr val="A24739"/>
                </a:solidFill>
                <a:latin typeface="Noto Sans CJK SC"/>
                <a:ea typeface="Noto Sans CJK SC"/>
                <a:cs typeface="Noto Sans CJK SC"/>
              </a:defRPr>
            </a:pPr>
            <a:r>
              <a:rPr sz="1575" b="0">
                <a:solidFill>
                  <a:srgbClr val="A24739"/>
                </a:solidFill>
                <a:latin typeface="Noto Sans CJK SC"/>
                <a:ea typeface="Noto Sans CJK SC"/>
                <a:cs typeface="Noto Sans CJK SC"/>
              </a:rPr>
              <a:t>审计值不再乘入源后验</a:t>
            </a:r>
          </a:p>
        </p:txBody>
      </p:sp>
      <p:sp>
        <p:nvSpPr>
          <p:cNvPr id="52" name="V7_FOOTER_3">
            <a:extLst xmlns:a="http://schemas.openxmlformats.org/drawingml/2006/main">
              <a:ext uri="{FF2B5EF4-FFF2-40B4-BE49-F238E27FC236}">
                <a16:creationId xmlns:a16="http://schemas.microsoft.com/office/drawing/2014/main" id="{363C342E-F273-4F75-B027-E9D4C70B7E47}"/>
              </a:ext>
            </a:extLst>
          </p:cNvPr>
          <p:cNvSpPr>
            <a:spLocks xmlns:a="http://schemas.openxmlformats.org/drawingml/2006/main" noGrp="1"/>
          </p:cNvSpPr>
          <p:nvPr/>
        </p:nvSpPr>
        <p:spPr>
          <a:xfrm xmlns:a="http://schemas.openxmlformats.org/drawingml/2006/main">
            <a:off x="400050" y="8115300"/>
            <a:ext cx="1371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lgn="l">
              <a:defRPr sz="1500" b="0">
                <a:solidFill>
                  <a:srgbClr val="60717D"/>
                </a:solidFill>
                <a:latin typeface="Noto Sans CJK SC"/>
                <a:ea typeface="Noto Sans CJK SC"/>
                <a:cs typeface="Noto Sans CJK SC"/>
              </a:defRPr>
            </a:defPPr>
            <a:lvl1pPr algn="l">
              <a:defRPr sz="1500" b="0">
                <a:solidFill>
                  <a:srgbClr val="60717D"/>
                </a:solidFill>
                <a:latin typeface="Noto Sans CJK SC"/>
                <a:ea typeface="Noto Sans CJK SC"/>
                <a:cs typeface="Noto Sans CJK SC"/>
              </a:defRPr>
            </a:lvl1pPr>
            <a:lvl2pPr algn="l">
              <a:defRPr sz="1500" b="0">
                <a:solidFill>
                  <a:srgbClr val="60717D"/>
                </a:solidFill>
                <a:latin typeface="Noto Sans CJK SC"/>
                <a:ea typeface="Noto Sans CJK SC"/>
                <a:cs typeface="Noto Sans CJK SC"/>
              </a:defRPr>
            </a:lvl2pPr>
            <a:lvl3pPr algn="l">
              <a:defRPr sz="1500" b="0">
                <a:solidFill>
                  <a:srgbClr val="60717D"/>
                </a:solidFill>
                <a:latin typeface="Noto Sans CJK SC"/>
                <a:ea typeface="Noto Sans CJK SC"/>
                <a:cs typeface="Noto Sans CJK SC"/>
              </a:defRPr>
            </a:lvl3pPr>
            <a:lvl4pPr algn="l">
              <a:defRPr sz="1500" b="0">
                <a:solidFill>
                  <a:srgbClr val="60717D"/>
                </a:solidFill>
                <a:latin typeface="Noto Sans CJK SC"/>
                <a:ea typeface="Noto Sans CJK SC"/>
                <a:cs typeface="Noto Sans CJK SC"/>
              </a:defRPr>
            </a:lvl4pPr>
            <a:lvl5pPr algn="l">
              <a:defRPr sz="1500" b="0">
                <a:solidFill>
                  <a:srgbClr val="60717D"/>
                </a:solidFill>
                <a:latin typeface="Noto Sans CJK SC"/>
                <a:ea typeface="Noto Sans CJK SC"/>
                <a:cs typeface="Noto Sans CJK SC"/>
              </a:defRPr>
            </a:lvl5pPr>
            <a:lvl6pPr algn="l">
              <a:defRPr sz="1500" b="0">
                <a:solidFill>
                  <a:srgbClr val="60717D"/>
                </a:solidFill>
                <a:latin typeface="Noto Sans CJK SC"/>
                <a:ea typeface="Noto Sans CJK SC"/>
                <a:cs typeface="Noto Sans CJK SC"/>
              </a:defRPr>
            </a:lvl6pPr>
            <a:lvl7pPr algn="l">
              <a:defRPr sz="1500" b="0">
                <a:solidFill>
                  <a:srgbClr val="60717D"/>
                </a:solidFill>
                <a:latin typeface="Noto Sans CJK SC"/>
                <a:ea typeface="Noto Sans CJK SC"/>
                <a:cs typeface="Noto Sans CJK SC"/>
              </a:defRPr>
            </a:lvl7pPr>
            <a:lvl8pPr algn="l">
              <a:defRPr sz="1500" b="0">
                <a:solidFill>
                  <a:srgbClr val="60717D"/>
                </a:solidFill>
                <a:latin typeface="Noto Sans CJK SC"/>
                <a:ea typeface="Noto Sans CJK SC"/>
                <a:cs typeface="Noto Sans CJK SC"/>
              </a:defRPr>
            </a:lvl8pPr>
            <a:lvl9pPr algn="l">
              <a:defRPr sz="1500" b="0">
                <a:solidFill>
                  <a:srgbClr val="60717D"/>
                </a:solidFill>
                <a:latin typeface="Noto Sans CJK SC"/>
                <a:ea typeface="Noto Sans CJK SC"/>
                <a:cs typeface="Noto Sans CJK SC"/>
              </a:defRPr>
            </a:lvl9pPr>
          </a:lstStyle>
          <a:p xmlns:a="http://schemas.openxmlformats.org/drawingml/2006/main">
            <a:pPr algn="l">
              <a:defRPr sz="1500" b="0">
                <a:solidFill>
                  <a:srgbClr val="60717D"/>
                </a:solidFill>
                <a:latin typeface="Noto Sans CJK SC"/>
                <a:ea typeface="Noto Sans CJK SC"/>
                <a:cs typeface="Noto Sans CJK SC"/>
              </a:defRPr>
            </a:pPr>
            <a:r>
              <a:rPr sz="1500" b="0">
                <a:solidFill>
                  <a:srgbClr val="60717D"/>
                </a:solidFill>
                <a:latin typeface="Noto Sans CJK SC"/>
                <a:ea typeface="Noto Sans CJK SC"/>
                <a:cs typeface="Noto Sans CJK SC"/>
              </a:rPr>
              <a:t>来源：PNAS 2026 镜像滤波、Nature 2026 返回方向记忆、IEEE TIT 2025 与非等成本 ASHT；完整引用见备注</a:t>
            </a:r>
          </a:p>
        </p:txBody>
      </p:sp>
    </p:spTree>
    <p:extLst>
      <p:ext uri="{BB962C8B-B14F-4D97-AF65-F5344CB8AC3E}">
        <p14:creationId xmlns:p14="http://schemas.microsoft.com/office/powerpoint/2010/main" val="142533042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2026-10-23T09:56:49.1760000Z</dcterms:created>
  <dcterms:modified xsi:type="dcterms:W3CDTF">2026-10-23T09:56:49.1760000Z</dcterms:modified>
</coreProperties>
</file>